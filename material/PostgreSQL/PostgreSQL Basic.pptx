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672" r:id="rId2"/>
  </p:sldMasterIdLst>
  <p:notesMasterIdLst>
    <p:notesMasterId r:id="rId31"/>
  </p:notesMasterIdLst>
  <p:sldIdLst>
    <p:sldId id="299" r:id="rId3"/>
    <p:sldId id="300" r:id="rId4"/>
    <p:sldId id="318" r:id="rId5"/>
    <p:sldId id="319" r:id="rId6"/>
    <p:sldId id="320" r:id="rId7"/>
    <p:sldId id="321" r:id="rId8"/>
    <p:sldId id="322" r:id="rId9"/>
    <p:sldId id="323" r:id="rId10"/>
    <p:sldId id="324" r:id="rId11"/>
    <p:sldId id="326" r:id="rId12"/>
    <p:sldId id="327" r:id="rId13"/>
    <p:sldId id="337" r:id="rId14"/>
    <p:sldId id="339" r:id="rId15"/>
    <p:sldId id="329" r:id="rId16"/>
    <p:sldId id="340" r:id="rId17"/>
    <p:sldId id="325" r:id="rId18"/>
    <p:sldId id="332" r:id="rId19"/>
    <p:sldId id="341" r:id="rId20"/>
    <p:sldId id="342" r:id="rId21"/>
    <p:sldId id="343" r:id="rId22"/>
    <p:sldId id="344" r:id="rId23"/>
    <p:sldId id="345" r:id="rId24"/>
    <p:sldId id="336" r:id="rId25"/>
    <p:sldId id="346" r:id="rId26"/>
    <p:sldId id="347" r:id="rId27"/>
    <p:sldId id="348" r:id="rId28"/>
    <p:sldId id="349" r:id="rId29"/>
    <p:sldId id="317" r:id="rId30"/>
  </p:sldIdLst>
  <p:sldSz cx="9144000" cy="6858000" type="screen4x3"/>
  <p:notesSz cx="6858000" cy="9144000"/>
  <p:defaultTextStyle>
    <a:defPPr>
      <a:defRPr lang="en-GB"/>
    </a:defPPr>
    <a:lvl1pPr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200" kern="1200">
        <a:solidFill>
          <a:schemeClr val="bg1"/>
        </a:solidFill>
        <a:latin typeface="Arial" panose="020B0604020202020204" pitchFamily="34" charset="0"/>
        <a:ea typeface="SimSun" panose="02010600030101010101" pitchFamily="2" charset="-122"/>
        <a:cs typeface="+mn-cs"/>
      </a:defRPr>
    </a:lvl5pPr>
    <a:lvl6pPr marL="22860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6pPr>
    <a:lvl7pPr marL="27432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7pPr>
    <a:lvl8pPr marL="32004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8pPr>
    <a:lvl9pPr marL="3657600" algn="l" defTabSz="914400" rtl="0" eaLnBrk="1" latinLnBrk="0" hangingPunct="1">
      <a:defRPr sz="1200" kern="1200">
        <a:solidFill>
          <a:schemeClr val="bg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64683"/>
    <a:srgbClr val="FF6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B9F1FD-0A6A-B3EB-4B9C-5254F2254020}" v="2" dt="2026-01-13T11:59:37.579"/>
    <p1510:client id="{CA8B2C95-66B9-1C29-0BE8-2ACCB1BB163C}" v="6" dt="2026-01-13T09:22:26.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vora@etatvasoft.com" userId="S::urn:spo:guest#yash.vora@etatvasoft.com::" providerId="AD" clId="Web-{CA8B2C95-66B9-1C29-0BE8-2ACCB1BB163C}"/>
    <pc:docChg chg="modSld">
      <pc:chgData name="yash.vora@etatvasoft.com" userId="S::urn:spo:guest#yash.vora@etatvasoft.com::" providerId="AD" clId="Web-{CA8B2C95-66B9-1C29-0BE8-2ACCB1BB163C}" dt="2026-01-13T09:22:26.253" v="2" actId="20577"/>
      <pc:docMkLst>
        <pc:docMk/>
      </pc:docMkLst>
      <pc:sldChg chg="modSp">
        <pc:chgData name="yash.vora@etatvasoft.com" userId="S::urn:spo:guest#yash.vora@etatvasoft.com::" providerId="AD" clId="Web-{CA8B2C95-66B9-1C29-0BE8-2ACCB1BB163C}" dt="2026-01-13T09:22:26.253" v="2" actId="20577"/>
        <pc:sldMkLst>
          <pc:docMk/>
          <pc:sldMk cId="3696919657" sldId="329"/>
        </pc:sldMkLst>
        <pc:spChg chg="mod">
          <ac:chgData name="yash.vora@etatvasoft.com" userId="S::urn:spo:guest#yash.vora@etatvasoft.com::" providerId="AD" clId="Web-{CA8B2C95-66B9-1C29-0BE8-2ACCB1BB163C}" dt="2026-01-13T09:22:26.253" v="2" actId="20577"/>
          <ac:spMkLst>
            <pc:docMk/>
            <pc:sldMk cId="3696919657" sldId="329"/>
            <ac:spMk id="6" creationId="{FD027229-2443-2AB8-B662-39C17E221572}"/>
          </ac:spMkLst>
        </pc:spChg>
      </pc:sldChg>
    </pc:docChg>
  </pc:docChgLst>
  <pc:docChgLst>
    <pc:chgData name="Parth Modi" userId="S::parth.modi@tatvasoft.com::daa4fcb5-95ba-4aa8-bf2b-a898ea60fc48" providerId="AD" clId="Web-{B77C8174-6EDF-80C1-8986-6C67FAFAAACA}"/>
    <pc:docChg chg="addSld modSld">
      <pc:chgData name="Parth Modi" userId="S::parth.modi@tatvasoft.com::daa4fcb5-95ba-4aa8-bf2b-a898ea60fc48" providerId="AD" clId="Web-{B77C8174-6EDF-80C1-8986-6C67FAFAAACA}" dt="2025-12-30T08:00:36.542" v="133" actId="20577"/>
      <pc:docMkLst>
        <pc:docMk/>
      </pc:docMkLst>
      <pc:sldChg chg="addSp delSp modSp add replId">
        <pc:chgData name="Parth Modi" userId="S::parth.modi@tatvasoft.com::daa4fcb5-95ba-4aa8-bf2b-a898ea60fc48" providerId="AD" clId="Web-{B77C8174-6EDF-80C1-8986-6C67FAFAAACA}" dt="2025-12-30T06:50:00.480" v="24" actId="1076"/>
        <pc:sldMkLst>
          <pc:docMk/>
          <pc:sldMk cId="4099508299" sldId="347"/>
        </pc:sldMkLst>
        <pc:spChg chg="mod">
          <ac:chgData name="Parth Modi" userId="S::parth.modi@tatvasoft.com::daa4fcb5-95ba-4aa8-bf2b-a898ea60fc48" providerId="AD" clId="Web-{B77C8174-6EDF-80C1-8986-6C67FAFAAACA}" dt="2025-12-30T06:46:14.672" v="2" actId="20577"/>
          <ac:spMkLst>
            <pc:docMk/>
            <pc:sldMk cId="4099508299" sldId="347"/>
            <ac:spMk id="3" creationId="{FE9F70BB-3D18-7009-C3DA-6C88EF74142E}"/>
          </ac:spMkLst>
        </pc:spChg>
        <pc:spChg chg="mod">
          <ac:chgData name="Parth Modi" userId="S::parth.modi@tatvasoft.com::daa4fcb5-95ba-4aa8-bf2b-a898ea60fc48" providerId="AD" clId="Web-{B77C8174-6EDF-80C1-8986-6C67FAFAAACA}" dt="2025-12-30T06:48:17.085" v="22" actId="20577"/>
          <ac:spMkLst>
            <pc:docMk/>
            <pc:sldMk cId="4099508299" sldId="347"/>
            <ac:spMk id="4" creationId="{EBC10499-E3A5-233A-8888-8379D8B6CDAE}"/>
          </ac:spMkLst>
        </pc:spChg>
        <pc:picChg chg="add mod">
          <ac:chgData name="Parth Modi" userId="S::parth.modi@tatvasoft.com::daa4fcb5-95ba-4aa8-bf2b-a898ea60fc48" providerId="AD" clId="Web-{B77C8174-6EDF-80C1-8986-6C67FAFAAACA}" dt="2025-12-30T06:50:00.480" v="24" actId="1076"/>
          <ac:picMkLst>
            <pc:docMk/>
            <pc:sldMk cId="4099508299" sldId="347"/>
            <ac:picMk id="6" creationId="{4E33830B-2D9E-2C9D-0D86-D8A777CBBD82}"/>
          </ac:picMkLst>
        </pc:picChg>
      </pc:sldChg>
      <pc:sldChg chg="addSp delSp modSp add replId">
        <pc:chgData name="Parth Modi" userId="S::parth.modi@tatvasoft.com::daa4fcb5-95ba-4aa8-bf2b-a898ea60fc48" providerId="AD" clId="Web-{B77C8174-6EDF-80C1-8986-6C67FAFAAACA}" dt="2025-12-30T06:52:18.617" v="49" actId="1076"/>
        <pc:sldMkLst>
          <pc:docMk/>
          <pc:sldMk cId="3014170529" sldId="348"/>
        </pc:sldMkLst>
        <pc:spChg chg="mod">
          <ac:chgData name="Parth Modi" userId="S::parth.modi@tatvasoft.com::daa4fcb5-95ba-4aa8-bf2b-a898ea60fc48" providerId="AD" clId="Web-{B77C8174-6EDF-80C1-8986-6C67FAFAAACA}" dt="2025-12-30T06:50:33.996" v="35" actId="20577"/>
          <ac:spMkLst>
            <pc:docMk/>
            <pc:sldMk cId="3014170529" sldId="348"/>
            <ac:spMk id="3" creationId="{D6F98BFE-7B55-CCCF-E81F-7A5970DC8302}"/>
          </ac:spMkLst>
        </pc:spChg>
        <pc:spChg chg="mod">
          <ac:chgData name="Parth Modi" userId="S::parth.modi@tatvasoft.com::daa4fcb5-95ba-4aa8-bf2b-a898ea60fc48" providerId="AD" clId="Web-{B77C8174-6EDF-80C1-8986-6C67FAFAAACA}" dt="2025-12-30T06:51:12.451" v="43" actId="20577"/>
          <ac:spMkLst>
            <pc:docMk/>
            <pc:sldMk cId="3014170529" sldId="348"/>
            <ac:spMk id="4" creationId="{EFFA5317-C753-1AC5-8AF1-5BA42433BB82}"/>
          </ac:spMkLst>
        </pc:spChg>
        <pc:picChg chg="add mod">
          <ac:chgData name="Parth Modi" userId="S::parth.modi@tatvasoft.com::daa4fcb5-95ba-4aa8-bf2b-a898ea60fc48" providerId="AD" clId="Web-{B77C8174-6EDF-80C1-8986-6C67FAFAAACA}" dt="2025-12-30T06:52:18.617" v="49" actId="1076"/>
          <ac:picMkLst>
            <pc:docMk/>
            <pc:sldMk cId="3014170529" sldId="348"/>
            <ac:picMk id="2" creationId="{B222A7A7-CA51-4802-886D-A22CA3F078F1}"/>
          </ac:picMkLst>
        </pc:picChg>
        <pc:picChg chg="add mod">
          <ac:chgData name="Parth Modi" userId="S::parth.modi@tatvasoft.com::daa4fcb5-95ba-4aa8-bf2b-a898ea60fc48" providerId="AD" clId="Web-{B77C8174-6EDF-80C1-8986-6C67FAFAAACA}" dt="2025-12-30T06:52:16.929" v="48" actId="1076"/>
          <ac:picMkLst>
            <pc:docMk/>
            <pc:sldMk cId="3014170529" sldId="348"/>
            <ac:picMk id="5" creationId="{7E1D67E7-19CD-DACF-A017-3BEA86CDC7F9}"/>
          </ac:picMkLst>
        </pc:picChg>
      </pc:sldChg>
      <pc:sldChg chg="addSp delSp modSp add replId">
        <pc:chgData name="Parth Modi" userId="S::parth.modi@tatvasoft.com::daa4fcb5-95ba-4aa8-bf2b-a898ea60fc48" providerId="AD" clId="Web-{B77C8174-6EDF-80C1-8986-6C67FAFAAACA}" dt="2025-12-30T08:00:36.542" v="133" actId="20577"/>
        <pc:sldMkLst>
          <pc:docMk/>
          <pc:sldMk cId="3535903655" sldId="349"/>
        </pc:sldMkLst>
        <pc:spChg chg="mod">
          <ac:chgData name="Parth Modi" userId="S::parth.modi@tatvasoft.com::daa4fcb5-95ba-4aa8-bf2b-a898ea60fc48" providerId="AD" clId="Web-{B77C8174-6EDF-80C1-8986-6C67FAFAAACA}" dt="2025-12-30T06:53:08.173" v="56" actId="20577"/>
          <ac:spMkLst>
            <pc:docMk/>
            <pc:sldMk cId="3535903655" sldId="349"/>
            <ac:spMk id="3" creationId="{D6A0FE7A-F82D-8C3B-1A9E-42995B56FF6C}"/>
          </ac:spMkLst>
        </pc:spChg>
        <pc:spChg chg="mod">
          <ac:chgData name="Parth Modi" userId="S::parth.modi@tatvasoft.com::daa4fcb5-95ba-4aa8-bf2b-a898ea60fc48" providerId="AD" clId="Web-{B77C8174-6EDF-80C1-8986-6C67FAFAAACA}" dt="2025-12-30T08:00:36.542" v="133" actId="20577"/>
          <ac:spMkLst>
            <pc:docMk/>
            <pc:sldMk cId="3535903655" sldId="349"/>
            <ac:spMk id="4" creationId="{44CB00BE-6162-36BE-6810-2D5470121288}"/>
          </ac:spMkLst>
        </pc:spChg>
        <pc:picChg chg="add mod">
          <ac:chgData name="Parth Modi" userId="S::parth.modi@tatvasoft.com::daa4fcb5-95ba-4aa8-bf2b-a898ea60fc48" providerId="AD" clId="Web-{B77C8174-6EDF-80C1-8986-6C67FAFAAACA}" dt="2025-12-30T07:44:26.563" v="90" actId="1076"/>
          <ac:picMkLst>
            <pc:docMk/>
            <pc:sldMk cId="3535903655" sldId="349"/>
            <ac:picMk id="6" creationId="{27BC7D13-07E7-B8EC-EAA5-377DC864DDD0}"/>
          </ac:picMkLst>
        </pc:picChg>
      </pc:sldChg>
    </pc:docChg>
  </pc:docChgLst>
  <pc:docChgLst>
    <pc:chgData name="vansh.patel@etatvasoft.com" userId="S::urn:spo:guest#vansh.patel@etatvasoft.com::" providerId="AD" clId="Web-{ABB9F1FD-0A6A-B3EB-4B9C-5254F2254020}"/>
    <pc:docChg chg="modSld">
      <pc:chgData name="vansh.patel@etatvasoft.com" userId="S::urn:spo:guest#vansh.patel@etatvasoft.com::" providerId="AD" clId="Web-{ABB9F1FD-0A6A-B3EB-4B9C-5254F2254020}" dt="2026-01-13T11:59:37.579" v="1" actId="1076"/>
      <pc:docMkLst>
        <pc:docMk/>
      </pc:docMkLst>
      <pc:sldChg chg="modSp">
        <pc:chgData name="vansh.patel@etatvasoft.com" userId="S::urn:spo:guest#vansh.patel@etatvasoft.com::" providerId="AD" clId="Web-{ABB9F1FD-0A6A-B3EB-4B9C-5254F2254020}" dt="2026-01-13T11:59:37.579" v="1" actId="1076"/>
        <pc:sldMkLst>
          <pc:docMk/>
          <pc:sldMk cId="3014170529" sldId="348"/>
        </pc:sldMkLst>
        <pc:picChg chg="mod">
          <ac:chgData name="vansh.patel@etatvasoft.com" userId="S::urn:spo:guest#vansh.patel@etatvasoft.com::" providerId="AD" clId="Web-{ABB9F1FD-0A6A-B3EB-4B9C-5254F2254020}" dt="2026-01-13T11:59:37.579" v="1" actId="1076"/>
          <ac:picMkLst>
            <pc:docMk/>
            <pc:sldMk cId="3014170529" sldId="348"/>
            <ac:picMk id="2" creationId="{B222A7A7-CA51-4802-886D-A22CA3F078F1}"/>
          </ac:picMkLst>
        </pc:picChg>
      </pc:sldChg>
    </pc:docChg>
  </pc:docChgLst>
  <pc:docChgLst>
    <pc:chgData name="Parth Modi" userId="S::parth.modi@tatvasoft.com::daa4fcb5-95ba-4aa8-bf2b-a898ea60fc48" providerId="AD" clId="Web-{FAB4778A-DCF3-FB5B-BEA7-21B945738894}"/>
    <pc:docChg chg="addSld delSld modSld">
      <pc:chgData name="Parth Modi" userId="S::parth.modi@tatvasoft.com::daa4fcb5-95ba-4aa8-bf2b-a898ea60fc48" providerId="AD" clId="Web-{FAB4778A-DCF3-FB5B-BEA7-21B945738894}" dt="2025-12-29T12:59:43.253" v="828"/>
      <pc:docMkLst>
        <pc:docMk/>
      </pc:docMkLst>
      <pc:sldChg chg="modSp">
        <pc:chgData name="Parth Modi" userId="S::parth.modi@tatvasoft.com::daa4fcb5-95ba-4aa8-bf2b-a898ea60fc48" providerId="AD" clId="Web-{FAB4778A-DCF3-FB5B-BEA7-21B945738894}" dt="2025-12-29T11:39:03.215" v="164" actId="20577"/>
        <pc:sldMkLst>
          <pc:docMk/>
          <pc:sldMk cId="2182333227" sldId="300"/>
        </pc:sldMkLst>
        <pc:spChg chg="mod">
          <ac:chgData name="Parth Modi" userId="S::parth.modi@tatvasoft.com::daa4fcb5-95ba-4aa8-bf2b-a898ea60fc48" providerId="AD" clId="Web-{FAB4778A-DCF3-FB5B-BEA7-21B945738894}" dt="2025-12-29T11:39:03.215" v="164" actId="20577"/>
          <ac:spMkLst>
            <pc:docMk/>
            <pc:sldMk cId="2182333227" sldId="300"/>
            <ac:spMk id="3" creationId="{1D2E9C93-3002-C352-FC29-67E064F46CA5}"/>
          </ac:spMkLst>
        </pc:spChg>
      </pc:sldChg>
      <pc:sldChg chg="modSp">
        <pc:chgData name="Parth Modi" userId="S::parth.modi@tatvasoft.com::daa4fcb5-95ba-4aa8-bf2b-a898ea60fc48" providerId="AD" clId="Web-{FAB4778A-DCF3-FB5B-BEA7-21B945738894}" dt="2025-12-29T11:39:09.090" v="166"/>
        <pc:sldMkLst>
          <pc:docMk/>
          <pc:sldMk cId="3703177003" sldId="318"/>
        </pc:sldMkLst>
        <pc:spChg chg="mod">
          <ac:chgData name="Parth Modi" userId="S::parth.modi@tatvasoft.com::daa4fcb5-95ba-4aa8-bf2b-a898ea60fc48" providerId="AD" clId="Web-{FAB4778A-DCF3-FB5B-BEA7-21B945738894}" dt="2025-12-29T11:39:09.090" v="166"/>
          <ac:spMkLst>
            <pc:docMk/>
            <pc:sldMk cId="3703177003" sldId="318"/>
            <ac:spMk id="3" creationId="{B73D08E6-ECD1-0C5A-0BD8-42F38ECC7ABF}"/>
          </ac:spMkLst>
        </pc:spChg>
      </pc:sldChg>
      <pc:sldChg chg="modSp">
        <pc:chgData name="Parth Modi" userId="S::parth.modi@tatvasoft.com::daa4fcb5-95ba-4aa8-bf2b-a898ea60fc48" providerId="AD" clId="Web-{FAB4778A-DCF3-FB5B-BEA7-21B945738894}" dt="2025-12-29T11:39:15.841" v="168" actId="20577"/>
        <pc:sldMkLst>
          <pc:docMk/>
          <pc:sldMk cId="2981981520" sldId="319"/>
        </pc:sldMkLst>
        <pc:spChg chg="mod">
          <ac:chgData name="Parth Modi" userId="S::parth.modi@tatvasoft.com::daa4fcb5-95ba-4aa8-bf2b-a898ea60fc48" providerId="AD" clId="Web-{FAB4778A-DCF3-FB5B-BEA7-21B945738894}" dt="2025-12-29T11:39:15.841" v="168" actId="20577"/>
          <ac:spMkLst>
            <pc:docMk/>
            <pc:sldMk cId="2981981520" sldId="319"/>
            <ac:spMk id="3" creationId="{248B2B79-C291-B802-7F20-D60BDE2E161E}"/>
          </ac:spMkLst>
        </pc:spChg>
      </pc:sldChg>
      <pc:sldChg chg="modSp">
        <pc:chgData name="Parth Modi" userId="S::parth.modi@tatvasoft.com::daa4fcb5-95ba-4aa8-bf2b-a898ea60fc48" providerId="AD" clId="Web-{FAB4778A-DCF3-FB5B-BEA7-21B945738894}" dt="2025-12-29T11:39:23.575" v="170"/>
        <pc:sldMkLst>
          <pc:docMk/>
          <pc:sldMk cId="3217805364" sldId="320"/>
        </pc:sldMkLst>
        <pc:spChg chg="mod">
          <ac:chgData name="Parth Modi" userId="S::parth.modi@tatvasoft.com::daa4fcb5-95ba-4aa8-bf2b-a898ea60fc48" providerId="AD" clId="Web-{FAB4778A-DCF3-FB5B-BEA7-21B945738894}" dt="2025-12-29T11:39:23.575" v="170"/>
          <ac:spMkLst>
            <pc:docMk/>
            <pc:sldMk cId="3217805364" sldId="320"/>
            <ac:spMk id="3" creationId="{2B11E5BC-5B3F-F43D-029F-7C1BA3FC8968}"/>
          </ac:spMkLst>
        </pc:spChg>
      </pc:sldChg>
      <pc:sldChg chg="modSp">
        <pc:chgData name="Parth Modi" userId="S::parth.modi@tatvasoft.com::daa4fcb5-95ba-4aa8-bf2b-a898ea60fc48" providerId="AD" clId="Web-{FAB4778A-DCF3-FB5B-BEA7-21B945738894}" dt="2025-12-29T11:39:29.638" v="172"/>
        <pc:sldMkLst>
          <pc:docMk/>
          <pc:sldMk cId="1336674961" sldId="321"/>
        </pc:sldMkLst>
        <pc:spChg chg="mod">
          <ac:chgData name="Parth Modi" userId="S::parth.modi@tatvasoft.com::daa4fcb5-95ba-4aa8-bf2b-a898ea60fc48" providerId="AD" clId="Web-{FAB4778A-DCF3-FB5B-BEA7-21B945738894}" dt="2025-12-29T11:39:29.638" v="172"/>
          <ac:spMkLst>
            <pc:docMk/>
            <pc:sldMk cId="1336674961" sldId="321"/>
            <ac:spMk id="3" creationId="{1A98E8C8-6770-D05C-AE6F-C7D3A03019A5}"/>
          </ac:spMkLst>
        </pc:spChg>
      </pc:sldChg>
      <pc:sldChg chg="modSp">
        <pc:chgData name="Parth Modi" userId="S::parth.modi@tatvasoft.com::daa4fcb5-95ba-4aa8-bf2b-a898ea60fc48" providerId="AD" clId="Web-{FAB4778A-DCF3-FB5B-BEA7-21B945738894}" dt="2025-12-29T11:38:53.996" v="162" actId="14100"/>
        <pc:sldMkLst>
          <pc:docMk/>
          <pc:sldMk cId="2463835736" sldId="322"/>
        </pc:sldMkLst>
        <pc:spChg chg="mod">
          <ac:chgData name="Parth Modi" userId="S::parth.modi@tatvasoft.com::daa4fcb5-95ba-4aa8-bf2b-a898ea60fc48" providerId="AD" clId="Web-{FAB4778A-DCF3-FB5B-BEA7-21B945738894}" dt="2025-12-29T11:38:53.996" v="162" actId="14100"/>
          <ac:spMkLst>
            <pc:docMk/>
            <pc:sldMk cId="2463835736" sldId="322"/>
            <ac:spMk id="3" creationId="{8B0723BC-5328-EE4E-3C64-28B0178D9DFB}"/>
          </ac:spMkLst>
        </pc:spChg>
      </pc:sldChg>
      <pc:sldChg chg="modSp">
        <pc:chgData name="Parth Modi" userId="S::parth.modi@tatvasoft.com::daa4fcb5-95ba-4aa8-bf2b-a898ea60fc48" providerId="AD" clId="Web-{FAB4778A-DCF3-FB5B-BEA7-21B945738894}" dt="2025-12-29T11:38:35.387" v="159"/>
        <pc:sldMkLst>
          <pc:docMk/>
          <pc:sldMk cId="352533857" sldId="323"/>
        </pc:sldMkLst>
        <pc:spChg chg="mod">
          <ac:chgData name="Parth Modi" userId="S::parth.modi@tatvasoft.com::daa4fcb5-95ba-4aa8-bf2b-a898ea60fc48" providerId="AD" clId="Web-{FAB4778A-DCF3-FB5B-BEA7-21B945738894}" dt="2025-12-29T11:38:35.387" v="159"/>
          <ac:spMkLst>
            <pc:docMk/>
            <pc:sldMk cId="352533857" sldId="323"/>
            <ac:spMk id="3" creationId="{D8C082BA-1863-68C1-8BBE-8B081C382629}"/>
          </ac:spMkLst>
        </pc:spChg>
      </pc:sldChg>
      <pc:sldChg chg="modSp">
        <pc:chgData name="Parth Modi" userId="S::parth.modi@tatvasoft.com::daa4fcb5-95ba-4aa8-bf2b-a898ea60fc48" providerId="AD" clId="Web-{FAB4778A-DCF3-FB5B-BEA7-21B945738894}" dt="2025-12-29T11:38:27.730" v="157" actId="1076"/>
        <pc:sldMkLst>
          <pc:docMk/>
          <pc:sldMk cId="4187740358" sldId="324"/>
        </pc:sldMkLst>
        <pc:spChg chg="mod">
          <ac:chgData name="Parth Modi" userId="S::parth.modi@tatvasoft.com::daa4fcb5-95ba-4aa8-bf2b-a898ea60fc48" providerId="AD" clId="Web-{FAB4778A-DCF3-FB5B-BEA7-21B945738894}" dt="2025-12-29T11:38:27.730" v="157" actId="1076"/>
          <ac:spMkLst>
            <pc:docMk/>
            <pc:sldMk cId="4187740358" sldId="324"/>
            <ac:spMk id="3" creationId="{010ED6F4-9546-03E5-BE1F-10C8C5251F1E}"/>
          </ac:spMkLst>
        </pc:spChg>
      </pc:sldChg>
      <pc:sldChg chg="modSp">
        <pc:chgData name="Parth Modi" userId="S::parth.modi@tatvasoft.com::daa4fcb5-95ba-4aa8-bf2b-a898ea60fc48" providerId="AD" clId="Web-{FAB4778A-DCF3-FB5B-BEA7-21B945738894}" dt="2025-12-29T11:55:56.553" v="296" actId="20577"/>
        <pc:sldMkLst>
          <pc:docMk/>
          <pc:sldMk cId="879448535" sldId="325"/>
        </pc:sldMkLst>
        <pc:spChg chg="mod">
          <ac:chgData name="Parth Modi" userId="S::parth.modi@tatvasoft.com::daa4fcb5-95ba-4aa8-bf2b-a898ea60fc48" providerId="AD" clId="Web-{FAB4778A-DCF3-FB5B-BEA7-21B945738894}" dt="2025-12-29T11:55:56.553" v="296" actId="20577"/>
          <ac:spMkLst>
            <pc:docMk/>
            <pc:sldMk cId="879448535" sldId="325"/>
            <ac:spMk id="3" creationId="{11EB7396-80E7-004E-55D3-FF97F4F9B883}"/>
          </ac:spMkLst>
        </pc:spChg>
      </pc:sldChg>
      <pc:sldChg chg="modSp">
        <pc:chgData name="Parth Modi" userId="S::parth.modi@tatvasoft.com::daa4fcb5-95ba-4aa8-bf2b-a898ea60fc48" providerId="AD" clId="Web-{FAB4778A-DCF3-FB5B-BEA7-21B945738894}" dt="2025-12-29T11:39:46.857" v="174"/>
        <pc:sldMkLst>
          <pc:docMk/>
          <pc:sldMk cId="3940549905" sldId="326"/>
        </pc:sldMkLst>
        <pc:spChg chg="mod">
          <ac:chgData name="Parth Modi" userId="S::parth.modi@tatvasoft.com::daa4fcb5-95ba-4aa8-bf2b-a898ea60fc48" providerId="AD" clId="Web-{FAB4778A-DCF3-FB5B-BEA7-21B945738894}" dt="2025-12-29T11:39:46.857" v="174"/>
          <ac:spMkLst>
            <pc:docMk/>
            <pc:sldMk cId="3940549905" sldId="326"/>
            <ac:spMk id="3" creationId="{9A24CDF4-F578-F161-DEEF-6C1B067E58E6}"/>
          </ac:spMkLst>
        </pc:spChg>
      </pc:sldChg>
      <pc:sldChg chg="modSp">
        <pc:chgData name="Parth Modi" userId="S::parth.modi@tatvasoft.com::daa4fcb5-95ba-4aa8-bf2b-a898ea60fc48" providerId="AD" clId="Web-{FAB4778A-DCF3-FB5B-BEA7-21B945738894}" dt="2025-12-29T11:40:11.404" v="176"/>
        <pc:sldMkLst>
          <pc:docMk/>
          <pc:sldMk cId="1974782384" sldId="327"/>
        </pc:sldMkLst>
        <pc:spChg chg="mod">
          <ac:chgData name="Parth Modi" userId="S::parth.modi@tatvasoft.com::daa4fcb5-95ba-4aa8-bf2b-a898ea60fc48" providerId="AD" clId="Web-{FAB4778A-DCF3-FB5B-BEA7-21B945738894}" dt="2025-12-29T11:40:11.404" v="176"/>
          <ac:spMkLst>
            <pc:docMk/>
            <pc:sldMk cId="1974782384" sldId="327"/>
            <ac:spMk id="3" creationId="{929F01E8-1FF9-D304-369B-DA15C69071A0}"/>
          </ac:spMkLst>
        </pc:spChg>
      </pc:sldChg>
      <pc:sldChg chg="delSp modSp">
        <pc:chgData name="Parth Modi" userId="S::parth.modi@tatvasoft.com::daa4fcb5-95ba-4aa8-bf2b-a898ea60fc48" providerId="AD" clId="Web-{FAB4778A-DCF3-FB5B-BEA7-21B945738894}" dt="2025-12-29T11:40:31.701" v="182" actId="20577"/>
        <pc:sldMkLst>
          <pc:docMk/>
          <pc:sldMk cId="3696919657" sldId="329"/>
        </pc:sldMkLst>
        <pc:spChg chg="mod">
          <ac:chgData name="Parth Modi" userId="S::parth.modi@tatvasoft.com::daa4fcb5-95ba-4aa8-bf2b-a898ea60fc48" providerId="AD" clId="Web-{FAB4778A-DCF3-FB5B-BEA7-21B945738894}" dt="2025-12-29T11:40:31.701" v="182" actId="20577"/>
          <ac:spMkLst>
            <pc:docMk/>
            <pc:sldMk cId="3696919657" sldId="329"/>
            <ac:spMk id="3" creationId="{0819A92A-76C1-EEC9-EAD9-006161706E17}"/>
          </ac:spMkLst>
        </pc:spChg>
        <pc:spChg chg="mod">
          <ac:chgData name="Parth Modi" userId="S::parth.modi@tatvasoft.com::daa4fcb5-95ba-4aa8-bf2b-a898ea60fc48" providerId="AD" clId="Web-{FAB4778A-DCF3-FB5B-BEA7-21B945738894}" dt="2025-12-29T11:33:28.910" v="137" actId="14100"/>
          <ac:spMkLst>
            <pc:docMk/>
            <pc:sldMk cId="3696919657" sldId="329"/>
            <ac:spMk id="4" creationId="{E80B6FA8-A9F8-028C-173D-DC62670D2E6D}"/>
          </ac:spMkLst>
        </pc:spChg>
        <pc:spChg chg="mod">
          <ac:chgData name="Parth Modi" userId="S::parth.modi@tatvasoft.com::daa4fcb5-95ba-4aa8-bf2b-a898ea60fc48" providerId="AD" clId="Web-{FAB4778A-DCF3-FB5B-BEA7-21B945738894}" dt="2025-12-29T11:34:24.412" v="149" actId="1076"/>
          <ac:spMkLst>
            <pc:docMk/>
            <pc:sldMk cId="3696919657" sldId="329"/>
            <ac:spMk id="6" creationId="{FD027229-2443-2AB8-B662-39C17E221572}"/>
          </ac:spMkLst>
        </pc:spChg>
      </pc:sldChg>
      <pc:sldChg chg="modSp">
        <pc:chgData name="Parth Modi" userId="S::parth.modi@tatvasoft.com::daa4fcb5-95ba-4aa8-bf2b-a898ea60fc48" providerId="AD" clId="Web-{FAB4778A-DCF3-FB5B-BEA7-21B945738894}" dt="2025-12-29T11:56:06.975" v="300"/>
        <pc:sldMkLst>
          <pc:docMk/>
          <pc:sldMk cId="2165488476" sldId="332"/>
        </pc:sldMkLst>
        <pc:spChg chg="mod">
          <ac:chgData name="Parth Modi" userId="S::parth.modi@tatvasoft.com::daa4fcb5-95ba-4aa8-bf2b-a898ea60fc48" providerId="AD" clId="Web-{FAB4778A-DCF3-FB5B-BEA7-21B945738894}" dt="2025-12-29T11:56:06.975" v="300"/>
          <ac:spMkLst>
            <pc:docMk/>
            <pc:sldMk cId="2165488476" sldId="332"/>
            <ac:spMk id="3" creationId="{FA8826EF-9593-51C9-97B9-A134BBD0814F}"/>
          </ac:spMkLst>
        </pc:spChg>
      </pc:sldChg>
      <pc:sldChg chg="modSp">
        <pc:chgData name="Parth Modi" userId="S::parth.modi@tatvasoft.com::daa4fcb5-95ba-4aa8-bf2b-a898ea60fc48" providerId="AD" clId="Web-{FAB4778A-DCF3-FB5B-BEA7-21B945738894}" dt="2025-12-29T12:57:09.151" v="800" actId="14100"/>
        <pc:sldMkLst>
          <pc:docMk/>
          <pc:sldMk cId="793104970" sldId="336"/>
        </pc:sldMkLst>
        <pc:spChg chg="mod">
          <ac:chgData name="Parth Modi" userId="S::parth.modi@tatvasoft.com::daa4fcb5-95ba-4aa8-bf2b-a898ea60fc48" providerId="AD" clId="Web-{FAB4778A-DCF3-FB5B-BEA7-21B945738894}" dt="2025-12-29T12:57:09.151" v="800" actId="14100"/>
          <ac:spMkLst>
            <pc:docMk/>
            <pc:sldMk cId="793104970" sldId="336"/>
            <ac:spMk id="3" creationId="{FC27E650-5065-647F-966A-6C4775F45B2B}"/>
          </ac:spMkLst>
        </pc:spChg>
        <pc:spChg chg="mod">
          <ac:chgData name="Parth Modi" userId="S::parth.modi@tatvasoft.com::daa4fcb5-95ba-4aa8-bf2b-a898ea60fc48" providerId="AD" clId="Web-{FAB4778A-DCF3-FB5B-BEA7-21B945738894}" dt="2025-12-29T12:38:02.606" v="677" actId="20577"/>
          <ac:spMkLst>
            <pc:docMk/>
            <pc:sldMk cId="793104970" sldId="336"/>
            <ac:spMk id="4" creationId="{0720E8C0-7476-DBAF-BD88-FDA529A1E1D0}"/>
          </ac:spMkLst>
        </pc:spChg>
      </pc:sldChg>
      <pc:sldChg chg="modSp">
        <pc:chgData name="Parth Modi" userId="S::parth.modi@tatvasoft.com::daa4fcb5-95ba-4aa8-bf2b-a898ea60fc48" providerId="AD" clId="Web-{FAB4778A-DCF3-FB5B-BEA7-21B945738894}" dt="2025-12-29T11:40:18.716" v="178" actId="20577"/>
        <pc:sldMkLst>
          <pc:docMk/>
          <pc:sldMk cId="2216914143" sldId="337"/>
        </pc:sldMkLst>
        <pc:spChg chg="mod">
          <ac:chgData name="Parth Modi" userId="S::parth.modi@tatvasoft.com::daa4fcb5-95ba-4aa8-bf2b-a898ea60fc48" providerId="AD" clId="Web-{FAB4778A-DCF3-FB5B-BEA7-21B945738894}" dt="2025-12-29T11:14:20.456" v="5" actId="1076"/>
          <ac:spMkLst>
            <pc:docMk/>
            <pc:sldMk cId="2216914143" sldId="337"/>
            <ac:spMk id="2" creationId="{3D9CA3D9-04A2-A977-9C7C-FF35FA4C5FC9}"/>
          </ac:spMkLst>
        </pc:spChg>
        <pc:spChg chg="mod">
          <ac:chgData name="Parth Modi" userId="S::parth.modi@tatvasoft.com::daa4fcb5-95ba-4aa8-bf2b-a898ea60fc48" providerId="AD" clId="Web-{FAB4778A-DCF3-FB5B-BEA7-21B945738894}" dt="2025-12-29T11:40:18.716" v="178" actId="20577"/>
          <ac:spMkLst>
            <pc:docMk/>
            <pc:sldMk cId="2216914143" sldId="337"/>
            <ac:spMk id="3" creationId="{11A50679-381D-DAC1-92F3-3017C2710315}"/>
          </ac:spMkLst>
        </pc:spChg>
        <pc:spChg chg="mod">
          <ac:chgData name="Parth Modi" userId="S::parth.modi@tatvasoft.com::daa4fcb5-95ba-4aa8-bf2b-a898ea60fc48" providerId="AD" clId="Web-{FAB4778A-DCF3-FB5B-BEA7-21B945738894}" dt="2025-12-29T11:18:29.384" v="47" actId="20577"/>
          <ac:spMkLst>
            <pc:docMk/>
            <pc:sldMk cId="2216914143" sldId="337"/>
            <ac:spMk id="5" creationId="{3B153CE6-54A2-C27D-E391-7A9D55DEC5C1}"/>
          </ac:spMkLst>
        </pc:spChg>
      </pc:sldChg>
      <pc:sldChg chg="addSp delSp modSp add replId">
        <pc:chgData name="Parth Modi" userId="S::parth.modi@tatvasoft.com::daa4fcb5-95ba-4aa8-bf2b-a898ea60fc48" providerId="AD" clId="Web-{FAB4778A-DCF3-FB5B-BEA7-21B945738894}" dt="2025-12-29T11:40:26.763" v="180" actId="20577"/>
        <pc:sldMkLst>
          <pc:docMk/>
          <pc:sldMk cId="3612933318" sldId="339"/>
        </pc:sldMkLst>
        <pc:spChg chg="mod">
          <ac:chgData name="Parth Modi" userId="S::parth.modi@tatvasoft.com::daa4fcb5-95ba-4aa8-bf2b-a898ea60fc48" providerId="AD" clId="Web-{FAB4778A-DCF3-FB5B-BEA7-21B945738894}" dt="2025-12-29T11:22:16.152" v="55" actId="20577"/>
          <ac:spMkLst>
            <pc:docMk/>
            <pc:sldMk cId="3612933318" sldId="339"/>
            <ac:spMk id="2" creationId="{A58B118F-E1E7-EC25-B172-99AA8E1618BB}"/>
          </ac:spMkLst>
        </pc:spChg>
        <pc:spChg chg="mod">
          <ac:chgData name="Parth Modi" userId="S::parth.modi@tatvasoft.com::daa4fcb5-95ba-4aa8-bf2b-a898ea60fc48" providerId="AD" clId="Web-{FAB4778A-DCF3-FB5B-BEA7-21B945738894}" dt="2025-12-29T11:40:26.763" v="180" actId="20577"/>
          <ac:spMkLst>
            <pc:docMk/>
            <pc:sldMk cId="3612933318" sldId="339"/>
            <ac:spMk id="3" creationId="{89EE2CD2-C12C-5492-01D0-8529801F3DF3}"/>
          </ac:spMkLst>
        </pc:spChg>
        <pc:spChg chg="mod">
          <ac:chgData name="Parth Modi" userId="S::parth.modi@tatvasoft.com::daa4fcb5-95ba-4aa8-bf2b-a898ea60fc48" providerId="AD" clId="Web-{FAB4778A-DCF3-FB5B-BEA7-21B945738894}" dt="2025-12-29T11:24:20.372" v="72" actId="1076"/>
          <ac:spMkLst>
            <pc:docMk/>
            <pc:sldMk cId="3612933318" sldId="339"/>
            <ac:spMk id="6" creationId="{97BF1B77-BBB6-770A-2AF6-663BB9BACF90}"/>
          </ac:spMkLst>
        </pc:spChg>
        <pc:spChg chg="mod">
          <ac:chgData name="Parth Modi" userId="S::parth.modi@tatvasoft.com::daa4fcb5-95ba-4aa8-bf2b-a898ea60fc48" providerId="AD" clId="Web-{FAB4778A-DCF3-FB5B-BEA7-21B945738894}" dt="2025-12-29T11:24:20.388" v="73" actId="1076"/>
          <ac:spMkLst>
            <pc:docMk/>
            <pc:sldMk cId="3612933318" sldId="339"/>
            <ac:spMk id="7" creationId="{C07B4C22-D06D-4CB5-37B3-34813A6791C6}"/>
          </ac:spMkLst>
        </pc:spChg>
        <pc:spChg chg="add mod">
          <ac:chgData name="Parth Modi" userId="S::parth.modi@tatvasoft.com::daa4fcb5-95ba-4aa8-bf2b-a898ea60fc48" providerId="AD" clId="Web-{FAB4778A-DCF3-FB5B-BEA7-21B945738894}" dt="2025-12-29T11:26:12.405" v="85" actId="20577"/>
          <ac:spMkLst>
            <pc:docMk/>
            <pc:sldMk cId="3612933318" sldId="339"/>
            <ac:spMk id="8" creationId="{CCEF350C-B715-7E24-F779-289E652BA479}"/>
          </ac:spMkLst>
        </pc:spChg>
      </pc:sldChg>
      <pc:sldChg chg="addSp delSp modSp add replId">
        <pc:chgData name="Parth Modi" userId="S::parth.modi@tatvasoft.com::daa4fcb5-95ba-4aa8-bf2b-a898ea60fc48" providerId="AD" clId="Web-{FAB4778A-DCF3-FB5B-BEA7-21B945738894}" dt="2025-12-29T11:48:22.229" v="274" actId="20577"/>
        <pc:sldMkLst>
          <pc:docMk/>
          <pc:sldMk cId="3606084440" sldId="340"/>
        </pc:sldMkLst>
        <pc:spChg chg="add mod">
          <ac:chgData name="Parth Modi" userId="S::parth.modi@tatvasoft.com::daa4fcb5-95ba-4aa8-bf2b-a898ea60fc48" providerId="AD" clId="Web-{FAB4778A-DCF3-FB5B-BEA7-21B945738894}" dt="2025-12-29T11:48:22.229" v="274" actId="20577"/>
          <ac:spMkLst>
            <pc:docMk/>
            <pc:sldMk cId="3606084440" sldId="340"/>
            <ac:spMk id="2" creationId="{634794CD-F43A-019F-A79E-1E7A2DE9B6B7}"/>
          </ac:spMkLst>
        </pc:spChg>
        <pc:spChg chg="mod">
          <ac:chgData name="Parth Modi" userId="S::parth.modi@tatvasoft.com::daa4fcb5-95ba-4aa8-bf2b-a898ea60fc48" providerId="AD" clId="Web-{FAB4778A-DCF3-FB5B-BEA7-21B945738894}" dt="2025-12-29T11:41:12.639" v="191" actId="20577"/>
          <ac:spMkLst>
            <pc:docMk/>
            <pc:sldMk cId="3606084440" sldId="340"/>
            <ac:spMk id="3" creationId="{923BDCC5-670B-1F4D-57C5-6E2B4AE3F27F}"/>
          </ac:spMkLst>
        </pc:spChg>
        <pc:spChg chg="mod">
          <ac:chgData name="Parth Modi" userId="S::parth.modi@tatvasoft.com::daa4fcb5-95ba-4aa8-bf2b-a898ea60fc48" providerId="AD" clId="Web-{FAB4778A-DCF3-FB5B-BEA7-21B945738894}" dt="2025-12-29T11:46:56.224" v="229" actId="20577"/>
          <ac:spMkLst>
            <pc:docMk/>
            <pc:sldMk cId="3606084440" sldId="340"/>
            <ac:spMk id="4" creationId="{2D005E03-60ED-3A6D-0E8A-3A6B48CF3123}"/>
          </ac:spMkLst>
        </pc:spChg>
      </pc:sldChg>
      <pc:sldChg chg="addSp delSp modSp add mod replId setBg setFolMasterObjs">
        <pc:chgData name="Parth Modi" userId="S::parth.modi@tatvasoft.com::daa4fcb5-95ba-4aa8-bf2b-a898ea60fc48" providerId="AD" clId="Web-{FAB4778A-DCF3-FB5B-BEA7-21B945738894}" dt="2025-12-29T12:11:45.857" v="487" actId="14100"/>
        <pc:sldMkLst>
          <pc:docMk/>
          <pc:sldMk cId="4201633774" sldId="341"/>
        </pc:sldMkLst>
        <pc:spChg chg="mod">
          <ac:chgData name="Parth Modi" userId="S::parth.modi@tatvasoft.com::daa4fcb5-95ba-4aa8-bf2b-a898ea60fc48" providerId="AD" clId="Web-{FAB4778A-DCF3-FB5B-BEA7-21B945738894}" dt="2025-12-29T12:00:08.947" v="335" actId="20577"/>
          <ac:spMkLst>
            <pc:docMk/>
            <pc:sldMk cId="4201633774" sldId="341"/>
            <ac:spMk id="3" creationId="{5CD8D812-0FC2-EF8D-F79A-D25E1EFD37AD}"/>
          </ac:spMkLst>
        </pc:spChg>
        <pc:spChg chg="add mod">
          <ac:chgData name="Parth Modi" userId="S::parth.modi@tatvasoft.com::daa4fcb5-95ba-4aa8-bf2b-a898ea60fc48" providerId="AD" clId="Web-{FAB4778A-DCF3-FB5B-BEA7-21B945738894}" dt="2025-12-29T12:03:16.260" v="349" actId="1076"/>
          <ac:spMkLst>
            <pc:docMk/>
            <pc:sldMk cId="4201633774" sldId="341"/>
            <ac:spMk id="7" creationId="{87E591BF-5785-4C2B-E011-818292B5CCE0}"/>
          </ac:spMkLst>
        </pc:spChg>
        <pc:spChg chg="add mod">
          <ac:chgData name="Parth Modi" userId="S::parth.modi@tatvasoft.com::daa4fcb5-95ba-4aa8-bf2b-a898ea60fc48" providerId="AD" clId="Web-{FAB4778A-DCF3-FB5B-BEA7-21B945738894}" dt="2025-12-29T12:11:45.857" v="487" actId="14100"/>
          <ac:spMkLst>
            <pc:docMk/>
            <pc:sldMk cId="4201633774" sldId="341"/>
            <ac:spMk id="13" creationId="{230C7472-BAB3-18CD-8842-1C79E85356BB}"/>
          </ac:spMkLst>
        </pc:spChg>
        <pc:picChg chg="add mod">
          <ac:chgData name="Parth Modi" userId="S::parth.modi@tatvasoft.com::daa4fcb5-95ba-4aa8-bf2b-a898ea60fc48" providerId="AD" clId="Web-{FAB4778A-DCF3-FB5B-BEA7-21B945738894}" dt="2025-12-29T12:10:51.059" v="481" actId="1076"/>
          <ac:picMkLst>
            <pc:docMk/>
            <pc:sldMk cId="4201633774" sldId="341"/>
            <ac:picMk id="15" creationId="{13008E87-F6CD-2C63-60B3-B171C288D1FB}"/>
          </ac:picMkLst>
        </pc:picChg>
        <pc:picChg chg="add mod">
          <ac:chgData name="Parth Modi" userId="S::parth.modi@tatvasoft.com::daa4fcb5-95ba-4aa8-bf2b-a898ea60fc48" providerId="AD" clId="Web-{FAB4778A-DCF3-FB5B-BEA7-21B945738894}" dt="2025-12-29T12:10:53.027" v="482" actId="1076"/>
          <ac:picMkLst>
            <pc:docMk/>
            <pc:sldMk cId="4201633774" sldId="341"/>
            <ac:picMk id="16" creationId="{17CEFE2D-8C71-583A-04C9-1082BAD178C6}"/>
          </ac:picMkLst>
        </pc:picChg>
        <pc:picChg chg="add mod">
          <ac:chgData name="Parth Modi" userId="S::parth.modi@tatvasoft.com::daa4fcb5-95ba-4aa8-bf2b-a898ea60fc48" providerId="AD" clId="Web-{FAB4778A-DCF3-FB5B-BEA7-21B945738894}" dt="2025-12-29T12:11:38.481" v="486" actId="1076"/>
          <ac:picMkLst>
            <pc:docMk/>
            <pc:sldMk cId="4201633774" sldId="341"/>
            <ac:picMk id="17" creationId="{D46A0506-5B7B-F746-0D3E-67B59A911CD5}"/>
          </ac:picMkLst>
        </pc:picChg>
      </pc:sldChg>
      <pc:sldChg chg="addSp delSp modSp add replId">
        <pc:chgData name="Parth Modi" userId="S::parth.modi@tatvasoft.com::daa4fcb5-95ba-4aa8-bf2b-a898ea60fc48" providerId="AD" clId="Web-{FAB4778A-DCF3-FB5B-BEA7-21B945738894}" dt="2025-12-29T12:18:59.387" v="558" actId="1076"/>
        <pc:sldMkLst>
          <pc:docMk/>
          <pc:sldMk cId="1424131652" sldId="342"/>
        </pc:sldMkLst>
        <pc:spChg chg="mod">
          <ac:chgData name="Parth Modi" userId="S::parth.modi@tatvasoft.com::daa4fcb5-95ba-4aa8-bf2b-a898ea60fc48" providerId="AD" clId="Web-{FAB4778A-DCF3-FB5B-BEA7-21B945738894}" dt="2025-12-29T12:18:49.214" v="554" actId="1076"/>
          <ac:spMkLst>
            <pc:docMk/>
            <pc:sldMk cId="1424131652" sldId="342"/>
            <ac:spMk id="13" creationId="{531B598C-B1BF-7620-E175-43A832403A3E}"/>
          </ac:spMkLst>
        </pc:spChg>
        <pc:picChg chg="add mod">
          <ac:chgData name="Parth Modi" userId="S::parth.modi@tatvasoft.com::daa4fcb5-95ba-4aa8-bf2b-a898ea60fc48" providerId="AD" clId="Web-{FAB4778A-DCF3-FB5B-BEA7-21B945738894}" dt="2025-12-29T12:18:54.714" v="556" actId="1076"/>
          <ac:picMkLst>
            <pc:docMk/>
            <pc:sldMk cId="1424131652" sldId="342"/>
            <ac:picMk id="2" creationId="{EE99CD9B-DFB1-DDEF-3D48-39CA9EC2694D}"/>
          </ac:picMkLst>
        </pc:picChg>
        <pc:picChg chg="add mod">
          <ac:chgData name="Parth Modi" userId="S::parth.modi@tatvasoft.com::daa4fcb5-95ba-4aa8-bf2b-a898ea60fc48" providerId="AD" clId="Web-{FAB4778A-DCF3-FB5B-BEA7-21B945738894}" dt="2025-12-29T12:18:52.527" v="555" actId="1076"/>
          <ac:picMkLst>
            <pc:docMk/>
            <pc:sldMk cId="1424131652" sldId="342"/>
            <ac:picMk id="4" creationId="{F27937B1-2E10-C247-7B91-13AEFF22AB88}"/>
          </ac:picMkLst>
        </pc:picChg>
        <pc:picChg chg="add mod">
          <ac:chgData name="Parth Modi" userId="S::parth.modi@tatvasoft.com::daa4fcb5-95ba-4aa8-bf2b-a898ea60fc48" providerId="AD" clId="Web-{FAB4778A-DCF3-FB5B-BEA7-21B945738894}" dt="2025-12-29T12:18:57.480" v="557" actId="1076"/>
          <ac:picMkLst>
            <pc:docMk/>
            <pc:sldMk cId="1424131652" sldId="342"/>
            <ac:picMk id="5" creationId="{28F9E8DA-375A-525D-5254-338C32CEE38F}"/>
          </ac:picMkLst>
        </pc:picChg>
        <pc:picChg chg="add mod">
          <ac:chgData name="Parth Modi" userId="S::parth.modi@tatvasoft.com::daa4fcb5-95ba-4aa8-bf2b-a898ea60fc48" providerId="AD" clId="Web-{FAB4778A-DCF3-FB5B-BEA7-21B945738894}" dt="2025-12-29T12:18:59.387" v="558" actId="1076"/>
          <ac:picMkLst>
            <pc:docMk/>
            <pc:sldMk cId="1424131652" sldId="342"/>
            <ac:picMk id="6" creationId="{FE6C9FC5-01B8-5AEC-D5AC-7C61F5114414}"/>
          </ac:picMkLst>
        </pc:picChg>
      </pc:sldChg>
      <pc:sldChg chg="addSp delSp modSp add replId">
        <pc:chgData name="Parth Modi" userId="S::parth.modi@tatvasoft.com::daa4fcb5-95ba-4aa8-bf2b-a898ea60fc48" providerId="AD" clId="Web-{FAB4778A-DCF3-FB5B-BEA7-21B945738894}" dt="2025-12-29T12:24:13.935" v="619" actId="14100"/>
        <pc:sldMkLst>
          <pc:docMk/>
          <pc:sldMk cId="229888501" sldId="343"/>
        </pc:sldMkLst>
        <pc:spChg chg="mod">
          <ac:chgData name="Parth Modi" userId="S::parth.modi@tatvasoft.com::daa4fcb5-95ba-4aa8-bf2b-a898ea60fc48" providerId="AD" clId="Web-{FAB4778A-DCF3-FB5B-BEA7-21B945738894}" dt="2025-12-29T12:23:50.418" v="611" actId="20577"/>
          <ac:spMkLst>
            <pc:docMk/>
            <pc:sldMk cId="229888501" sldId="343"/>
            <ac:spMk id="13" creationId="{2BBA7E03-FF26-70ED-152C-E62B1B0AB911}"/>
          </ac:spMkLst>
        </pc:spChg>
        <pc:picChg chg="add mod">
          <ac:chgData name="Parth Modi" userId="S::parth.modi@tatvasoft.com::daa4fcb5-95ba-4aa8-bf2b-a898ea60fc48" providerId="AD" clId="Web-{FAB4778A-DCF3-FB5B-BEA7-21B945738894}" dt="2025-12-29T12:24:06.794" v="617" actId="1076"/>
          <ac:picMkLst>
            <pc:docMk/>
            <pc:sldMk cId="229888501" sldId="343"/>
            <ac:picMk id="8" creationId="{BCB27483-FBAA-CDEC-514E-6DC885636761}"/>
          </ac:picMkLst>
        </pc:picChg>
        <pc:picChg chg="add mod">
          <ac:chgData name="Parth Modi" userId="S::parth.modi@tatvasoft.com::daa4fcb5-95ba-4aa8-bf2b-a898ea60fc48" providerId="AD" clId="Web-{FAB4778A-DCF3-FB5B-BEA7-21B945738894}" dt="2025-12-29T12:23:57.919" v="615" actId="14100"/>
          <ac:picMkLst>
            <pc:docMk/>
            <pc:sldMk cId="229888501" sldId="343"/>
            <ac:picMk id="9" creationId="{AB426E63-862B-4D70-DCAB-1F7B2C68B5A8}"/>
          </ac:picMkLst>
        </pc:picChg>
        <pc:picChg chg="add mod">
          <ac:chgData name="Parth Modi" userId="S::parth.modi@tatvasoft.com::daa4fcb5-95ba-4aa8-bf2b-a898ea60fc48" providerId="AD" clId="Web-{FAB4778A-DCF3-FB5B-BEA7-21B945738894}" dt="2025-12-29T12:24:13.935" v="619" actId="14100"/>
          <ac:picMkLst>
            <pc:docMk/>
            <pc:sldMk cId="229888501" sldId="343"/>
            <ac:picMk id="10" creationId="{3D95A20B-AC03-A99F-7623-59B20BFF4698}"/>
          </ac:picMkLst>
        </pc:picChg>
      </pc:sldChg>
      <pc:sldChg chg="addSp delSp modSp add replId">
        <pc:chgData name="Parth Modi" userId="S::parth.modi@tatvasoft.com::daa4fcb5-95ba-4aa8-bf2b-a898ea60fc48" providerId="AD" clId="Web-{FAB4778A-DCF3-FB5B-BEA7-21B945738894}" dt="2025-12-29T12:45:10.825" v="728" actId="1076"/>
        <pc:sldMkLst>
          <pc:docMk/>
          <pc:sldMk cId="2996784984" sldId="344"/>
        </pc:sldMkLst>
        <pc:spChg chg="mod">
          <ac:chgData name="Parth Modi" userId="S::parth.modi@tatvasoft.com::daa4fcb5-95ba-4aa8-bf2b-a898ea60fc48" providerId="AD" clId="Web-{FAB4778A-DCF3-FB5B-BEA7-21B945738894}" dt="2025-12-29T12:43:50.167" v="721" actId="20577"/>
          <ac:spMkLst>
            <pc:docMk/>
            <pc:sldMk cId="2996784984" sldId="344"/>
            <ac:spMk id="13" creationId="{82D2639D-7F29-AA2A-2C3A-D42D27992D90}"/>
          </ac:spMkLst>
        </pc:spChg>
        <pc:picChg chg="add mod">
          <ac:chgData name="Parth Modi" userId="S::parth.modi@tatvasoft.com::daa4fcb5-95ba-4aa8-bf2b-a898ea60fc48" providerId="AD" clId="Web-{FAB4778A-DCF3-FB5B-BEA7-21B945738894}" dt="2025-12-29T12:43:47.557" v="718" actId="1076"/>
          <ac:picMkLst>
            <pc:docMk/>
            <pc:sldMk cId="2996784984" sldId="344"/>
            <ac:picMk id="2" creationId="{2A276025-F1C2-3112-4FFD-56244EE71880}"/>
          </ac:picMkLst>
        </pc:picChg>
        <pc:picChg chg="add mod">
          <ac:chgData name="Parth Modi" userId="S::parth.modi@tatvasoft.com::daa4fcb5-95ba-4aa8-bf2b-a898ea60fc48" providerId="AD" clId="Web-{FAB4778A-DCF3-FB5B-BEA7-21B945738894}" dt="2025-12-29T12:44:40.996" v="723" actId="1076"/>
          <ac:picMkLst>
            <pc:docMk/>
            <pc:sldMk cId="2996784984" sldId="344"/>
            <ac:picMk id="4" creationId="{61106A9F-2650-C188-7520-0F9F671F2370}"/>
          </ac:picMkLst>
        </pc:picChg>
        <pc:picChg chg="add mod">
          <ac:chgData name="Parth Modi" userId="S::parth.modi@tatvasoft.com::daa4fcb5-95ba-4aa8-bf2b-a898ea60fc48" providerId="AD" clId="Web-{FAB4778A-DCF3-FB5B-BEA7-21B945738894}" dt="2025-12-29T12:45:10.825" v="728" actId="1076"/>
          <ac:picMkLst>
            <pc:docMk/>
            <pc:sldMk cId="2996784984" sldId="344"/>
            <ac:picMk id="5" creationId="{D1E5796D-80EB-2ECE-AA60-1C2CC83C4C89}"/>
          </ac:picMkLst>
        </pc:picChg>
      </pc:sldChg>
      <pc:sldChg chg="addSp delSp modSp add replId">
        <pc:chgData name="Parth Modi" userId="S::parth.modi@tatvasoft.com::daa4fcb5-95ba-4aa8-bf2b-a898ea60fc48" providerId="AD" clId="Web-{FAB4778A-DCF3-FB5B-BEA7-21B945738894}" dt="2025-12-29T12:53:21.654" v="780" actId="1076"/>
        <pc:sldMkLst>
          <pc:docMk/>
          <pc:sldMk cId="964591337" sldId="345"/>
        </pc:sldMkLst>
        <pc:spChg chg="mod">
          <ac:chgData name="Parth Modi" userId="S::parth.modi@tatvasoft.com::daa4fcb5-95ba-4aa8-bf2b-a898ea60fc48" providerId="AD" clId="Web-{FAB4778A-DCF3-FB5B-BEA7-21B945738894}" dt="2025-12-29T12:53:13.372" v="777" actId="20577"/>
          <ac:spMkLst>
            <pc:docMk/>
            <pc:sldMk cId="964591337" sldId="345"/>
            <ac:spMk id="13" creationId="{46367D4A-2680-94D3-C1CE-B72565EEC314}"/>
          </ac:spMkLst>
        </pc:spChg>
        <pc:picChg chg="add mod">
          <ac:chgData name="Parth Modi" userId="S::parth.modi@tatvasoft.com::daa4fcb5-95ba-4aa8-bf2b-a898ea60fc48" providerId="AD" clId="Web-{FAB4778A-DCF3-FB5B-BEA7-21B945738894}" dt="2025-12-29T12:53:21.654" v="780" actId="1076"/>
          <ac:picMkLst>
            <pc:docMk/>
            <pc:sldMk cId="964591337" sldId="345"/>
            <ac:picMk id="6" creationId="{2F084944-D0A2-EC11-84AD-7A5843492D18}"/>
          </ac:picMkLst>
        </pc:picChg>
        <pc:picChg chg="add mod">
          <ac:chgData name="Parth Modi" userId="S::parth.modi@tatvasoft.com::daa4fcb5-95ba-4aa8-bf2b-a898ea60fc48" providerId="AD" clId="Web-{FAB4778A-DCF3-FB5B-BEA7-21B945738894}" dt="2025-12-29T12:53:16.732" v="778" actId="1076"/>
          <ac:picMkLst>
            <pc:docMk/>
            <pc:sldMk cId="964591337" sldId="345"/>
            <ac:picMk id="7" creationId="{AB64FFBF-A07A-283A-E8F8-39B71C4590EB}"/>
          </ac:picMkLst>
        </pc:picChg>
        <pc:picChg chg="add mod">
          <ac:chgData name="Parth Modi" userId="S::parth.modi@tatvasoft.com::daa4fcb5-95ba-4aa8-bf2b-a898ea60fc48" providerId="AD" clId="Web-{FAB4778A-DCF3-FB5B-BEA7-21B945738894}" dt="2025-12-29T12:51:41.394" v="760" actId="1076"/>
          <ac:picMkLst>
            <pc:docMk/>
            <pc:sldMk cId="964591337" sldId="345"/>
            <ac:picMk id="8" creationId="{CF34ECD3-BF89-B590-C3AD-58F00C0D5EE2}"/>
          </ac:picMkLst>
        </pc:picChg>
      </pc:sldChg>
      <pc:sldChg chg="addSp modSp add replId">
        <pc:chgData name="Parth Modi" userId="S::parth.modi@tatvasoft.com::daa4fcb5-95ba-4aa8-bf2b-a898ea60fc48" providerId="AD" clId="Web-{FAB4778A-DCF3-FB5B-BEA7-21B945738894}" dt="2025-12-29T12:59:43.253" v="828"/>
        <pc:sldMkLst>
          <pc:docMk/>
          <pc:sldMk cId="4049166556" sldId="346"/>
        </pc:sldMkLst>
        <pc:spChg chg="mod">
          <ac:chgData name="Parth Modi" userId="S::parth.modi@tatvasoft.com::daa4fcb5-95ba-4aa8-bf2b-a898ea60fc48" providerId="AD" clId="Web-{FAB4778A-DCF3-FB5B-BEA7-21B945738894}" dt="2025-12-29T12:56:47.463" v="791" actId="14100"/>
          <ac:spMkLst>
            <pc:docMk/>
            <pc:sldMk cId="4049166556" sldId="346"/>
            <ac:spMk id="3" creationId="{4F3E853E-50CB-6A27-3AB9-17F07821EC8D}"/>
          </ac:spMkLst>
        </pc:spChg>
        <pc:spChg chg="mod">
          <ac:chgData name="Parth Modi" userId="S::parth.modi@tatvasoft.com::daa4fcb5-95ba-4aa8-bf2b-a898ea60fc48" providerId="AD" clId="Web-{FAB4778A-DCF3-FB5B-BEA7-21B945738894}" dt="2025-12-29T12:57:54.387" v="820" actId="20577"/>
          <ac:spMkLst>
            <pc:docMk/>
            <pc:sldMk cId="4049166556" sldId="346"/>
            <ac:spMk id="4" creationId="{12B87D27-7B8B-A5B4-5BBA-63F92A8CEEC3}"/>
          </ac:spMkLst>
        </pc:spChg>
        <pc:picChg chg="add mod">
          <ac:chgData name="Parth Modi" userId="S::parth.modi@tatvasoft.com::daa4fcb5-95ba-4aa8-bf2b-a898ea60fc48" providerId="AD" clId="Web-{FAB4778A-DCF3-FB5B-BEA7-21B945738894}" dt="2025-12-29T12:58:37.920" v="823" actId="14100"/>
          <ac:picMkLst>
            <pc:docMk/>
            <pc:sldMk cId="4049166556" sldId="346"/>
            <ac:picMk id="2" creationId="{0851053C-75CA-B4E5-47A8-41B1077C349A}"/>
          </ac:picMkLst>
        </pc:picChg>
        <pc:picChg chg="add mod">
          <ac:chgData name="Parth Modi" userId="S::parth.modi@tatvasoft.com::daa4fcb5-95ba-4aa8-bf2b-a898ea60fc48" providerId="AD" clId="Web-{FAB4778A-DCF3-FB5B-BEA7-21B945738894}" dt="2025-12-29T12:59:43.253" v="828"/>
          <ac:picMkLst>
            <pc:docMk/>
            <pc:sldMk cId="4049166556" sldId="346"/>
            <ac:picMk id="5" creationId="{45C33EBF-D6F4-3A14-3ED8-01FF952BD04D}"/>
          </ac:picMkLst>
        </pc:picChg>
      </pc:sldChg>
    </pc:docChg>
  </pc:docChgLst>
  <pc:docChgLst>
    <pc:chgData name="Parth Modi" userId="S::parth.modi@tatvasoft.com::daa4fcb5-95ba-4aa8-bf2b-a898ea60fc48" providerId="AD" clId="Web-{C8B3E9FD-4B3A-AA8B-538A-7CCCFFD256F9}"/>
    <pc:docChg chg="addSld modSld">
      <pc:chgData name="Parth Modi" userId="S::parth.modi@tatvasoft.com::daa4fcb5-95ba-4aa8-bf2b-a898ea60fc48" providerId="AD" clId="Web-{C8B3E9FD-4B3A-AA8B-538A-7CCCFFD256F9}" dt="2025-12-29T11:13:23.879" v="165" actId="1076"/>
      <pc:docMkLst>
        <pc:docMk/>
      </pc:docMkLst>
      <pc:sldChg chg="modSp">
        <pc:chgData name="Parth Modi" userId="S::parth.modi@tatvasoft.com::daa4fcb5-95ba-4aa8-bf2b-a898ea60fc48" providerId="AD" clId="Web-{C8B3E9FD-4B3A-AA8B-538A-7CCCFFD256F9}" dt="2025-12-29T10:43:44.888" v="8" actId="20577"/>
        <pc:sldMkLst>
          <pc:docMk/>
          <pc:sldMk cId="3610702949" sldId="299"/>
        </pc:sldMkLst>
        <pc:spChg chg="mod">
          <ac:chgData name="Parth Modi" userId="S::parth.modi@tatvasoft.com::daa4fcb5-95ba-4aa8-bf2b-a898ea60fc48" providerId="AD" clId="Web-{C8B3E9FD-4B3A-AA8B-538A-7CCCFFD256F9}" dt="2025-12-29T10:43:44.888" v="8" actId="20577"/>
          <ac:spMkLst>
            <pc:docMk/>
            <pc:sldMk cId="3610702949" sldId="299"/>
            <ac:spMk id="2" creationId="{9818273A-033E-22FC-1600-18C371CDD49F}"/>
          </ac:spMkLst>
        </pc:spChg>
      </pc:sldChg>
      <pc:sldChg chg="modSp">
        <pc:chgData name="Parth Modi" userId="S::parth.modi@tatvasoft.com::daa4fcb5-95ba-4aa8-bf2b-a898ea60fc48" providerId="AD" clId="Web-{C8B3E9FD-4B3A-AA8B-538A-7CCCFFD256F9}" dt="2025-12-29T10:46:20.204" v="24" actId="1076"/>
        <pc:sldMkLst>
          <pc:docMk/>
          <pc:sldMk cId="2182333227" sldId="300"/>
        </pc:sldMkLst>
        <pc:spChg chg="mod">
          <ac:chgData name="Parth Modi" userId="S::parth.modi@tatvasoft.com::daa4fcb5-95ba-4aa8-bf2b-a898ea60fc48" providerId="AD" clId="Web-{C8B3E9FD-4B3A-AA8B-538A-7CCCFFD256F9}" dt="2025-12-29T10:46:20.204" v="24" actId="1076"/>
          <ac:spMkLst>
            <pc:docMk/>
            <pc:sldMk cId="2182333227" sldId="300"/>
            <ac:spMk id="2" creationId="{6BD8D2E6-41C6-CBA5-4F04-30EA59B309C8}"/>
          </ac:spMkLst>
        </pc:spChg>
      </pc:sldChg>
      <pc:sldChg chg="addSp delSp modSp">
        <pc:chgData name="Parth Modi" userId="S::parth.modi@tatvasoft.com::daa4fcb5-95ba-4aa8-bf2b-a898ea60fc48" providerId="AD" clId="Web-{C8B3E9FD-4B3A-AA8B-538A-7CCCFFD256F9}" dt="2025-12-29T10:46:03.063" v="21" actId="1076"/>
        <pc:sldMkLst>
          <pc:docMk/>
          <pc:sldMk cId="3703177003" sldId="318"/>
        </pc:sldMkLst>
        <pc:spChg chg="mod">
          <ac:chgData name="Parth Modi" userId="S::parth.modi@tatvasoft.com::daa4fcb5-95ba-4aa8-bf2b-a898ea60fc48" providerId="AD" clId="Web-{C8B3E9FD-4B3A-AA8B-538A-7CCCFFD256F9}" dt="2025-12-29T10:46:03.063" v="21" actId="1076"/>
          <ac:spMkLst>
            <pc:docMk/>
            <pc:sldMk cId="3703177003" sldId="318"/>
            <ac:spMk id="4" creationId="{7BC958F2-2B8D-807E-7CC9-1560837AA38F}"/>
          </ac:spMkLst>
        </pc:spChg>
      </pc:sldChg>
      <pc:sldChg chg="addSp modSp">
        <pc:chgData name="Parth Modi" userId="S::parth.modi@tatvasoft.com::daa4fcb5-95ba-4aa8-bf2b-a898ea60fc48" providerId="AD" clId="Web-{C8B3E9FD-4B3A-AA8B-538A-7CCCFFD256F9}" dt="2025-12-29T10:54:28.924" v="121" actId="1076"/>
        <pc:sldMkLst>
          <pc:docMk/>
          <pc:sldMk cId="2981981520" sldId="319"/>
        </pc:sldMkLst>
        <pc:spChg chg="add mod">
          <ac:chgData name="Parth Modi" userId="S::parth.modi@tatvasoft.com::daa4fcb5-95ba-4aa8-bf2b-a898ea60fc48" providerId="AD" clId="Web-{C8B3E9FD-4B3A-AA8B-538A-7CCCFFD256F9}" dt="2025-12-29T10:54:05.735" v="114" actId="1076"/>
          <ac:spMkLst>
            <pc:docMk/>
            <pc:sldMk cId="2981981520" sldId="319"/>
            <ac:spMk id="2" creationId="{60137F7C-3BF2-F2FD-394A-5E6BBEE76A42}"/>
          </ac:spMkLst>
        </pc:spChg>
        <pc:spChg chg="mod">
          <ac:chgData name="Parth Modi" userId="S::parth.modi@tatvasoft.com::daa4fcb5-95ba-4aa8-bf2b-a898ea60fc48" providerId="AD" clId="Web-{C8B3E9FD-4B3A-AA8B-538A-7CCCFFD256F9}" dt="2025-12-29T10:54:28.909" v="120" actId="1076"/>
          <ac:spMkLst>
            <pc:docMk/>
            <pc:sldMk cId="2981981520" sldId="319"/>
            <ac:spMk id="4" creationId="{1BB1BF5A-E202-A65B-1065-32719C9A989F}"/>
          </ac:spMkLst>
        </pc:spChg>
        <pc:spChg chg="add mod">
          <ac:chgData name="Parth Modi" userId="S::parth.modi@tatvasoft.com::daa4fcb5-95ba-4aa8-bf2b-a898ea60fc48" providerId="AD" clId="Web-{C8B3E9FD-4B3A-AA8B-538A-7CCCFFD256F9}" dt="2025-12-29T10:54:05.735" v="115" actId="1076"/>
          <ac:spMkLst>
            <pc:docMk/>
            <pc:sldMk cId="2981981520" sldId="319"/>
            <ac:spMk id="5" creationId="{3E4DF0D1-A705-3E3F-4172-B928B435A854}"/>
          </ac:spMkLst>
        </pc:spChg>
        <pc:spChg chg="mod">
          <ac:chgData name="Parth Modi" userId="S::parth.modi@tatvasoft.com::daa4fcb5-95ba-4aa8-bf2b-a898ea60fc48" providerId="AD" clId="Web-{C8B3E9FD-4B3A-AA8B-538A-7CCCFFD256F9}" dt="2025-12-29T10:54:28.924" v="121" actId="1076"/>
          <ac:spMkLst>
            <pc:docMk/>
            <pc:sldMk cId="2981981520" sldId="319"/>
            <ac:spMk id="6" creationId="{E6B0096E-CEFD-2447-2F2E-7221496AD6D6}"/>
          </ac:spMkLst>
        </pc:spChg>
        <pc:spChg chg="add mod">
          <ac:chgData name="Parth Modi" userId="S::parth.modi@tatvasoft.com::daa4fcb5-95ba-4aa8-bf2b-a898ea60fc48" providerId="AD" clId="Web-{C8B3E9FD-4B3A-AA8B-538A-7CCCFFD256F9}" dt="2025-12-29T10:53:10.135" v="104" actId="20577"/>
          <ac:spMkLst>
            <pc:docMk/>
            <pc:sldMk cId="2981981520" sldId="319"/>
            <ac:spMk id="7" creationId="{9981A915-35CB-A52E-DE20-1136C8DBB4C2}"/>
          </ac:spMkLst>
        </pc:spChg>
        <pc:spChg chg="mod">
          <ac:chgData name="Parth Modi" userId="S::parth.modi@tatvasoft.com::daa4fcb5-95ba-4aa8-bf2b-a898ea60fc48" providerId="AD" clId="Web-{C8B3E9FD-4B3A-AA8B-538A-7CCCFFD256F9}" dt="2025-12-29T10:54:25.205" v="118" actId="1076"/>
          <ac:spMkLst>
            <pc:docMk/>
            <pc:sldMk cId="2981981520" sldId="319"/>
            <ac:spMk id="8" creationId="{5EF621BD-C67C-698D-2614-15350859F3D7}"/>
          </ac:spMkLst>
        </pc:spChg>
        <pc:spChg chg="mod">
          <ac:chgData name="Parth Modi" userId="S::parth.modi@tatvasoft.com::daa4fcb5-95ba-4aa8-bf2b-a898ea60fc48" providerId="AD" clId="Web-{C8B3E9FD-4B3A-AA8B-538A-7CCCFFD256F9}" dt="2025-12-29T10:54:25.205" v="119" actId="1076"/>
          <ac:spMkLst>
            <pc:docMk/>
            <pc:sldMk cId="2981981520" sldId="319"/>
            <ac:spMk id="9" creationId="{D3D81006-FA4B-E765-1E07-7BBA1CA7213D}"/>
          </ac:spMkLst>
        </pc:spChg>
        <pc:spChg chg="mod">
          <ac:chgData name="Parth Modi" userId="S::parth.modi@tatvasoft.com::daa4fcb5-95ba-4aa8-bf2b-a898ea60fc48" providerId="AD" clId="Web-{C8B3E9FD-4B3A-AA8B-538A-7CCCFFD256F9}" dt="2025-12-29T10:54:20.486" v="116" actId="1076"/>
          <ac:spMkLst>
            <pc:docMk/>
            <pc:sldMk cId="2981981520" sldId="319"/>
            <ac:spMk id="10" creationId="{BA0A8A85-FF7B-34A9-7F33-4314C6626D54}"/>
          </ac:spMkLst>
        </pc:spChg>
        <pc:spChg chg="mod">
          <ac:chgData name="Parth Modi" userId="S::parth.modi@tatvasoft.com::daa4fcb5-95ba-4aa8-bf2b-a898ea60fc48" providerId="AD" clId="Web-{C8B3E9FD-4B3A-AA8B-538A-7CCCFFD256F9}" dt="2025-12-29T10:54:20.502" v="117" actId="1076"/>
          <ac:spMkLst>
            <pc:docMk/>
            <pc:sldMk cId="2981981520" sldId="319"/>
            <ac:spMk id="11" creationId="{882C51FF-7315-0EE0-AB59-E0C0013C2EB3}"/>
          </ac:spMkLst>
        </pc:spChg>
        <pc:spChg chg="add mod">
          <ac:chgData name="Parth Modi" userId="S::parth.modi@tatvasoft.com::daa4fcb5-95ba-4aa8-bf2b-a898ea60fc48" providerId="AD" clId="Web-{C8B3E9FD-4B3A-AA8B-538A-7CCCFFD256F9}" dt="2025-12-29T10:53:51.921" v="113" actId="20577"/>
          <ac:spMkLst>
            <pc:docMk/>
            <pc:sldMk cId="2981981520" sldId="319"/>
            <ac:spMk id="12" creationId="{E1B090F1-0FDF-8AF1-8A0F-9A1AF885F6C2}"/>
          </ac:spMkLst>
        </pc:spChg>
      </pc:sldChg>
      <pc:sldChg chg="modSp">
        <pc:chgData name="Parth Modi" userId="S::parth.modi@tatvasoft.com::daa4fcb5-95ba-4aa8-bf2b-a898ea60fc48" providerId="AD" clId="Web-{C8B3E9FD-4B3A-AA8B-538A-7CCCFFD256F9}" dt="2025-12-29T10:55:48.790" v="134" actId="20577"/>
        <pc:sldMkLst>
          <pc:docMk/>
          <pc:sldMk cId="1336674961" sldId="321"/>
        </pc:sldMkLst>
        <pc:spChg chg="mod">
          <ac:chgData name="Parth Modi" userId="S::parth.modi@tatvasoft.com::daa4fcb5-95ba-4aa8-bf2b-a898ea60fc48" providerId="AD" clId="Web-{C8B3E9FD-4B3A-AA8B-538A-7CCCFFD256F9}" dt="2025-12-29T10:55:48.790" v="134" actId="20577"/>
          <ac:spMkLst>
            <pc:docMk/>
            <pc:sldMk cId="1336674961" sldId="321"/>
            <ac:spMk id="2" creationId="{5BC72502-DA58-25AA-4782-FB036651A055}"/>
          </ac:spMkLst>
        </pc:spChg>
      </pc:sldChg>
      <pc:sldChg chg="modSp add replId">
        <pc:chgData name="Parth Modi" userId="S::parth.modi@tatvasoft.com::daa4fcb5-95ba-4aa8-bf2b-a898ea60fc48" providerId="AD" clId="Web-{C8B3E9FD-4B3A-AA8B-538A-7CCCFFD256F9}" dt="2025-12-29T11:13:23.879" v="165" actId="1076"/>
        <pc:sldMkLst>
          <pc:docMk/>
          <pc:sldMk cId="2216914143" sldId="337"/>
        </pc:sldMkLst>
        <pc:spChg chg="mod">
          <ac:chgData name="Parth Modi" userId="S::parth.modi@tatvasoft.com::daa4fcb5-95ba-4aa8-bf2b-a898ea60fc48" providerId="AD" clId="Web-{C8B3E9FD-4B3A-AA8B-538A-7CCCFFD256F9}" dt="2025-12-29T11:11:54.186" v="149" actId="14100"/>
          <ac:spMkLst>
            <pc:docMk/>
            <pc:sldMk cId="2216914143" sldId="337"/>
            <ac:spMk id="2" creationId="{3D9CA3D9-04A2-A977-9C7C-FF35FA4C5FC9}"/>
          </ac:spMkLst>
        </pc:spChg>
        <pc:spChg chg="mod">
          <ac:chgData name="Parth Modi" userId="S::parth.modi@tatvasoft.com::daa4fcb5-95ba-4aa8-bf2b-a898ea60fc48" providerId="AD" clId="Web-{C8B3E9FD-4B3A-AA8B-538A-7CCCFFD256F9}" dt="2025-12-29T11:10:19.146" v="139" actId="20577"/>
          <ac:spMkLst>
            <pc:docMk/>
            <pc:sldMk cId="2216914143" sldId="337"/>
            <ac:spMk id="3" creationId="{11A50679-381D-DAC1-92F3-3017C2710315}"/>
          </ac:spMkLst>
        </pc:spChg>
        <pc:spChg chg="mod">
          <ac:chgData name="Parth Modi" userId="S::parth.modi@tatvasoft.com::daa4fcb5-95ba-4aa8-bf2b-a898ea60fc48" providerId="AD" clId="Web-{C8B3E9FD-4B3A-AA8B-538A-7CCCFFD256F9}" dt="2025-12-29T11:12:35.048" v="158" actId="1076"/>
          <ac:spMkLst>
            <pc:docMk/>
            <pc:sldMk cId="2216914143" sldId="337"/>
            <ac:spMk id="4" creationId="{8466DF94-C63D-E784-F37E-CDF2C083AC87}"/>
          </ac:spMkLst>
        </pc:spChg>
        <pc:spChg chg="mod">
          <ac:chgData name="Parth Modi" userId="S::parth.modi@tatvasoft.com::daa4fcb5-95ba-4aa8-bf2b-a898ea60fc48" providerId="AD" clId="Web-{C8B3E9FD-4B3A-AA8B-538A-7CCCFFD256F9}" dt="2025-12-29T11:13:23.879" v="165" actId="1076"/>
          <ac:spMkLst>
            <pc:docMk/>
            <pc:sldMk cId="2216914143" sldId="337"/>
            <ac:spMk id="5" creationId="{3B153CE6-54A2-C27D-E391-7A9D55DEC5C1}"/>
          </ac:spMkLst>
        </pc:spChg>
        <pc:spChg chg="mod">
          <ac:chgData name="Parth Modi" userId="S::parth.modi@tatvasoft.com::daa4fcb5-95ba-4aa8-bf2b-a898ea60fc48" providerId="AD" clId="Web-{C8B3E9FD-4B3A-AA8B-538A-7CCCFFD256F9}" dt="2025-12-29T11:12:15.015" v="150" actId="1076"/>
          <ac:spMkLst>
            <pc:docMk/>
            <pc:sldMk cId="2216914143" sldId="337"/>
            <ac:spMk id="6" creationId="{DB998BA1-83AB-B601-0E28-1F59CF6E35F0}"/>
          </ac:spMkLst>
        </pc:spChg>
        <pc:spChg chg="mod">
          <ac:chgData name="Parth Modi" userId="S::parth.modi@tatvasoft.com::daa4fcb5-95ba-4aa8-bf2b-a898ea60fc48" providerId="AD" clId="Web-{C8B3E9FD-4B3A-AA8B-538A-7CCCFFD256F9}" dt="2025-12-29T11:12:38.361" v="159" actId="1076"/>
          <ac:spMkLst>
            <pc:docMk/>
            <pc:sldMk cId="2216914143" sldId="337"/>
            <ac:spMk id="7" creationId="{9EFA5A5B-403D-B234-12EB-2D03700A4B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3" name="AutoShape 2"/>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4" name="AutoShape 3"/>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5" name="Text Box 4"/>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6" name="Text Box 5"/>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5607" name="Rectangle 6"/>
          <p:cNvSpPr>
            <a:spLocks noGrp="1" noRot="1" noChangeAspect="1" noChangeArrowheads="1"/>
          </p:cNvSpPr>
          <p:nvPr>
            <p:ph type="sldImg"/>
          </p:nvPr>
        </p:nvSpPr>
        <p:spPr bwMode="auto">
          <a:xfrm>
            <a:off x="1143000" y="685800"/>
            <a:ext cx="4567238" cy="3424238"/>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5" name="Rectangle 7"/>
          <p:cNvSpPr>
            <a:spLocks noGrp="1" noChangeArrowheads="1"/>
          </p:cNvSpPr>
          <p:nvPr>
            <p:ph type="body"/>
          </p:nvPr>
        </p:nvSpPr>
        <p:spPr bwMode="auto">
          <a:xfrm>
            <a:off x="685800" y="4343400"/>
            <a:ext cx="5481638" cy="411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25609" name="Text Box 8"/>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2057" name="Rectangle 9"/>
          <p:cNvSpPr>
            <a:spLocks noGrp="1" noChangeArrowheads="1"/>
          </p:cNvSpPr>
          <p:nvPr>
            <p:ph type="sldNum"/>
          </p:nvPr>
        </p:nvSpPr>
        <p:spPr bwMode="auto">
          <a:xfrm>
            <a:off x="3884613" y="8685213"/>
            <a:ext cx="2967037"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fld id="{A70D8783-B686-49A5-9535-C08AC9B41CBF}" type="slidenum">
              <a:rPr lang="en-US" altLang="en-US"/>
              <a:pPr/>
              <a:t>‹#›</a:t>
            </a:fld>
            <a:endParaRPr lang="en-US" altLang="en-US"/>
          </a:p>
        </p:txBody>
      </p:sp>
    </p:spTree>
    <p:extLst>
      <p:ext uri="{BB962C8B-B14F-4D97-AF65-F5344CB8AC3E}">
        <p14:creationId xmlns:p14="http://schemas.microsoft.com/office/powerpoint/2010/main" val="3624667969"/>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1143000" y="685800"/>
            <a:ext cx="4572000" cy="3429000"/>
          </a:xfrm>
          <a:ln/>
        </p:spPr>
      </p:sp>
      <p:sp>
        <p:nvSpPr>
          <p:cNvPr id="50179" name="Notes Placeholder 2"/>
          <p:cNvSpPr>
            <a:spLocks noGrp="1"/>
          </p:cNvSpPr>
          <p:nvPr>
            <p:ph type="body" idx="1"/>
          </p:nvPr>
        </p:nvSpPr>
        <p:spPr>
          <a:noFill/>
          <a:extLst>
            <a:ext uri="{91240B29-F687-4F45-9708-019B960494DF}">
              <a14:hiddenLine xmlns:a14="http://schemas.microsoft.com/office/drawing/2010/main" w="9525">
                <a:solidFill>
                  <a:srgbClr val="808080"/>
                </a:solidFill>
                <a:miter lim="800000"/>
                <a:headEnd/>
                <a:tailEnd/>
              </a14:hiddenLine>
            </a:ext>
          </a:extLst>
        </p:spPr>
        <p:txBody>
          <a:bodyPr/>
          <a:lstStyle/>
          <a:p>
            <a:endParaRPr lang="en-US" altLang="en-US">
              <a:latin typeface="Times New Roman" panose="02020603050405020304" pitchFamily="18" charset="0"/>
            </a:endParaRPr>
          </a:p>
        </p:txBody>
      </p:sp>
      <p:sp>
        <p:nvSpPr>
          <p:cNvPr id="50180" name="Slide Number Placeholder 3"/>
          <p:cNvSpPr>
            <a:spLocks noGrp="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DE9453DB-C5A5-4949-9E98-AFF46EFF4848}" type="slidenum">
              <a:rPr lang="en-US" altLang="en-US">
                <a:solidFill>
                  <a:srgbClr val="000000"/>
                </a:solidFill>
              </a:rPr>
              <a:pPr/>
              <a:t>1</a:t>
            </a:fld>
            <a:endParaRPr lang="en-US" altLang="en-US">
              <a:solidFill>
                <a:srgbClr val="000000"/>
              </a:solidFill>
            </a:endParaRPr>
          </a:p>
        </p:txBody>
      </p:sp>
    </p:spTree>
    <p:extLst>
      <p:ext uri="{BB962C8B-B14F-4D97-AF65-F5344CB8AC3E}">
        <p14:creationId xmlns:p14="http://schemas.microsoft.com/office/powerpoint/2010/main" val="530413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a:t>
            </a:fld>
            <a:endParaRPr lang="en-US" altLang="en-US">
              <a:solidFill>
                <a:srgbClr val="000000"/>
              </a:solidFill>
            </a:endParaRPr>
          </a:p>
        </p:txBody>
      </p:sp>
      <p:sp>
        <p:nvSpPr>
          <p:cNvPr id="51203" name="Text Box 1"/>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a:t>
            </a:fld>
            <a:endParaRPr lang="en-US" altLang="en-US">
              <a:solidFill>
                <a:srgbClr val="000000"/>
              </a:solidFill>
            </a:endParaRPr>
          </a:p>
        </p:txBody>
      </p:sp>
      <p:sp>
        <p:nvSpPr>
          <p:cNvPr id="51204" name="Rectangle 2"/>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24847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583395-2558-4F3F-3C48-465FAB6B6420}"/>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DF381046-8417-8F70-2229-D78DCF6D956C}"/>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3</a:t>
            </a:fld>
            <a:endParaRPr lang="en-US" altLang="en-US">
              <a:solidFill>
                <a:srgbClr val="000000"/>
              </a:solidFill>
            </a:endParaRPr>
          </a:p>
        </p:txBody>
      </p:sp>
      <p:sp>
        <p:nvSpPr>
          <p:cNvPr id="51203" name="Text Box 1">
            <a:extLst>
              <a:ext uri="{FF2B5EF4-FFF2-40B4-BE49-F238E27FC236}">
                <a16:creationId xmlns:a16="http://schemas.microsoft.com/office/drawing/2014/main" id="{448073F4-CF51-8C5A-DBA5-C9EB91677739}"/>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3</a:t>
            </a:fld>
            <a:endParaRPr lang="en-US" altLang="en-US">
              <a:solidFill>
                <a:srgbClr val="000000"/>
              </a:solidFill>
            </a:endParaRPr>
          </a:p>
        </p:txBody>
      </p:sp>
      <p:sp>
        <p:nvSpPr>
          <p:cNvPr id="51204" name="Rectangle 2">
            <a:extLst>
              <a:ext uri="{FF2B5EF4-FFF2-40B4-BE49-F238E27FC236}">
                <a16:creationId xmlns:a16="http://schemas.microsoft.com/office/drawing/2014/main" id="{EDF96E4C-EEBB-5FC6-3E0C-0D34EB9E088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AB559731-6C03-52D7-C9F5-C13B900632F3}"/>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9782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E78F6B-A5DB-E9AD-0C3D-8C7D58D5CF69}"/>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EFE99BC3-5708-77C5-A9A9-6C14F452EB1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4</a:t>
            </a:fld>
            <a:endParaRPr lang="en-US" altLang="en-US">
              <a:solidFill>
                <a:srgbClr val="000000"/>
              </a:solidFill>
            </a:endParaRPr>
          </a:p>
        </p:txBody>
      </p:sp>
      <p:sp>
        <p:nvSpPr>
          <p:cNvPr id="51203" name="Text Box 1">
            <a:extLst>
              <a:ext uri="{FF2B5EF4-FFF2-40B4-BE49-F238E27FC236}">
                <a16:creationId xmlns:a16="http://schemas.microsoft.com/office/drawing/2014/main" id="{E5DE4C23-0D4E-5D13-B038-9A7C1D9C6EFC}"/>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4</a:t>
            </a:fld>
            <a:endParaRPr lang="en-US" altLang="en-US">
              <a:solidFill>
                <a:srgbClr val="000000"/>
              </a:solidFill>
            </a:endParaRPr>
          </a:p>
        </p:txBody>
      </p:sp>
      <p:sp>
        <p:nvSpPr>
          <p:cNvPr id="51204" name="Rectangle 2">
            <a:extLst>
              <a:ext uri="{FF2B5EF4-FFF2-40B4-BE49-F238E27FC236}">
                <a16:creationId xmlns:a16="http://schemas.microsoft.com/office/drawing/2014/main" id="{1A0F3951-B079-E785-9A54-B9D8B9EDBE7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0F4C417-FA3C-CE13-7DDA-C5EC59414365}"/>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39613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44B9A1-FD5B-702E-33C8-F89393A48271}"/>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703982FF-054D-E734-1A48-A7B0203D8B4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5</a:t>
            </a:fld>
            <a:endParaRPr lang="en-US" altLang="en-US">
              <a:solidFill>
                <a:srgbClr val="000000"/>
              </a:solidFill>
            </a:endParaRPr>
          </a:p>
        </p:txBody>
      </p:sp>
      <p:sp>
        <p:nvSpPr>
          <p:cNvPr id="51203" name="Text Box 1">
            <a:extLst>
              <a:ext uri="{FF2B5EF4-FFF2-40B4-BE49-F238E27FC236}">
                <a16:creationId xmlns:a16="http://schemas.microsoft.com/office/drawing/2014/main" id="{E81BE32D-FCFF-FA91-3EE0-F206B8AEEB05}"/>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5</a:t>
            </a:fld>
            <a:endParaRPr lang="en-US" altLang="en-US">
              <a:solidFill>
                <a:srgbClr val="000000"/>
              </a:solidFill>
            </a:endParaRPr>
          </a:p>
        </p:txBody>
      </p:sp>
      <p:sp>
        <p:nvSpPr>
          <p:cNvPr id="51204" name="Rectangle 2">
            <a:extLst>
              <a:ext uri="{FF2B5EF4-FFF2-40B4-BE49-F238E27FC236}">
                <a16:creationId xmlns:a16="http://schemas.microsoft.com/office/drawing/2014/main" id="{4B518334-73A4-81DC-3110-885BFD89A673}"/>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36F6ED27-8A79-8A0B-51A9-B3310E4887E5}"/>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5925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B647F4A-9A32-9BB3-C7C8-9503F5FC73D7}"/>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922C0EBC-6DC4-7BF4-A220-2E9CA470F66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6</a:t>
            </a:fld>
            <a:endParaRPr lang="en-US" altLang="en-US">
              <a:solidFill>
                <a:srgbClr val="000000"/>
              </a:solidFill>
            </a:endParaRPr>
          </a:p>
        </p:txBody>
      </p:sp>
      <p:sp>
        <p:nvSpPr>
          <p:cNvPr id="51203" name="Text Box 1">
            <a:extLst>
              <a:ext uri="{FF2B5EF4-FFF2-40B4-BE49-F238E27FC236}">
                <a16:creationId xmlns:a16="http://schemas.microsoft.com/office/drawing/2014/main" id="{A8D43385-830F-D546-0149-BC69C80149B5}"/>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6</a:t>
            </a:fld>
            <a:endParaRPr lang="en-US" altLang="en-US">
              <a:solidFill>
                <a:srgbClr val="000000"/>
              </a:solidFill>
            </a:endParaRPr>
          </a:p>
        </p:txBody>
      </p:sp>
      <p:sp>
        <p:nvSpPr>
          <p:cNvPr id="51204" name="Rectangle 2">
            <a:extLst>
              <a:ext uri="{FF2B5EF4-FFF2-40B4-BE49-F238E27FC236}">
                <a16:creationId xmlns:a16="http://schemas.microsoft.com/office/drawing/2014/main" id="{22C4505E-F5C0-3B1F-E3DA-5FB279BDA18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3F1A6CA-BFED-1CC1-0385-35E99CC5D36A}"/>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82741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10219F-FBE7-E8BB-17A2-541D13A9ADA1}"/>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2351AA45-3958-E71B-3FC8-6214B2C2398A}"/>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7</a:t>
            </a:fld>
            <a:endParaRPr lang="en-US" altLang="en-US">
              <a:solidFill>
                <a:srgbClr val="000000"/>
              </a:solidFill>
            </a:endParaRPr>
          </a:p>
        </p:txBody>
      </p:sp>
      <p:sp>
        <p:nvSpPr>
          <p:cNvPr id="51203" name="Text Box 1">
            <a:extLst>
              <a:ext uri="{FF2B5EF4-FFF2-40B4-BE49-F238E27FC236}">
                <a16:creationId xmlns:a16="http://schemas.microsoft.com/office/drawing/2014/main" id="{D124595C-DC2D-B6BC-4903-298654187EB6}"/>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7</a:t>
            </a:fld>
            <a:endParaRPr lang="en-US" altLang="en-US">
              <a:solidFill>
                <a:srgbClr val="000000"/>
              </a:solidFill>
            </a:endParaRPr>
          </a:p>
        </p:txBody>
      </p:sp>
      <p:sp>
        <p:nvSpPr>
          <p:cNvPr id="51204" name="Rectangle 2">
            <a:extLst>
              <a:ext uri="{FF2B5EF4-FFF2-40B4-BE49-F238E27FC236}">
                <a16:creationId xmlns:a16="http://schemas.microsoft.com/office/drawing/2014/main" id="{A6FB48B2-4546-E770-54F2-2BF09E40D9F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D3742E26-D97E-8017-9FF9-007C57E6BCA4}"/>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66075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D02AE7-CD44-1D71-E4BF-9D108717786A}"/>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6C77C468-7CAB-9EEB-D444-46A6921CD0C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8</a:t>
            </a:fld>
            <a:endParaRPr lang="en-US" altLang="en-US">
              <a:solidFill>
                <a:srgbClr val="000000"/>
              </a:solidFill>
            </a:endParaRPr>
          </a:p>
        </p:txBody>
      </p:sp>
      <p:sp>
        <p:nvSpPr>
          <p:cNvPr id="51203" name="Text Box 1">
            <a:extLst>
              <a:ext uri="{FF2B5EF4-FFF2-40B4-BE49-F238E27FC236}">
                <a16:creationId xmlns:a16="http://schemas.microsoft.com/office/drawing/2014/main" id="{634FB236-9CEB-9630-B815-D5F013CD3D88}"/>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8</a:t>
            </a:fld>
            <a:endParaRPr lang="en-US" altLang="en-US">
              <a:solidFill>
                <a:srgbClr val="000000"/>
              </a:solidFill>
            </a:endParaRPr>
          </a:p>
        </p:txBody>
      </p:sp>
      <p:sp>
        <p:nvSpPr>
          <p:cNvPr id="51204" name="Rectangle 2">
            <a:extLst>
              <a:ext uri="{FF2B5EF4-FFF2-40B4-BE49-F238E27FC236}">
                <a16:creationId xmlns:a16="http://schemas.microsoft.com/office/drawing/2014/main" id="{4CDAFD61-EFB7-85A5-8F72-308950D5F8D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EC3F2843-2BB7-581F-7BFE-26E5BBC9209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49716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F3D54F-02B6-D1F5-7CC1-B645DFE8DDE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E40D4432-4A37-4645-6629-F795606A6D8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9</a:t>
            </a:fld>
            <a:endParaRPr lang="en-US" altLang="en-US">
              <a:solidFill>
                <a:srgbClr val="000000"/>
              </a:solidFill>
            </a:endParaRPr>
          </a:p>
        </p:txBody>
      </p:sp>
      <p:sp>
        <p:nvSpPr>
          <p:cNvPr id="51203" name="Text Box 1">
            <a:extLst>
              <a:ext uri="{FF2B5EF4-FFF2-40B4-BE49-F238E27FC236}">
                <a16:creationId xmlns:a16="http://schemas.microsoft.com/office/drawing/2014/main" id="{AC72A04C-4727-4A2D-DC29-2ED8578F7B7E}"/>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9</a:t>
            </a:fld>
            <a:endParaRPr lang="en-US" altLang="en-US">
              <a:solidFill>
                <a:srgbClr val="000000"/>
              </a:solidFill>
            </a:endParaRPr>
          </a:p>
        </p:txBody>
      </p:sp>
      <p:sp>
        <p:nvSpPr>
          <p:cNvPr id="51204" name="Rectangle 2">
            <a:extLst>
              <a:ext uri="{FF2B5EF4-FFF2-40B4-BE49-F238E27FC236}">
                <a16:creationId xmlns:a16="http://schemas.microsoft.com/office/drawing/2014/main" id="{5AED32C3-5231-9213-9FE5-FC9965F9C5F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6D6D947-40B1-4A43-963F-4FBD136BE3E9}"/>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23559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E58E55E-A80B-30B4-F36D-5D262637DA0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D9903897-E4E0-8C48-A028-70FD449998E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10</a:t>
            </a:fld>
            <a:endParaRPr lang="en-US" altLang="en-US">
              <a:solidFill>
                <a:srgbClr val="000000"/>
              </a:solidFill>
            </a:endParaRPr>
          </a:p>
        </p:txBody>
      </p:sp>
      <p:sp>
        <p:nvSpPr>
          <p:cNvPr id="51203" name="Text Box 1">
            <a:extLst>
              <a:ext uri="{FF2B5EF4-FFF2-40B4-BE49-F238E27FC236}">
                <a16:creationId xmlns:a16="http://schemas.microsoft.com/office/drawing/2014/main" id="{FF488FC5-2A4C-6296-5FE0-4A0E359EBEE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10</a:t>
            </a:fld>
            <a:endParaRPr lang="en-US" altLang="en-US">
              <a:solidFill>
                <a:srgbClr val="000000"/>
              </a:solidFill>
            </a:endParaRPr>
          </a:p>
        </p:txBody>
      </p:sp>
      <p:sp>
        <p:nvSpPr>
          <p:cNvPr id="51204" name="Rectangle 2">
            <a:extLst>
              <a:ext uri="{FF2B5EF4-FFF2-40B4-BE49-F238E27FC236}">
                <a16:creationId xmlns:a16="http://schemas.microsoft.com/office/drawing/2014/main" id="{18358881-6C1B-10E7-DB53-8F267825C2C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28ABB25-22A7-1AEA-2E63-4F7EAE2D6C35}"/>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0048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31A392-1116-AB78-0159-C7D1F4AF485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FE757DD3-2204-316F-6918-9D2CCF3B4C9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11</a:t>
            </a:fld>
            <a:endParaRPr lang="en-US" altLang="en-US">
              <a:solidFill>
                <a:srgbClr val="000000"/>
              </a:solidFill>
            </a:endParaRPr>
          </a:p>
        </p:txBody>
      </p:sp>
      <p:sp>
        <p:nvSpPr>
          <p:cNvPr id="51203" name="Text Box 1">
            <a:extLst>
              <a:ext uri="{FF2B5EF4-FFF2-40B4-BE49-F238E27FC236}">
                <a16:creationId xmlns:a16="http://schemas.microsoft.com/office/drawing/2014/main" id="{365D7240-A860-DEC8-6A6E-E5A92215677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11</a:t>
            </a:fld>
            <a:endParaRPr lang="en-US" altLang="en-US">
              <a:solidFill>
                <a:srgbClr val="000000"/>
              </a:solidFill>
            </a:endParaRPr>
          </a:p>
        </p:txBody>
      </p:sp>
      <p:sp>
        <p:nvSpPr>
          <p:cNvPr id="51204" name="Rectangle 2">
            <a:extLst>
              <a:ext uri="{FF2B5EF4-FFF2-40B4-BE49-F238E27FC236}">
                <a16:creationId xmlns:a16="http://schemas.microsoft.com/office/drawing/2014/main" id="{B29FA596-EAE7-04CC-2D17-0C41F589D8B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FDE9C5AF-5847-1280-BD58-F540AC1FB4E2}"/>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9955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FB4F41-E544-6D45-F0A1-58567F4879C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7123985-CA22-1ACA-AE27-99A492237FA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12</a:t>
            </a:fld>
            <a:endParaRPr lang="en-US" altLang="en-US">
              <a:solidFill>
                <a:srgbClr val="000000"/>
              </a:solidFill>
            </a:endParaRPr>
          </a:p>
        </p:txBody>
      </p:sp>
      <p:sp>
        <p:nvSpPr>
          <p:cNvPr id="51203" name="Text Box 1">
            <a:extLst>
              <a:ext uri="{FF2B5EF4-FFF2-40B4-BE49-F238E27FC236}">
                <a16:creationId xmlns:a16="http://schemas.microsoft.com/office/drawing/2014/main" id="{811CB4CE-579A-D74B-E33D-760F3B63482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12</a:t>
            </a:fld>
            <a:endParaRPr lang="en-US" altLang="en-US">
              <a:solidFill>
                <a:srgbClr val="000000"/>
              </a:solidFill>
            </a:endParaRPr>
          </a:p>
        </p:txBody>
      </p:sp>
      <p:sp>
        <p:nvSpPr>
          <p:cNvPr id="51204" name="Rectangle 2">
            <a:extLst>
              <a:ext uri="{FF2B5EF4-FFF2-40B4-BE49-F238E27FC236}">
                <a16:creationId xmlns:a16="http://schemas.microsoft.com/office/drawing/2014/main" id="{8069952A-6CA9-25C3-A45E-11B8513C1D30}"/>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8D7672CE-4F59-4DFB-A37C-B8DBE0A95B31}"/>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3326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0C1038C-3113-8E45-1DB0-A5A29B0DB1B0}"/>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F09AB8FE-6E4F-D648-C277-959B992B74B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13</a:t>
            </a:fld>
            <a:endParaRPr lang="en-US" altLang="en-US">
              <a:solidFill>
                <a:srgbClr val="000000"/>
              </a:solidFill>
            </a:endParaRPr>
          </a:p>
        </p:txBody>
      </p:sp>
      <p:sp>
        <p:nvSpPr>
          <p:cNvPr id="51203" name="Text Box 1">
            <a:extLst>
              <a:ext uri="{FF2B5EF4-FFF2-40B4-BE49-F238E27FC236}">
                <a16:creationId xmlns:a16="http://schemas.microsoft.com/office/drawing/2014/main" id="{1DBE08FA-32C2-978A-6507-08725A130BF8}"/>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13</a:t>
            </a:fld>
            <a:endParaRPr lang="en-US" altLang="en-US">
              <a:solidFill>
                <a:srgbClr val="000000"/>
              </a:solidFill>
            </a:endParaRPr>
          </a:p>
        </p:txBody>
      </p:sp>
      <p:sp>
        <p:nvSpPr>
          <p:cNvPr id="51204" name="Rectangle 2">
            <a:extLst>
              <a:ext uri="{FF2B5EF4-FFF2-40B4-BE49-F238E27FC236}">
                <a16:creationId xmlns:a16="http://schemas.microsoft.com/office/drawing/2014/main" id="{D58742C0-6D68-C4A2-DFD9-1630C74D1D6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A71E9CB-165D-8AB4-D208-02A604C33C4A}"/>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47683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B991DC2-E61B-5113-2BD5-7B8D5691B97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A2D8480C-3FAF-7B38-A79E-9C250C5C8761}"/>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14</a:t>
            </a:fld>
            <a:endParaRPr lang="en-US" altLang="en-US">
              <a:solidFill>
                <a:srgbClr val="000000"/>
              </a:solidFill>
            </a:endParaRPr>
          </a:p>
        </p:txBody>
      </p:sp>
      <p:sp>
        <p:nvSpPr>
          <p:cNvPr id="51203" name="Text Box 1">
            <a:extLst>
              <a:ext uri="{FF2B5EF4-FFF2-40B4-BE49-F238E27FC236}">
                <a16:creationId xmlns:a16="http://schemas.microsoft.com/office/drawing/2014/main" id="{AE8927D1-A36A-2B5D-75AF-59BCE2BB8710}"/>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14</a:t>
            </a:fld>
            <a:endParaRPr lang="en-US" altLang="en-US">
              <a:solidFill>
                <a:srgbClr val="000000"/>
              </a:solidFill>
            </a:endParaRPr>
          </a:p>
        </p:txBody>
      </p:sp>
      <p:sp>
        <p:nvSpPr>
          <p:cNvPr id="51204" name="Rectangle 2">
            <a:extLst>
              <a:ext uri="{FF2B5EF4-FFF2-40B4-BE49-F238E27FC236}">
                <a16:creationId xmlns:a16="http://schemas.microsoft.com/office/drawing/2014/main" id="{513D4E1B-F160-DD01-BC9E-71D77E0B58F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BF6B5B4-F40B-B5EB-661D-9A07009F36E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03957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876E24-4E49-B8A3-AF38-950F1FEF6475}"/>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A8399C3A-BC6E-70B5-A3B9-03C23C3AD7A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15</a:t>
            </a:fld>
            <a:endParaRPr lang="en-US" altLang="en-US">
              <a:solidFill>
                <a:srgbClr val="000000"/>
              </a:solidFill>
            </a:endParaRPr>
          </a:p>
        </p:txBody>
      </p:sp>
      <p:sp>
        <p:nvSpPr>
          <p:cNvPr id="51203" name="Text Box 1">
            <a:extLst>
              <a:ext uri="{FF2B5EF4-FFF2-40B4-BE49-F238E27FC236}">
                <a16:creationId xmlns:a16="http://schemas.microsoft.com/office/drawing/2014/main" id="{1A1EE660-1BFA-B7DF-F91E-71A04F3F21FD}"/>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15</a:t>
            </a:fld>
            <a:endParaRPr lang="en-US" altLang="en-US">
              <a:solidFill>
                <a:srgbClr val="000000"/>
              </a:solidFill>
            </a:endParaRPr>
          </a:p>
        </p:txBody>
      </p:sp>
      <p:sp>
        <p:nvSpPr>
          <p:cNvPr id="51204" name="Rectangle 2">
            <a:extLst>
              <a:ext uri="{FF2B5EF4-FFF2-40B4-BE49-F238E27FC236}">
                <a16:creationId xmlns:a16="http://schemas.microsoft.com/office/drawing/2014/main" id="{7BF2D357-8F1F-4922-D242-37CDA995160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9EC3909C-FBA8-7C68-CA97-FB5FDB0FA156}"/>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45141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86FD55-89E0-094A-569E-953D3C9C6A2E}"/>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2AE89E3D-752E-67C2-3FC4-BCA5EE47177F}"/>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16</a:t>
            </a:fld>
            <a:endParaRPr lang="en-US" altLang="en-US">
              <a:solidFill>
                <a:srgbClr val="000000"/>
              </a:solidFill>
            </a:endParaRPr>
          </a:p>
        </p:txBody>
      </p:sp>
      <p:sp>
        <p:nvSpPr>
          <p:cNvPr id="51203" name="Text Box 1">
            <a:extLst>
              <a:ext uri="{FF2B5EF4-FFF2-40B4-BE49-F238E27FC236}">
                <a16:creationId xmlns:a16="http://schemas.microsoft.com/office/drawing/2014/main" id="{7B96982E-FB98-AC19-FBD5-537F6955D304}"/>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16</a:t>
            </a:fld>
            <a:endParaRPr lang="en-US" altLang="en-US">
              <a:solidFill>
                <a:srgbClr val="000000"/>
              </a:solidFill>
            </a:endParaRPr>
          </a:p>
        </p:txBody>
      </p:sp>
      <p:sp>
        <p:nvSpPr>
          <p:cNvPr id="51204" name="Rectangle 2">
            <a:extLst>
              <a:ext uri="{FF2B5EF4-FFF2-40B4-BE49-F238E27FC236}">
                <a16:creationId xmlns:a16="http://schemas.microsoft.com/office/drawing/2014/main" id="{C3348790-B2E1-D0FB-6598-922901D32B1E}"/>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72F50423-26EE-5EB0-ED06-3B0901A148BC}"/>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9058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AB6011-F167-F3D2-EB8A-D06622040C2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58F3EDC9-741A-08A1-3F3F-C866AFAEB8B7}"/>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17</a:t>
            </a:fld>
            <a:endParaRPr lang="en-US" altLang="en-US">
              <a:solidFill>
                <a:srgbClr val="000000"/>
              </a:solidFill>
            </a:endParaRPr>
          </a:p>
        </p:txBody>
      </p:sp>
      <p:sp>
        <p:nvSpPr>
          <p:cNvPr id="51203" name="Text Box 1">
            <a:extLst>
              <a:ext uri="{FF2B5EF4-FFF2-40B4-BE49-F238E27FC236}">
                <a16:creationId xmlns:a16="http://schemas.microsoft.com/office/drawing/2014/main" id="{E1C6ED2C-1CFA-E0C2-83C0-B582469ED8F8}"/>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17</a:t>
            </a:fld>
            <a:endParaRPr lang="en-US" altLang="en-US">
              <a:solidFill>
                <a:srgbClr val="000000"/>
              </a:solidFill>
            </a:endParaRPr>
          </a:p>
        </p:txBody>
      </p:sp>
      <p:sp>
        <p:nvSpPr>
          <p:cNvPr id="51204" name="Rectangle 2">
            <a:extLst>
              <a:ext uri="{FF2B5EF4-FFF2-40B4-BE49-F238E27FC236}">
                <a16:creationId xmlns:a16="http://schemas.microsoft.com/office/drawing/2014/main" id="{84C00933-A77D-1B0C-034E-9F3A8E43DBE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5EA4D7D9-E37F-9844-EE15-CE9A6EA693E8}"/>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51953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42C788-8673-5E16-9263-6805D44DF6C1}"/>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809B5FE-FB76-792B-9E19-F4289614EE7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18</a:t>
            </a:fld>
            <a:endParaRPr lang="en-US" altLang="en-US">
              <a:solidFill>
                <a:srgbClr val="000000"/>
              </a:solidFill>
            </a:endParaRPr>
          </a:p>
        </p:txBody>
      </p:sp>
      <p:sp>
        <p:nvSpPr>
          <p:cNvPr id="51203" name="Text Box 1">
            <a:extLst>
              <a:ext uri="{FF2B5EF4-FFF2-40B4-BE49-F238E27FC236}">
                <a16:creationId xmlns:a16="http://schemas.microsoft.com/office/drawing/2014/main" id="{6452F355-81AB-079F-0DDE-ADADCF581947}"/>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18</a:t>
            </a:fld>
            <a:endParaRPr lang="en-US" altLang="en-US">
              <a:solidFill>
                <a:srgbClr val="000000"/>
              </a:solidFill>
            </a:endParaRPr>
          </a:p>
        </p:txBody>
      </p:sp>
      <p:sp>
        <p:nvSpPr>
          <p:cNvPr id="51204" name="Rectangle 2">
            <a:extLst>
              <a:ext uri="{FF2B5EF4-FFF2-40B4-BE49-F238E27FC236}">
                <a16:creationId xmlns:a16="http://schemas.microsoft.com/office/drawing/2014/main" id="{193AFF31-7D2A-634B-3C7F-F97320957C5B}"/>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8AE3D7CA-63F0-3B96-95CE-796435218D2A}"/>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23283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FE52F4-51D0-2377-6839-44165190F595}"/>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5768E1D9-5796-C505-BDD5-5244C1AEDB1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19</a:t>
            </a:fld>
            <a:endParaRPr lang="en-US" altLang="en-US">
              <a:solidFill>
                <a:srgbClr val="000000"/>
              </a:solidFill>
            </a:endParaRPr>
          </a:p>
        </p:txBody>
      </p:sp>
      <p:sp>
        <p:nvSpPr>
          <p:cNvPr id="51203" name="Text Box 1">
            <a:extLst>
              <a:ext uri="{FF2B5EF4-FFF2-40B4-BE49-F238E27FC236}">
                <a16:creationId xmlns:a16="http://schemas.microsoft.com/office/drawing/2014/main" id="{9AD609E1-265B-315A-67C4-B1A6CFCC8F0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19</a:t>
            </a:fld>
            <a:endParaRPr lang="en-US" altLang="en-US">
              <a:solidFill>
                <a:srgbClr val="000000"/>
              </a:solidFill>
            </a:endParaRPr>
          </a:p>
        </p:txBody>
      </p:sp>
      <p:sp>
        <p:nvSpPr>
          <p:cNvPr id="51204" name="Rectangle 2">
            <a:extLst>
              <a:ext uri="{FF2B5EF4-FFF2-40B4-BE49-F238E27FC236}">
                <a16:creationId xmlns:a16="http://schemas.microsoft.com/office/drawing/2014/main" id="{B7EB5C55-E353-A910-320A-767EB26DDF5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D402493C-880A-189E-1989-AA0468DA97DB}"/>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6522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E99CEF2-C314-65C5-07A6-83B4E992CCFD}"/>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362BA183-64E3-D5DB-37ED-11E4FB2C19D4}"/>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20</a:t>
            </a:fld>
            <a:endParaRPr lang="en-US" altLang="en-US">
              <a:solidFill>
                <a:srgbClr val="000000"/>
              </a:solidFill>
            </a:endParaRPr>
          </a:p>
        </p:txBody>
      </p:sp>
      <p:sp>
        <p:nvSpPr>
          <p:cNvPr id="51203" name="Text Box 1">
            <a:extLst>
              <a:ext uri="{FF2B5EF4-FFF2-40B4-BE49-F238E27FC236}">
                <a16:creationId xmlns:a16="http://schemas.microsoft.com/office/drawing/2014/main" id="{0E433C06-CD75-AF74-10B2-968EA1BE40CF}"/>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20</a:t>
            </a:fld>
            <a:endParaRPr lang="en-US" altLang="en-US">
              <a:solidFill>
                <a:srgbClr val="000000"/>
              </a:solidFill>
            </a:endParaRPr>
          </a:p>
        </p:txBody>
      </p:sp>
      <p:sp>
        <p:nvSpPr>
          <p:cNvPr id="51204" name="Rectangle 2">
            <a:extLst>
              <a:ext uri="{FF2B5EF4-FFF2-40B4-BE49-F238E27FC236}">
                <a16:creationId xmlns:a16="http://schemas.microsoft.com/office/drawing/2014/main" id="{7F8E53AB-638A-8CDC-1478-22772173455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213842A3-BDA9-BE6C-522F-C14299F1BEF7}"/>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3853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10CCA6-A20F-9623-9E7C-258CFF19741C}"/>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25BD6216-BD0F-58E7-97BC-5C289C8F174D}"/>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21</a:t>
            </a:fld>
            <a:endParaRPr lang="en-US" altLang="en-US">
              <a:solidFill>
                <a:srgbClr val="000000"/>
              </a:solidFill>
            </a:endParaRPr>
          </a:p>
        </p:txBody>
      </p:sp>
      <p:sp>
        <p:nvSpPr>
          <p:cNvPr id="51203" name="Text Box 1">
            <a:extLst>
              <a:ext uri="{FF2B5EF4-FFF2-40B4-BE49-F238E27FC236}">
                <a16:creationId xmlns:a16="http://schemas.microsoft.com/office/drawing/2014/main" id="{89F9352E-3B51-B254-388D-D1551DA67D66}"/>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21</a:t>
            </a:fld>
            <a:endParaRPr lang="en-US" altLang="en-US">
              <a:solidFill>
                <a:srgbClr val="000000"/>
              </a:solidFill>
            </a:endParaRPr>
          </a:p>
        </p:txBody>
      </p:sp>
      <p:sp>
        <p:nvSpPr>
          <p:cNvPr id="51204" name="Rectangle 2">
            <a:extLst>
              <a:ext uri="{FF2B5EF4-FFF2-40B4-BE49-F238E27FC236}">
                <a16:creationId xmlns:a16="http://schemas.microsoft.com/office/drawing/2014/main" id="{D76DF97E-CB28-ACA3-C6F8-C58B7657B00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B028F92-02B1-281E-629F-7DF1BAEFC002}"/>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72412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51ABE9-399C-5D1B-0FA0-9C2D153B4813}"/>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D003B27B-1449-0438-F758-B3B933C7FF59}"/>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22</a:t>
            </a:fld>
            <a:endParaRPr lang="en-US" altLang="en-US">
              <a:solidFill>
                <a:srgbClr val="000000"/>
              </a:solidFill>
            </a:endParaRPr>
          </a:p>
        </p:txBody>
      </p:sp>
      <p:sp>
        <p:nvSpPr>
          <p:cNvPr id="51203" name="Text Box 1">
            <a:extLst>
              <a:ext uri="{FF2B5EF4-FFF2-40B4-BE49-F238E27FC236}">
                <a16:creationId xmlns:a16="http://schemas.microsoft.com/office/drawing/2014/main" id="{A2A5BDCE-F094-3988-944D-F401F23FEC86}"/>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22</a:t>
            </a:fld>
            <a:endParaRPr lang="en-US" altLang="en-US">
              <a:solidFill>
                <a:srgbClr val="000000"/>
              </a:solidFill>
            </a:endParaRPr>
          </a:p>
        </p:txBody>
      </p:sp>
      <p:sp>
        <p:nvSpPr>
          <p:cNvPr id="51204" name="Rectangle 2">
            <a:extLst>
              <a:ext uri="{FF2B5EF4-FFF2-40B4-BE49-F238E27FC236}">
                <a16:creationId xmlns:a16="http://schemas.microsoft.com/office/drawing/2014/main" id="{1CD6D89D-EF34-3E8D-749B-1FF91B2A9029}"/>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3BABCFFD-9709-5A14-F6D9-51ACF39E629D}"/>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391783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42E83B-8FC6-9BB8-FA54-9045B4A5FA2A}"/>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FB50277B-FFC9-74CF-4FF2-96A8EAB0FE38}"/>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23</a:t>
            </a:fld>
            <a:endParaRPr lang="en-US" altLang="en-US">
              <a:solidFill>
                <a:srgbClr val="000000"/>
              </a:solidFill>
            </a:endParaRPr>
          </a:p>
        </p:txBody>
      </p:sp>
      <p:sp>
        <p:nvSpPr>
          <p:cNvPr id="51203" name="Text Box 1">
            <a:extLst>
              <a:ext uri="{FF2B5EF4-FFF2-40B4-BE49-F238E27FC236}">
                <a16:creationId xmlns:a16="http://schemas.microsoft.com/office/drawing/2014/main" id="{3A8E2FD9-167B-3DB4-97FD-266DA31D418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23</a:t>
            </a:fld>
            <a:endParaRPr lang="en-US" altLang="en-US">
              <a:solidFill>
                <a:srgbClr val="000000"/>
              </a:solidFill>
            </a:endParaRPr>
          </a:p>
        </p:txBody>
      </p:sp>
      <p:sp>
        <p:nvSpPr>
          <p:cNvPr id="51204" name="Rectangle 2">
            <a:extLst>
              <a:ext uri="{FF2B5EF4-FFF2-40B4-BE49-F238E27FC236}">
                <a16:creationId xmlns:a16="http://schemas.microsoft.com/office/drawing/2014/main" id="{0D3AF4BF-0809-92E8-248F-0440273ADBB8}"/>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25781D0-D8E2-C82F-C8F5-DA2DA56F5040}"/>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78314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01FCFE-4DA6-3657-1473-53A070FCECC7}"/>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B39D03E9-FCC5-D078-4110-48FAB181E435}"/>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24</a:t>
            </a:fld>
            <a:endParaRPr lang="en-US" altLang="en-US">
              <a:solidFill>
                <a:srgbClr val="000000"/>
              </a:solidFill>
            </a:endParaRPr>
          </a:p>
        </p:txBody>
      </p:sp>
      <p:sp>
        <p:nvSpPr>
          <p:cNvPr id="51203" name="Text Box 1">
            <a:extLst>
              <a:ext uri="{FF2B5EF4-FFF2-40B4-BE49-F238E27FC236}">
                <a16:creationId xmlns:a16="http://schemas.microsoft.com/office/drawing/2014/main" id="{C010F262-659D-19AE-4E4E-FFDEEEE155C6}"/>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24</a:t>
            </a:fld>
            <a:endParaRPr lang="en-US" altLang="en-US">
              <a:solidFill>
                <a:srgbClr val="000000"/>
              </a:solidFill>
            </a:endParaRPr>
          </a:p>
        </p:txBody>
      </p:sp>
      <p:sp>
        <p:nvSpPr>
          <p:cNvPr id="51204" name="Rectangle 2">
            <a:extLst>
              <a:ext uri="{FF2B5EF4-FFF2-40B4-BE49-F238E27FC236}">
                <a16:creationId xmlns:a16="http://schemas.microsoft.com/office/drawing/2014/main" id="{8B556276-F969-B02B-F892-DFD36ECDB235}"/>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BA768998-F205-5E7B-F845-B23D47FA28F8}"/>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7131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528224-B6A9-A6A4-0DB5-AE6F846F5E88}"/>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0CB727F3-5FF4-5D50-86B3-871F23BEEC9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25</a:t>
            </a:fld>
            <a:endParaRPr lang="en-US" altLang="en-US">
              <a:solidFill>
                <a:srgbClr val="000000"/>
              </a:solidFill>
            </a:endParaRPr>
          </a:p>
        </p:txBody>
      </p:sp>
      <p:sp>
        <p:nvSpPr>
          <p:cNvPr id="51203" name="Text Box 1">
            <a:extLst>
              <a:ext uri="{FF2B5EF4-FFF2-40B4-BE49-F238E27FC236}">
                <a16:creationId xmlns:a16="http://schemas.microsoft.com/office/drawing/2014/main" id="{D851B465-F300-8D05-FEFE-C6EC21BE439B}"/>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25</a:t>
            </a:fld>
            <a:endParaRPr lang="en-US" altLang="en-US">
              <a:solidFill>
                <a:srgbClr val="000000"/>
              </a:solidFill>
            </a:endParaRPr>
          </a:p>
        </p:txBody>
      </p:sp>
      <p:sp>
        <p:nvSpPr>
          <p:cNvPr id="51204" name="Rectangle 2">
            <a:extLst>
              <a:ext uri="{FF2B5EF4-FFF2-40B4-BE49-F238E27FC236}">
                <a16:creationId xmlns:a16="http://schemas.microsoft.com/office/drawing/2014/main" id="{79D3047A-AE49-EE72-EA4B-0B4C160076AD}"/>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383B7788-9F22-832D-4464-01EAAE444B13}"/>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07141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4D528F-1C8C-E83E-1445-9978F3433994}"/>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96EEFAFF-B1C2-6E2F-9E7E-F14EE1236F20}"/>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26</a:t>
            </a:fld>
            <a:endParaRPr lang="en-US" altLang="en-US">
              <a:solidFill>
                <a:srgbClr val="000000"/>
              </a:solidFill>
            </a:endParaRPr>
          </a:p>
        </p:txBody>
      </p:sp>
      <p:sp>
        <p:nvSpPr>
          <p:cNvPr id="51203" name="Text Box 1">
            <a:extLst>
              <a:ext uri="{FF2B5EF4-FFF2-40B4-BE49-F238E27FC236}">
                <a16:creationId xmlns:a16="http://schemas.microsoft.com/office/drawing/2014/main" id="{04AAC190-2A4B-3D92-2516-DB4C661E3EE2}"/>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26</a:t>
            </a:fld>
            <a:endParaRPr lang="en-US" altLang="en-US">
              <a:solidFill>
                <a:srgbClr val="000000"/>
              </a:solidFill>
            </a:endParaRPr>
          </a:p>
        </p:txBody>
      </p:sp>
      <p:sp>
        <p:nvSpPr>
          <p:cNvPr id="51204" name="Rectangle 2">
            <a:extLst>
              <a:ext uri="{FF2B5EF4-FFF2-40B4-BE49-F238E27FC236}">
                <a16:creationId xmlns:a16="http://schemas.microsoft.com/office/drawing/2014/main" id="{075AD47F-D187-B745-BBFF-1A785E2C964A}"/>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0043A2C1-CA24-E718-9607-C89E3B33CA06}"/>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75285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AB8456-4E63-2C34-C5F5-E6F0425F8621}"/>
            </a:ext>
          </a:extLst>
        </p:cNvPr>
        <p:cNvGrpSpPr/>
        <p:nvPr/>
      </p:nvGrpSpPr>
      <p:grpSpPr>
        <a:xfrm>
          <a:off x="0" y="0"/>
          <a:ext cx="0" cy="0"/>
          <a:chOff x="0" y="0"/>
          <a:chExt cx="0" cy="0"/>
        </a:xfrm>
      </p:grpSpPr>
      <p:sp>
        <p:nvSpPr>
          <p:cNvPr id="51202" name="Rectangle 9">
            <a:extLst>
              <a:ext uri="{FF2B5EF4-FFF2-40B4-BE49-F238E27FC236}">
                <a16:creationId xmlns:a16="http://schemas.microsoft.com/office/drawing/2014/main" id="{B600EABD-25F2-A830-609A-B8AEFC01F89E}"/>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27</a:t>
            </a:fld>
            <a:endParaRPr lang="en-US" altLang="en-US">
              <a:solidFill>
                <a:srgbClr val="000000"/>
              </a:solidFill>
            </a:endParaRPr>
          </a:p>
        </p:txBody>
      </p:sp>
      <p:sp>
        <p:nvSpPr>
          <p:cNvPr id="51203" name="Text Box 1">
            <a:extLst>
              <a:ext uri="{FF2B5EF4-FFF2-40B4-BE49-F238E27FC236}">
                <a16:creationId xmlns:a16="http://schemas.microsoft.com/office/drawing/2014/main" id="{BEEB6EAC-03C6-BEC8-6C4F-B58B64CDBC7B}"/>
              </a:ext>
            </a:extLst>
          </p:cNvPr>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27</a:t>
            </a:fld>
            <a:endParaRPr lang="en-US" altLang="en-US">
              <a:solidFill>
                <a:srgbClr val="000000"/>
              </a:solidFill>
            </a:endParaRPr>
          </a:p>
        </p:txBody>
      </p:sp>
      <p:sp>
        <p:nvSpPr>
          <p:cNvPr id="51204" name="Rectangle 2">
            <a:extLst>
              <a:ext uri="{FF2B5EF4-FFF2-40B4-BE49-F238E27FC236}">
                <a16:creationId xmlns:a16="http://schemas.microsoft.com/office/drawing/2014/main" id="{0C149B08-EAEC-6686-C734-E0D06BDFDC0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a:extLst>
              <a:ext uri="{FF2B5EF4-FFF2-40B4-BE49-F238E27FC236}">
                <a16:creationId xmlns:a16="http://schemas.microsoft.com/office/drawing/2014/main" id="{8A302B3A-CD75-DCFA-040F-85C78C2D9993}"/>
              </a:ext>
            </a:extLst>
          </p:cNvPr>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11029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9"/>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fld id="{2ADB1242-91C5-4D98-9FA8-9FE0925435FE}" type="slidenum">
              <a:rPr lang="en-US" altLang="en-US">
                <a:solidFill>
                  <a:srgbClr val="000000"/>
                </a:solidFill>
              </a:rPr>
              <a:pPr/>
              <a:t>28</a:t>
            </a:fld>
            <a:endParaRPr lang="en-US" altLang="en-US">
              <a:solidFill>
                <a:srgbClr val="000000"/>
              </a:solidFill>
            </a:endParaRPr>
          </a:p>
        </p:txBody>
      </p:sp>
      <p:sp>
        <p:nvSpPr>
          <p:cNvPr id="51203" name="Text Box 1"/>
          <p:cNvSpPr txBox="1">
            <a:spLocks noChangeArrowheads="1"/>
          </p:cNvSpPr>
          <p:nvPr/>
        </p:nvSpPr>
        <p:spPr bwMode="auto">
          <a:xfrm>
            <a:off x="3884613" y="8685213"/>
            <a:ext cx="2970212"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chemeClr val="bg1"/>
                </a:solidFill>
                <a:latin typeface="Arial" panose="020B0604020202020204" pitchFamily="34" charset="0"/>
                <a:ea typeface="SimSun" panose="02010600030101010101" pitchFamily="2" charset="-122"/>
              </a:defRPr>
            </a:lvl9pPr>
          </a:lstStyle>
          <a:p>
            <a:pPr algn="r" eaLnBrk="1" hangingPunct="1">
              <a:buClrTx/>
              <a:buFontTx/>
              <a:buNone/>
            </a:pPr>
            <a:fld id="{A7C365F9-F261-46A1-9072-7FA9DD82304D}" type="slidenum">
              <a:rPr lang="en-US" altLang="en-US" smtClean="0">
                <a:solidFill>
                  <a:srgbClr val="000000"/>
                </a:solidFill>
              </a:rPr>
              <a:pPr algn="r" eaLnBrk="1" hangingPunct="1">
                <a:buClrTx/>
                <a:buFontTx/>
                <a:buNone/>
              </a:pPr>
              <a:t>28</a:t>
            </a:fld>
            <a:endParaRPr lang="en-US" altLang="en-US">
              <a:solidFill>
                <a:srgbClr val="000000"/>
              </a:solidFill>
            </a:endParaRPr>
          </a:p>
        </p:txBody>
      </p:sp>
      <p:sp>
        <p:nvSpPr>
          <p:cNvPr id="51204" name="Rectangle 2"/>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5" name="Rectangle 3"/>
          <p:cNvSpPr>
            <a:spLocks noGrp="1" noChangeArrowheads="1"/>
          </p:cNvSpPr>
          <p:nvPr>
            <p:ph type="body" idx="1"/>
          </p:nvPr>
        </p:nvSpPr>
        <p:spPr>
          <a:xfrm>
            <a:off x="685800" y="4343400"/>
            <a:ext cx="5486400" cy="4114800"/>
          </a:xfrm>
          <a:noFill/>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374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669EB09D-0BC4-4F76-AA3C-7A61B9424D2F}" type="slidenum">
              <a:rPr lang="en-US"/>
              <a:pPr/>
              <a:t>‹#›</a:t>
            </a:fld>
            <a:endParaRPr lang="en-US"/>
          </a:p>
        </p:txBody>
      </p:sp>
    </p:spTree>
    <p:extLst>
      <p:ext uri="{BB962C8B-B14F-4D97-AF65-F5344CB8AC3E}">
        <p14:creationId xmlns:p14="http://schemas.microsoft.com/office/powerpoint/2010/main" val="3084029603"/>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942B05A5-4299-4B16-BADF-9032CFECE052}" type="slidenum">
              <a:rPr lang="en-US"/>
              <a:pPr/>
              <a:t>‹#›</a:t>
            </a:fld>
            <a:endParaRPr lang="en-US"/>
          </a:p>
        </p:txBody>
      </p:sp>
    </p:spTree>
    <p:extLst>
      <p:ext uri="{BB962C8B-B14F-4D97-AF65-F5344CB8AC3E}">
        <p14:creationId xmlns:p14="http://schemas.microsoft.com/office/powerpoint/2010/main" val="2589243447"/>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00224564-28CA-4955-92EE-FE2B875134A4}" type="slidenum">
              <a:rPr lang="en-US"/>
              <a:pPr/>
              <a:t>‹#›</a:t>
            </a:fld>
            <a:endParaRPr lang="en-US"/>
          </a:p>
        </p:txBody>
      </p:sp>
    </p:spTree>
    <p:extLst>
      <p:ext uri="{BB962C8B-B14F-4D97-AF65-F5344CB8AC3E}">
        <p14:creationId xmlns:p14="http://schemas.microsoft.com/office/powerpoint/2010/main" val="3244828330"/>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7349B6AF-F900-42BC-A928-8C8A954115AB}" type="slidenum">
              <a:rPr lang="en-US"/>
              <a:pPr/>
              <a:t>‹#›</a:t>
            </a:fld>
            <a:endParaRPr lang="en-US"/>
          </a:p>
        </p:txBody>
      </p:sp>
    </p:spTree>
    <p:extLst>
      <p:ext uri="{BB962C8B-B14F-4D97-AF65-F5344CB8AC3E}">
        <p14:creationId xmlns:p14="http://schemas.microsoft.com/office/powerpoint/2010/main" val="200434067"/>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C8FB3329-7897-4EC3-B023-566900B8C059}" type="slidenum">
              <a:rPr lang="en-US"/>
              <a:pPr/>
              <a:t>‹#›</a:t>
            </a:fld>
            <a:endParaRPr lang="en-US"/>
          </a:p>
        </p:txBody>
      </p:sp>
    </p:spTree>
    <p:extLst>
      <p:ext uri="{BB962C8B-B14F-4D97-AF65-F5344CB8AC3E}">
        <p14:creationId xmlns:p14="http://schemas.microsoft.com/office/powerpoint/2010/main" val="3159658591"/>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080B4B13-2CF4-4C76-8503-7BAD66B3F1CE}" type="slidenum">
              <a:rPr lang="en-US"/>
              <a:pPr/>
              <a:t>‹#›</a:t>
            </a:fld>
            <a:endParaRPr lang="en-US"/>
          </a:p>
        </p:txBody>
      </p:sp>
    </p:spTree>
    <p:extLst>
      <p:ext uri="{BB962C8B-B14F-4D97-AF65-F5344CB8AC3E}">
        <p14:creationId xmlns:p14="http://schemas.microsoft.com/office/powerpoint/2010/main" val="2985665604"/>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6260F22D-C61C-4505-A08D-38E8570DBBF0}" type="slidenum">
              <a:rPr lang="en-US"/>
              <a:pPr/>
              <a:t>‹#›</a:t>
            </a:fld>
            <a:endParaRPr lang="en-US"/>
          </a:p>
        </p:txBody>
      </p:sp>
    </p:spTree>
    <p:extLst>
      <p:ext uri="{BB962C8B-B14F-4D97-AF65-F5344CB8AC3E}">
        <p14:creationId xmlns:p14="http://schemas.microsoft.com/office/powerpoint/2010/main" val="2071991924"/>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8E8714EB-CEF5-429F-B31B-D58B2989FCC2}" type="slidenum">
              <a:rPr lang="en-US"/>
              <a:pPr/>
              <a:t>‹#›</a:t>
            </a:fld>
            <a:endParaRPr lang="en-US"/>
          </a:p>
        </p:txBody>
      </p:sp>
    </p:spTree>
    <p:extLst>
      <p:ext uri="{BB962C8B-B14F-4D97-AF65-F5344CB8AC3E}">
        <p14:creationId xmlns:p14="http://schemas.microsoft.com/office/powerpoint/2010/main" val="4255313760"/>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8EA491AC-FAA4-4776-959D-4F3B6503B082}" type="slidenum">
              <a:rPr lang="en-US"/>
              <a:pPr/>
              <a:t>‹#›</a:t>
            </a:fld>
            <a:endParaRPr lang="en-US"/>
          </a:p>
        </p:txBody>
      </p:sp>
    </p:spTree>
    <p:extLst>
      <p:ext uri="{BB962C8B-B14F-4D97-AF65-F5344CB8AC3E}">
        <p14:creationId xmlns:p14="http://schemas.microsoft.com/office/powerpoint/2010/main" val="1370442988"/>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5E093BF2-2ED0-42FA-94F8-38DC5A0BDCC2}" type="slidenum">
              <a:rPr lang="en-US"/>
              <a:pPr/>
              <a:t>‹#›</a:t>
            </a:fld>
            <a:endParaRPr lang="en-US"/>
          </a:p>
        </p:txBody>
      </p:sp>
    </p:spTree>
    <p:extLst>
      <p:ext uri="{BB962C8B-B14F-4D97-AF65-F5344CB8AC3E}">
        <p14:creationId xmlns:p14="http://schemas.microsoft.com/office/powerpoint/2010/main" val="1588864527"/>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p:txBody>
          <a:bodyPr/>
          <a:lstStyle>
            <a:lvl1pPr defTabSz="457200" eaLnBrk="0" hangingPunct="0">
              <a:buClr>
                <a:srgbClr val="000000"/>
              </a:buClr>
              <a:buSzPct val="100000"/>
              <a:buFont typeface="Times New Roman" panose="02020603050405020304" pitchFamily="18" charset="0"/>
              <a:buNone/>
              <a:defRPr/>
            </a:lvl1pPr>
          </a:lstStyle>
          <a:p>
            <a:fld id="{1E84B291-C5AB-4DDA-A59F-C26E27316216}" type="slidenum">
              <a:rPr lang="en-US"/>
              <a:pPr/>
              <a:t>‹#›</a:t>
            </a:fld>
            <a:endParaRPr lang="en-US"/>
          </a:p>
        </p:txBody>
      </p:sp>
    </p:spTree>
    <p:extLst>
      <p:ext uri="{BB962C8B-B14F-4D97-AF65-F5344CB8AC3E}">
        <p14:creationId xmlns:p14="http://schemas.microsoft.com/office/powerpoint/2010/main" val="1556766503"/>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p:cNvSpPr>
            <a:spLocks noGrp="1" noChangeArrowheads="1"/>
          </p:cNvSpPr>
          <p:nvPr>
            <p:ph type="sldNum" idx="10"/>
          </p:nvPr>
        </p:nvSpPr>
        <p:spPr/>
        <p:txBody>
          <a:bodyPr/>
          <a:lstStyle>
            <a:lvl1pPr>
              <a:defRPr/>
            </a:lvl1pPr>
          </a:lstStyle>
          <a:p>
            <a:fld id="{23E6B807-CAFB-4444-A803-C8DD41C7C46A}" type="slidenum">
              <a:rPr lang="en-US"/>
              <a:pPr/>
              <a:t>‹#›</a:t>
            </a:fld>
            <a:endParaRPr lang="en-US"/>
          </a:p>
        </p:txBody>
      </p:sp>
    </p:spTree>
    <p:extLst>
      <p:ext uri="{BB962C8B-B14F-4D97-AF65-F5344CB8AC3E}">
        <p14:creationId xmlns:p14="http://schemas.microsoft.com/office/powerpoint/2010/main" val="936709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24051ABD-326E-4CDC-9143-38518A92A3B8}" type="slidenum">
              <a:rPr lang="en-US"/>
              <a:pPr/>
              <a:t>‹#›</a:t>
            </a:fld>
            <a:endParaRPr lang="en-US"/>
          </a:p>
        </p:txBody>
      </p:sp>
    </p:spTree>
    <p:extLst>
      <p:ext uri="{BB962C8B-B14F-4D97-AF65-F5344CB8AC3E}">
        <p14:creationId xmlns:p14="http://schemas.microsoft.com/office/powerpoint/2010/main" val="1523760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sldNum" idx="10"/>
          </p:nvPr>
        </p:nvSpPr>
        <p:spPr/>
        <p:txBody>
          <a:bodyPr/>
          <a:lstStyle>
            <a:lvl1pPr>
              <a:defRPr/>
            </a:lvl1pPr>
          </a:lstStyle>
          <a:p>
            <a:fld id="{804EBF3A-6BBD-4A98-B7CB-ACB2C5411DE6}" type="slidenum">
              <a:rPr lang="en-US"/>
              <a:pPr/>
              <a:t>‹#›</a:t>
            </a:fld>
            <a:endParaRPr lang="en-US"/>
          </a:p>
        </p:txBody>
      </p:sp>
    </p:spTree>
    <p:extLst>
      <p:ext uri="{BB962C8B-B14F-4D97-AF65-F5344CB8AC3E}">
        <p14:creationId xmlns:p14="http://schemas.microsoft.com/office/powerpoint/2010/main" val="568654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2" y="1600201"/>
            <a:ext cx="4035425" cy="452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5027" y="1600201"/>
            <a:ext cx="4037013" cy="452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sldNum" idx="10"/>
          </p:nvPr>
        </p:nvSpPr>
        <p:spPr/>
        <p:txBody>
          <a:bodyPr/>
          <a:lstStyle>
            <a:lvl1pPr>
              <a:defRPr/>
            </a:lvl1pPr>
          </a:lstStyle>
          <a:p>
            <a:fld id="{DE99D040-7436-4296-9019-0C95B31C194D}" type="slidenum">
              <a:rPr lang="en-US"/>
              <a:pPr/>
              <a:t>‹#›</a:t>
            </a:fld>
            <a:endParaRPr lang="en-US"/>
          </a:p>
        </p:txBody>
      </p:sp>
    </p:spTree>
    <p:extLst>
      <p:ext uri="{BB962C8B-B14F-4D97-AF65-F5344CB8AC3E}">
        <p14:creationId xmlns:p14="http://schemas.microsoft.com/office/powerpoint/2010/main" val="4150998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p:cNvSpPr>
            <a:spLocks noGrp="1" noChangeArrowheads="1"/>
          </p:cNvSpPr>
          <p:nvPr>
            <p:ph type="sldNum" idx="10"/>
          </p:nvPr>
        </p:nvSpPr>
        <p:spPr/>
        <p:txBody>
          <a:bodyPr/>
          <a:lstStyle>
            <a:lvl1pPr>
              <a:defRPr/>
            </a:lvl1pPr>
          </a:lstStyle>
          <a:p>
            <a:fld id="{B9E9BC9F-3107-4703-8324-A212D9CBB568}" type="slidenum">
              <a:rPr lang="en-US"/>
              <a:pPr/>
              <a:t>‹#›</a:t>
            </a:fld>
            <a:endParaRPr lang="en-US"/>
          </a:p>
        </p:txBody>
      </p:sp>
    </p:spTree>
    <p:extLst>
      <p:ext uri="{BB962C8B-B14F-4D97-AF65-F5344CB8AC3E}">
        <p14:creationId xmlns:p14="http://schemas.microsoft.com/office/powerpoint/2010/main" val="1038914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p:cNvSpPr>
            <a:spLocks noGrp="1" noChangeArrowheads="1"/>
          </p:cNvSpPr>
          <p:nvPr>
            <p:ph type="sldNum" idx="10"/>
          </p:nvPr>
        </p:nvSpPr>
        <p:spPr/>
        <p:txBody>
          <a:bodyPr/>
          <a:lstStyle>
            <a:lvl1pPr>
              <a:defRPr/>
            </a:lvl1pPr>
          </a:lstStyle>
          <a:p>
            <a:fld id="{5E81B7D5-3F8B-42B3-9FD8-DCBBFE6F6D50}" type="slidenum">
              <a:rPr lang="en-US"/>
              <a:pPr/>
              <a:t>‹#›</a:t>
            </a:fld>
            <a:endParaRPr lang="en-US"/>
          </a:p>
        </p:txBody>
      </p:sp>
    </p:spTree>
    <p:extLst>
      <p:ext uri="{BB962C8B-B14F-4D97-AF65-F5344CB8AC3E}">
        <p14:creationId xmlns:p14="http://schemas.microsoft.com/office/powerpoint/2010/main" val="1623847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idx="10"/>
          </p:nvPr>
        </p:nvSpPr>
        <p:spPr/>
        <p:txBody>
          <a:bodyPr/>
          <a:lstStyle>
            <a:lvl1pPr>
              <a:defRPr/>
            </a:lvl1pPr>
          </a:lstStyle>
          <a:p>
            <a:fld id="{6667237A-FC3C-4853-86F8-64DDB61757DB}" type="slidenum">
              <a:rPr lang="en-US"/>
              <a:pPr/>
              <a:t>‹#›</a:t>
            </a:fld>
            <a:endParaRPr lang="en-US"/>
          </a:p>
        </p:txBody>
      </p:sp>
    </p:spTree>
    <p:extLst>
      <p:ext uri="{BB962C8B-B14F-4D97-AF65-F5344CB8AC3E}">
        <p14:creationId xmlns:p14="http://schemas.microsoft.com/office/powerpoint/2010/main" val="691625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idx="10"/>
          </p:nvPr>
        </p:nvSpPr>
        <p:spPr/>
        <p:txBody>
          <a:bodyPr/>
          <a:lstStyle>
            <a:lvl1pPr>
              <a:defRPr/>
            </a:lvl1pPr>
          </a:lstStyle>
          <a:p>
            <a:fld id="{F8EBFD46-18CA-43D2-A4D0-0ED0BF3FA642}" type="slidenum">
              <a:rPr lang="en-US"/>
              <a:pPr/>
              <a:t>‹#›</a:t>
            </a:fld>
            <a:endParaRPr lang="en-US"/>
          </a:p>
        </p:txBody>
      </p:sp>
    </p:spTree>
    <p:extLst>
      <p:ext uri="{BB962C8B-B14F-4D97-AF65-F5344CB8AC3E}">
        <p14:creationId xmlns:p14="http://schemas.microsoft.com/office/powerpoint/2010/main" val="2464819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sldNum" idx="10"/>
          </p:nvPr>
        </p:nvSpPr>
        <p:spPr/>
        <p:txBody>
          <a:bodyPr/>
          <a:lstStyle>
            <a:lvl1pPr>
              <a:defRPr/>
            </a:lvl1pPr>
          </a:lstStyle>
          <a:p>
            <a:fld id="{635B117E-F174-4EE2-88BA-C604F3265533}" type="slidenum">
              <a:rPr lang="en-US"/>
              <a:pPr/>
              <a:t>‹#›</a:t>
            </a:fld>
            <a:endParaRPr lang="en-US"/>
          </a:p>
        </p:txBody>
      </p:sp>
    </p:spTree>
    <p:extLst>
      <p:ext uri="{BB962C8B-B14F-4D97-AF65-F5344CB8AC3E}">
        <p14:creationId xmlns:p14="http://schemas.microsoft.com/office/powerpoint/2010/main" val="3660921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3A0E09B0-ED53-4D2D-88EC-FBF6A039D420}" type="slidenum">
              <a:rPr lang="en-US"/>
              <a:pPr/>
              <a:t>‹#›</a:t>
            </a:fld>
            <a:endParaRPr lang="en-US"/>
          </a:p>
        </p:txBody>
      </p:sp>
    </p:spTree>
    <p:extLst>
      <p:ext uri="{BB962C8B-B14F-4D97-AF65-F5344CB8AC3E}">
        <p14:creationId xmlns:p14="http://schemas.microsoft.com/office/powerpoint/2010/main" val="3200268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7" y="274638"/>
            <a:ext cx="2055813" cy="5846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1" y="274638"/>
            <a:ext cx="6016625" cy="5846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idx="10"/>
          </p:nvPr>
        </p:nvSpPr>
        <p:spPr/>
        <p:txBody>
          <a:bodyPr/>
          <a:lstStyle>
            <a:lvl1pPr>
              <a:defRPr/>
            </a:lvl1pPr>
          </a:lstStyle>
          <a:p>
            <a:fld id="{A9BD6AFA-B429-4A6E-8354-B36B4110B9F9}" type="slidenum">
              <a:rPr lang="en-US"/>
              <a:pPr/>
              <a:t>‹#›</a:t>
            </a:fld>
            <a:endParaRPr lang="en-US"/>
          </a:p>
        </p:txBody>
      </p:sp>
    </p:spTree>
    <p:extLst>
      <p:ext uri="{BB962C8B-B14F-4D97-AF65-F5344CB8AC3E}">
        <p14:creationId xmlns:p14="http://schemas.microsoft.com/office/powerpoint/2010/main" val="211131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4572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defTabSz="914400" eaLnBrk="1" hangingPunct="1">
              <a:buClrTx/>
              <a:buSzTx/>
              <a:buFontTx/>
              <a:buNone/>
              <a:defRPr sz="1400">
                <a:solidFill>
                  <a:srgbClr val="000000"/>
                </a:solidFill>
              </a:defRPr>
            </a:lvl1pPr>
          </a:lstStyle>
          <a:p>
            <a:fld id="{527EBA45-893D-4BE6-8F5F-967691E03E2E}" type="slidenum">
              <a:rPr lang="en-US" smtClean="0"/>
              <a:pPr/>
              <a:t>‹#›</a:t>
            </a:fld>
            <a:endParaRPr lang="en-US"/>
          </a:p>
        </p:txBody>
      </p:sp>
      <p:pic>
        <p:nvPicPr>
          <p:cNvPr id="2053" name="Picture 7" descr="slide3_gray"/>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3062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Bar dir="vert"/>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274638"/>
            <a:ext cx="8224838"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2"/>
          <p:cNvSpPr>
            <a:spLocks noGrp="1" noChangeArrowheads="1"/>
          </p:cNvSpPr>
          <p:nvPr>
            <p:ph type="body" idx="1"/>
          </p:nvPr>
        </p:nvSpPr>
        <p:spPr bwMode="auto">
          <a:xfrm>
            <a:off x="457200" y="1600200"/>
            <a:ext cx="8224838"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p:cNvSpPr>
            <a:spLocks noGrp="1" noChangeArrowheads="1"/>
          </p:cNvSpPr>
          <p:nvPr>
            <p:ph type="sldNum"/>
          </p:nvPr>
        </p:nvSpPr>
        <p:spPr bwMode="auto">
          <a:xfrm>
            <a:off x="457200" y="6381750"/>
            <a:ext cx="2128838"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FFFFFF"/>
                </a:solidFill>
              </a:defRPr>
            </a:lvl1pPr>
          </a:lstStyle>
          <a:p>
            <a:fld id="{BB1521A8-D743-4CA5-9AEF-2054D95125FB}" type="slidenum">
              <a:rPr lang="en-US" smtClean="0"/>
              <a:pPr/>
              <a:t>‹#›</a:t>
            </a:fld>
            <a:endParaRPr lang="en-US"/>
          </a:p>
        </p:txBody>
      </p:sp>
      <p:pic>
        <p:nvPicPr>
          <p:cNvPr id="1029" name="Picture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166971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2pPr>
      <a:lvl3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3pPr>
      <a:lvl4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4pPr>
      <a:lvl5pPr algn="ctr" defTabSz="457200" rtl="0" eaLnBrk="0" fontAlgn="base" hangingPunct="0">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SimSun" charset="-122"/>
        </a:defRPr>
      </a:lvl5pPr>
      <a:lvl6pPr marL="25146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6pPr>
      <a:lvl7pPr marL="29718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7pPr>
      <a:lvl8pPr marL="34290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8pPr>
      <a:lvl9pPr marL="3886200" indent="-228600" algn="ctr" defTabSz="457200" rtl="0" eaLnBrk="0" fontAlgn="base" hangingPunct="0">
        <a:spcBef>
          <a:spcPct val="0"/>
        </a:spcBef>
        <a:spcAft>
          <a:spcPct val="0"/>
        </a:spcAft>
        <a:buClr>
          <a:srgbClr val="000000"/>
        </a:buClr>
        <a:buSzPct val="100000"/>
        <a:buFont typeface="Times New Roman" pitchFamily="16" charset="0"/>
        <a:defRPr sz="4400">
          <a:solidFill>
            <a:srgbClr val="000000"/>
          </a:solidFill>
          <a:latin typeface="Arial" charset="0"/>
          <a:ea typeface="SimSun" charset="-122"/>
        </a:defRPr>
      </a:lvl9pPr>
    </p:titleStyle>
    <p:bodyStyle>
      <a:lvl1pPr marL="342900" indent="-342900" algn="l" defTabSz="457200" rtl="0" eaLnBrk="0" fontAlgn="base" hangingPunct="0">
        <a:spcBef>
          <a:spcPts val="800"/>
        </a:spcBef>
        <a:spcAft>
          <a:spcPct val="0"/>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57200"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defRPr>
      </a:lvl2pPr>
      <a:lvl3pPr marL="1143000" indent="-228600" algn="l" defTabSz="457200" rtl="0" eaLnBrk="0" fontAlgn="base" hangingPunct="0">
        <a:spcBef>
          <a:spcPts val="600"/>
        </a:spcBef>
        <a:spcAft>
          <a:spcPct val="0"/>
        </a:spcAft>
        <a:buClr>
          <a:srgbClr val="000000"/>
        </a:buClr>
        <a:buSzPct val="100000"/>
        <a:buFont typeface="Times New Roman" panose="02020603050405020304" pitchFamily="18" charset="0"/>
        <a:defRPr sz="2400">
          <a:solidFill>
            <a:srgbClr val="000000"/>
          </a:solidFill>
          <a:latin typeface="+mn-lt"/>
          <a:ea typeface="+mn-ea"/>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ea typeface="+mn-ea"/>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6pPr>
      <a:lvl7pPr marL="29718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7pPr>
      <a:lvl8pPr marL="34290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8pPr>
      <a:lvl9pPr marL="38862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hyperlink" Target="https://www.postgresql.org/download/" TargetMode="External"/><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hyperlink" Target="https://www.postgresqltutorial.com/postgresql-getting-started/install-postgresq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8.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8.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18273A-033E-22FC-1600-18C371CDD49F}"/>
              </a:ext>
            </a:extLst>
          </p:cNvPr>
          <p:cNvSpPr txBox="1"/>
          <p:nvPr/>
        </p:nvSpPr>
        <p:spPr>
          <a:xfrm>
            <a:off x="186635" y="477002"/>
            <a:ext cx="8567056"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4400">
                <a:solidFill>
                  <a:srgbClr val="FFFFFF"/>
                </a:solidFill>
                <a:latin typeface="Arial"/>
                <a:ea typeface="Calibri"/>
                <a:cs typeface="Arial"/>
              </a:rPr>
              <a:t>PostgreSQL: Basic</a:t>
            </a:r>
            <a:endParaRPr lang="en-IN" sz="4400">
              <a:solidFill>
                <a:srgbClr val="FFFFFF"/>
              </a:solidFill>
              <a:latin typeface="Arial"/>
              <a:cs typeface="Arial"/>
            </a:endParaRPr>
          </a:p>
        </p:txBody>
      </p:sp>
    </p:spTree>
    <p:extLst>
      <p:ext uri="{BB962C8B-B14F-4D97-AF65-F5344CB8AC3E}">
        <p14:creationId xmlns:p14="http://schemas.microsoft.com/office/powerpoint/2010/main" val="3610702949"/>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D8D2E6-41C6-CBA5-4F04-30EA59B309C8}"/>
              </a:ext>
            </a:extLst>
          </p:cNvPr>
          <p:cNvSpPr txBox="1"/>
          <p:nvPr/>
        </p:nvSpPr>
        <p:spPr>
          <a:xfrm>
            <a:off x="293116" y="1983547"/>
            <a:ext cx="8371906"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272525"/>
                </a:solidFill>
                <a:latin typeface="Calibri"/>
                <a:ea typeface="SimSun"/>
                <a:cs typeface="Segoe UI"/>
              </a:rPr>
              <a:t>​Welcome to this comprehensive overview of PostgreSQL and how to use it with </a:t>
            </a:r>
            <a:r>
              <a:rPr lang="en-US" sz="2000" err="1">
                <a:solidFill>
                  <a:srgbClr val="272525"/>
                </a:solidFill>
                <a:latin typeface="Calibri"/>
                <a:ea typeface="SimSun"/>
                <a:cs typeface="Segoe UI"/>
              </a:rPr>
              <a:t>pgAdmin</a:t>
            </a:r>
            <a:r>
              <a:rPr lang="en-US" sz="2000">
                <a:solidFill>
                  <a:srgbClr val="272525"/>
                </a:solidFill>
                <a:latin typeface="Calibri"/>
                <a:ea typeface="SimSun"/>
                <a:cs typeface="Segoe UI"/>
              </a:rPr>
              <a:t>. Discover the amazing features and learn how to set up and manage databases with ease. we will explore the importance of PostgreSQL, dive into its key features, and learn how to perform basic SQL operations using </a:t>
            </a:r>
            <a:r>
              <a:rPr lang="en-US" sz="2000" err="1">
                <a:solidFill>
                  <a:srgbClr val="272525"/>
                </a:solidFill>
                <a:latin typeface="Calibri"/>
                <a:ea typeface="SimSun"/>
                <a:cs typeface="Segoe UI"/>
              </a:rPr>
              <a:t>pgAdmin</a:t>
            </a:r>
            <a:r>
              <a:rPr lang="en-US" sz="2000">
                <a:solidFill>
                  <a:srgbClr val="272525"/>
                </a:solidFill>
                <a:latin typeface="Calibri"/>
                <a:ea typeface="SimSun"/>
                <a:cs typeface="Segoe UI"/>
              </a:rPr>
              <a:t>.</a:t>
            </a:r>
            <a:endParaRPr lang="en-US" sz="2000">
              <a:latin typeface="Calibri"/>
              <a:cs typeface="Calibri"/>
            </a:endParaRPr>
          </a:p>
        </p:txBody>
      </p:sp>
      <p:sp>
        <p:nvSpPr>
          <p:cNvPr id="3" name="TextBox 2">
            <a:extLst>
              <a:ext uri="{FF2B5EF4-FFF2-40B4-BE49-F238E27FC236}">
                <a16:creationId xmlns:a16="http://schemas.microsoft.com/office/drawing/2014/main" id="{1D2E9C93-3002-C352-FC29-67E064F46CA5}"/>
              </a:ext>
            </a:extLst>
          </p:cNvPr>
          <p:cNvSpPr txBox="1"/>
          <p:nvPr/>
        </p:nvSpPr>
        <p:spPr>
          <a:xfrm>
            <a:off x="287076" y="215325"/>
            <a:ext cx="886037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SimSun"/>
                <a:cs typeface="Calibri"/>
              </a:rPr>
              <a:t>Overview​</a:t>
            </a:r>
            <a:endParaRPr lang="en-US" b="1">
              <a:ea typeface="SimSun"/>
              <a:cs typeface="Arial" panose="020B0604020202020204" pitchFamily="34" charset="0"/>
            </a:endParaRPr>
          </a:p>
        </p:txBody>
      </p:sp>
    </p:spTree>
    <p:extLst>
      <p:ext uri="{BB962C8B-B14F-4D97-AF65-F5344CB8AC3E}">
        <p14:creationId xmlns:p14="http://schemas.microsoft.com/office/powerpoint/2010/main" val="218233322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A7D83A-7C2F-A2E9-9E67-61D4A73715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3D08E6-ECD1-0C5A-0BD8-42F38ECC7ABF}"/>
              </a:ext>
            </a:extLst>
          </p:cNvPr>
          <p:cNvSpPr txBox="1"/>
          <p:nvPr/>
        </p:nvSpPr>
        <p:spPr>
          <a:xfrm>
            <a:off x="311926" y="242406"/>
            <a:ext cx="88326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Calibri"/>
                <a:ea typeface="Calibri"/>
                <a:cs typeface="Calibri"/>
              </a:rPr>
              <a:t>What is PostgreSQL? </a:t>
            </a:r>
            <a:endParaRPr lang="en-US"/>
          </a:p>
        </p:txBody>
      </p:sp>
      <p:sp>
        <p:nvSpPr>
          <p:cNvPr id="4" name="TextBox 3">
            <a:extLst>
              <a:ext uri="{FF2B5EF4-FFF2-40B4-BE49-F238E27FC236}">
                <a16:creationId xmlns:a16="http://schemas.microsoft.com/office/drawing/2014/main" id="{7BC958F2-2B8D-807E-7CC9-1560837AA38F}"/>
              </a:ext>
            </a:extLst>
          </p:cNvPr>
          <p:cNvSpPr txBox="1"/>
          <p:nvPr/>
        </p:nvSpPr>
        <p:spPr>
          <a:xfrm>
            <a:off x="315301" y="1817937"/>
            <a:ext cx="8509427"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272525"/>
                </a:solidFill>
                <a:latin typeface="Calibri"/>
                <a:ea typeface="SimSun"/>
                <a:cs typeface="Arial"/>
              </a:rPr>
              <a:t>PostgreSQL (Postgres) is a powerful, free, open-source object-relational database system known for its reliability, flexibility, and advanced features, supporting both SQL (relational) and JSON (non-relational) data, used widely for web, mobile, geospatial, and analytical applications. It's highly compliant with standards, offers robust transaction support (ACID), and runs on most operating systems, making it a popular choice for everything from small projects to large data warehouses.</a:t>
            </a:r>
            <a:r>
              <a:rPr lang="en-US" sz="2000">
                <a:solidFill>
                  <a:srgbClr val="272525"/>
                </a:solidFill>
                <a:latin typeface="Calibri"/>
                <a:ea typeface="Calibri"/>
                <a:cs typeface="Arial"/>
              </a:rPr>
              <a:t> </a:t>
            </a:r>
            <a:endParaRPr lang="en-US">
              <a:latin typeface="Calibri"/>
              <a:cs typeface="Calibri"/>
            </a:endParaRPr>
          </a:p>
        </p:txBody>
      </p:sp>
    </p:spTree>
    <p:extLst>
      <p:ext uri="{BB962C8B-B14F-4D97-AF65-F5344CB8AC3E}">
        <p14:creationId xmlns:p14="http://schemas.microsoft.com/office/powerpoint/2010/main" val="3703177003"/>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D03F7A-A4A6-C4D6-FC91-C141DCF36F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8B2B79-C291-B802-7F20-D60BDE2E161E}"/>
              </a:ext>
            </a:extLst>
          </p:cNvPr>
          <p:cNvSpPr txBox="1"/>
          <p:nvPr/>
        </p:nvSpPr>
        <p:spPr>
          <a:xfrm>
            <a:off x="299502" y="260992"/>
            <a:ext cx="88450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Calibri"/>
              </a:rPr>
              <a:t>Features of PostgreSQL</a:t>
            </a:r>
            <a:endParaRPr lang="en-US" sz="4800" b="1">
              <a:latin typeface="Calibri"/>
              <a:cs typeface="Calibri"/>
            </a:endParaRPr>
          </a:p>
        </p:txBody>
      </p:sp>
      <p:sp>
        <p:nvSpPr>
          <p:cNvPr id="4" name="TextBox 3">
            <a:extLst>
              <a:ext uri="{FF2B5EF4-FFF2-40B4-BE49-F238E27FC236}">
                <a16:creationId xmlns:a16="http://schemas.microsoft.com/office/drawing/2014/main" id="{1BB1BF5A-E202-A65B-1065-32719C9A989F}"/>
              </a:ext>
            </a:extLst>
          </p:cNvPr>
          <p:cNvSpPr txBox="1"/>
          <p:nvPr/>
        </p:nvSpPr>
        <p:spPr>
          <a:xfrm>
            <a:off x="313235" y="222080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Arial"/>
              </a:rPr>
              <a:t>Relational Database</a:t>
            </a:r>
          </a:p>
        </p:txBody>
      </p:sp>
      <p:sp>
        <p:nvSpPr>
          <p:cNvPr id="6" name="TextBox 5">
            <a:extLst>
              <a:ext uri="{FF2B5EF4-FFF2-40B4-BE49-F238E27FC236}">
                <a16:creationId xmlns:a16="http://schemas.microsoft.com/office/drawing/2014/main" id="{E6B0096E-CEFD-2447-2F2E-7221496AD6D6}"/>
              </a:ext>
            </a:extLst>
          </p:cNvPr>
          <p:cNvSpPr txBox="1"/>
          <p:nvPr/>
        </p:nvSpPr>
        <p:spPr>
          <a:xfrm>
            <a:off x="313235" y="2481878"/>
            <a:ext cx="827860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Arial"/>
              </a:rPr>
              <a:t>PostgreSQL offers full support for tables, relationships, and SQL queries, making it ideal for managing structured data.​</a:t>
            </a:r>
          </a:p>
        </p:txBody>
      </p:sp>
      <p:sp>
        <p:nvSpPr>
          <p:cNvPr id="8" name="TextBox 7">
            <a:extLst>
              <a:ext uri="{FF2B5EF4-FFF2-40B4-BE49-F238E27FC236}">
                <a16:creationId xmlns:a16="http://schemas.microsoft.com/office/drawing/2014/main" id="{5EF621BD-C67C-698D-2614-15350859F3D7}"/>
              </a:ext>
            </a:extLst>
          </p:cNvPr>
          <p:cNvSpPr txBox="1"/>
          <p:nvPr/>
        </p:nvSpPr>
        <p:spPr>
          <a:xfrm>
            <a:off x="315295" y="315175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Arial"/>
              </a:rPr>
              <a:t>Extensibility​</a:t>
            </a:r>
          </a:p>
        </p:txBody>
      </p:sp>
      <p:sp>
        <p:nvSpPr>
          <p:cNvPr id="9" name="TextBox 8">
            <a:extLst>
              <a:ext uri="{FF2B5EF4-FFF2-40B4-BE49-F238E27FC236}">
                <a16:creationId xmlns:a16="http://schemas.microsoft.com/office/drawing/2014/main" id="{D3D81006-FA4B-E765-1E07-7BBA1CA7213D}"/>
              </a:ext>
            </a:extLst>
          </p:cNvPr>
          <p:cNvSpPr txBox="1"/>
          <p:nvPr/>
        </p:nvSpPr>
        <p:spPr>
          <a:xfrm>
            <a:off x="315295" y="3426326"/>
            <a:ext cx="82782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Arial"/>
              </a:rPr>
              <a:t>With support for custom data types, functions, and extensions, PostgreSQL allows developers to tailor the database to their specific needs.​</a:t>
            </a:r>
          </a:p>
        </p:txBody>
      </p:sp>
      <p:sp>
        <p:nvSpPr>
          <p:cNvPr id="10" name="TextBox 9">
            <a:extLst>
              <a:ext uri="{FF2B5EF4-FFF2-40B4-BE49-F238E27FC236}">
                <a16:creationId xmlns:a16="http://schemas.microsoft.com/office/drawing/2014/main" id="{BA0A8A85-FF7B-34A9-7F33-4314C6626D54}"/>
              </a:ext>
            </a:extLst>
          </p:cNvPr>
          <p:cNvSpPr txBox="1"/>
          <p:nvPr/>
        </p:nvSpPr>
        <p:spPr>
          <a:xfrm>
            <a:off x="323579" y="411125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Arial"/>
              </a:rPr>
              <a:t>Data Integrity​</a:t>
            </a:r>
            <a:endParaRPr lang="en-US">
              <a:cs typeface="Arial" panose="020B0604020202020204" pitchFamily="34" charset="0"/>
            </a:endParaRPr>
          </a:p>
        </p:txBody>
      </p:sp>
      <p:sp>
        <p:nvSpPr>
          <p:cNvPr id="11" name="TextBox 10">
            <a:extLst>
              <a:ext uri="{FF2B5EF4-FFF2-40B4-BE49-F238E27FC236}">
                <a16:creationId xmlns:a16="http://schemas.microsoft.com/office/drawing/2014/main" id="{882C51FF-7315-0EE0-AB59-E0C0013C2EB3}"/>
              </a:ext>
            </a:extLst>
          </p:cNvPr>
          <p:cNvSpPr txBox="1"/>
          <p:nvPr/>
        </p:nvSpPr>
        <p:spPr>
          <a:xfrm>
            <a:off x="323578" y="4400208"/>
            <a:ext cx="82792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Arial"/>
              </a:rPr>
              <a:t>PostgreSQL ensures data integrity with features such as constraints, triggers, and transactions, ensuring reliable and accurate data.​</a:t>
            </a:r>
          </a:p>
        </p:txBody>
      </p:sp>
      <p:sp>
        <p:nvSpPr>
          <p:cNvPr id="2" name="TextBox 1">
            <a:extLst>
              <a:ext uri="{FF2B5EF4-FFF2-40B4-BE49-F238E27FC236}">
                <a16:creationId xmlns:a16="http://schemas.microsoft.com/office/drawing/2014/main" id="{60137F7C-3BF2-F2FD-394A-5E6BBEE76A42}"/>
              </a:ext>
            </a:extLst>
          </p:cNvPr>
          <p:cNvSpPr txBox="1"/>
          <p:nvPr/>
        </p:nvSpPr>
        <p:spPr>
          <a:xfrm>
            <a:off x="320660" y="5404683"/>
            <a:ext cx="63201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rgbClr val="0A0A0A"/>
                </a:solidFill>
                <a:latin typeface="Calibri"/>
                <a:ea typeface="Google Sans"/>
                <a:cs typeface="Google Sans"/>
              </a:rPr>
              <a:t>Works on Windows, Linux, macOS, and more.</a:t>
            </a:r>
            <a:endParaRPr lang="en-US">
              <a:cs typeface="Arial" panose="020B0604020202020204" pitchFamily="34" charset="0"/>
            </a:endParaRPr>
          </a:p>
        </p:txBody>
      </p:sp>
      <p:sp>
        <p:nvSpPr>
          <p:cNvPr id="5" name="TextBox 4">
            <a:extLst>
              <a:ext uri="{FF2B5EF4-FFF2-40B4-BE49-F238E27FC236}">
                <a16:creationId xmlns:a16="http://schemas.microsoft.com/office/drawing/2014/main" id="{3E4DF0D1-A705-3E3F-4172-B928B435A854}"/>
              </a:ext>
            </a:extLst>
          </p:cNvPr>
          <p:cNvSpPr txBox="1"/>
          <p:nvPr/>
        </p:nvSpPr>
        <p:spPr>
          <a:xfrm>
            <a:off x="323578" y="512495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Arial"/>
              </a:rPr>
              <a:t>Cross-Platform</a:t>
            </a:r>
            <a:endParaRPr lang="en-US"/>
          </a:p>
        </p:txBody>
      </p:sp>
      <p:sp>
        <p:nvSpPr>
          <p:cNvPr id="7" name="TextBox 6">
            <a:extLst>
              <a:ext uri="{FF2B5EF4-FFF2-40B4-BE49-F238E27FC236}">
                <a16:creationId xmlns:a16="http://schemas.microsoft.com/office/drawing/2014/main" id="{9981A915-35CB-A52E-DE20-1136C8DBB4C2}"/>
              </a:ext>
            </a:extLst>
          </p:cNvPr>
          <p:cNvSpPr txBox="1"/>
          <p:nvPr/>
        </p:nvSpPr>
        <p:spPr>
          <a:xfrm>
            <a:off x="302891" y="150707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Arial"/>
              </a:rPr>
              <a:t>Open Source</a:t>
            </a:r>
            <a:endParaRPr lang="en-US"/>
          </a:p>
        </p:txBody>
      </p:sp>
      <p:sp>
        <p:nvSpPr>
          <p:cNvPr id="12" name="TextBox 11">
            <a:extLst>
              <a:ext uri="{FF2B5EF4-FFF2-40B4-BE49-F238E27FC236}">
                <a16:creationId xmlns:a16="http://schemas.microsoft.com/office/drawing/2014/main" id="{E1B090F1-0FDF-8AF1-8A0F-9A1AF885F6C2}"/>
              </a:ext>
            </a:extLst>
          </p:cNvPr>
          <p:cNvSpPr txBox="1"/>
          <p:nvPr/>
        </p:nvSpPr>
        <p:spPr>
          <a:xfrm>
            <a:off x="320661" y="1805009"/>
            <a:ext cx="4572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rgbClr val="0A0A0A"/>
                </a:solidFill>
                <a:latin typeface="Calibri"/>
                <a:ea typeface="Google Sans"/>
                <a:cs typeface="Google Sans"/>
              </a:rPr>
              <a:t>Free to use, with a strong community backing.</a:t>
            </a:r>
            <a:endParaRPr lang="en-US" sz="1800">
              <a:latin typeface="Calibri"/>
              <a:cs typeface="Calibri"/>
            </a:endParaRPr>
          </a:p>
        </p:txBody>
      </p:sp>
    </p:spTree>
    <p:extLst>
      <p:ext uri="{BB962C8B-B14F-4D97-AF65-F5344CB8AC3E}">
        <p14:creationId xmlns:p14="http://schemas.microsoft.com/office/powerpoint/2010/main" val="2981981520"/>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E29E7FE-EA3F-3067-819B-87F48C8E5B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11E5BC-5B3F-F43D-029F-7C1BA3FC8968}"/>
              </a:ext>
            </a:extLst>
          </p:cNvPr>
          <p:cNvSpPr txBox="1"/>
          <p:nvPr/>
        </p:nvSpPr>
        <p:spPr>
          <a:xfrm>
            <a:off x="311926" y="260992"/>
            <a:ext cx="88326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Calibri"/>
              </a:rPr>
              <a:t>How to install &amp; set up?</a:t>
            </a:r>
          </a:p>
        </p:txBody>
      </p:sp>
      <p:sp>
        <p:nvSpPr>
          <p:cNvPr id="2" name="TextBox 1">
            <a:extLst>
              <a:ext uri="{FF2B5EF4-FFF2-40B4-BE49-F238E27FC236}">
                <a16:creationId xmlns:a16="http://schemas.microsoft.com/office/drawing/2014/main" id="{35177054-7B1C-A50A-6CAE-52AD2472C01D}"/>
              </a:ext>
            </a:extLst>
          </p:cNvPr>
          <p:cNvSpPr txBox="1"/>
          <p:nvPr/>
        </p:nvSpPr>
        <p:spPr>
          <a:xfrm>
            <a:off x="830767" y="1955180"/>
            <a:ext cx="725014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800">
                <a:solidFill>
                  <a:schemeClr val="tx1"/>
                </a:solidFill>
                <a:latin typeface="Calibri"/>
                <a:ea typeface="SimSun"/>
                <a:cs typeface="Arial"/>
              </a:rPr>
              <a:t>Download the PostgreSQL installer from the official website.​</a:t>
            </a:r>
            <a:endParaRPr lang="en-US" sz="1800">
              <a:solidFill>
                <a:schemeClr val="tx1"/>
              </a:solidFill>
              <a:latin typeface="Calibri"/>
              <a:cs typeface="Arial"/>
            </a:endParaRPr>
          </a:p>
          <a:p>
            <a:pPr marL="342900" indent="-342900">
              <a:buAutoNum type="arabicPeriod"/>
            </a:pPr>
            <a:endParaRPr lang="en-US" sz="1800">
              <a:solidFill>
                <a:schemeClr val="tx1"/>
              </a:solidFill>
              <a:latin typeface="Calibri"/>
              <a:ea typeface="SimSun"/>
              <a:cs typeface="Arial"/>
            </a:endParaRPr>
          </a:p>
          <a:p>
            <a:pPr marL="342900" indent="-342900">
              <a:buAutoNum type="arabicPeriod"/>
            </a:pPr>
            <a:r>
              <a:rPr lang="en-US" sz="1800">
                <a:solidFill>
                  <a:schemeClr val="tx1"/>
                </a:solidFill>
                <a:latin typeface="Calibri"/>
                <a:ea typeface="SimSun"/>
                <a:cs typeface="Arial"/>
              </a:rPr>
              <a:t>Run the installer and follow the on-screen instructions to complete the installation. </a:t>
            </a:r>
            <a:endParaRPr lang="en-US" sz="1800">
              <a:solidFill>
                <a:schemeClr val="tx1"/>
              </a:solidFill>
              <a:latin typeface="Calibri"/>
              <a:cs typeface="Arial" panose="020B0604020202020204" pitchFamily="34" charset="0"/>
            </a:endParaRPr>
          </a:p>
          <a:p>
            <a:pPr marL="342900" indent="-342900">
              <a:buAutoNum type="arabicPeriod"/>
            </a:pPr>
            <a:endParaRPr lang="en-US" sz="1800">
              <a:solidFill>
                <a:schemeClr val="tx1"/>
              </a:solidFill>
              <a:latin typeface="Calibri"/>
              <a:ea typeface="SimSun"/>
              <a:cs typeface="Arial"/>
            </a:endParaRPr>
          </a:p>
          <a:p>
            <a:pPr marL="342900" indent="-342900">
              <a:buAutoNum type="arabicPeriod"/>
            </a:pPr>
            <a:r>
              <a:rPr lang="en-US" sz="1800">
                <a:solidFill>
                  <a:schemeClr val="tx1"/>
                </a:solidFill>
                <a:latin typeface="Calibri"/>
                <a:ea typeface="SimSun"/>
                <a:cs typeface="Arial"/>
              </a:rPr>
              <a:t>Configure the installation settings, including the database superuser password and port number. </a:t>
            </a:r>
            <a:endParaRPr lang="en-US" sz="1800">
              <a:solidFill>
                <a:schemeClr val="tx1"/>
              </a:solidFill>
              <a:latin typeface="Calibri"/>
              <a:cs typeface="Arial" panose="020B0604020202020204" pitchFamily="34" charset="0"/>
            </a:endParaRPr>
          </a:p>
          <a:p>
            <a:pPr marL="342900" indent="-342900">
              <a:buAutoNum type="arabicPeriod"/>
            </a:pPr>
            <a:endParaRPr lang="en-US" sz="1800">
              <a:solidFill>
                <a:schemeClr val="tx1"/>
              </a:solidFill>
              <a:latin typeface="Calibri"/>
              <a:ea typeface="SimSun"/>
              <a:cs typeface="Arial"/>
            </a:endParaRPr>
          </a:p>
          <a:p>
            <a:pPr marL="342900" indent="-342900">
              <a:buAutoNum type="arabicPeriod"/>
            </a:pPr>
            <a:r>
              <a:rPr lang="en-US" sz="1800">
                <a:solidFill>
                  <a:schemeClr val="tx1"/>
                </a:solidFill>
                <a:latin typeface="Calibri"/>
                <a:ea typeface="SimSun"/>
                <a:cs typeface="Arial"/>
              </a:rPr>
              <a:t>Start the PostgreSQL service and verify the successful installation. </a:t>
            </a:r>
            <a:endParaRPr lang="en-US" sz="1800">
              <a:solidFill>
                <a:schemeClr val="tx1"/>
              </a:solidFill>
              <a:latin typeface="Calibri"/>
              <a:cs typeface="Arial"/>
            </a:endParaRPr>
          </a:p>
        </p:txBody>
      </p:sp>
      <p:sp>
        <p:nvSpPr>
          <p:cNvPr id="4" name="TextBox 3">
            <a:extLst>
              <a:ext uri="{FF2B5EF4-FFF2-40B4-BE49-F238E27FC236}">
                <a16:creationId xmlns:a16="http://schemas.microsoft.com/office/drawing/2014/main" id="{FD19A6C9-48E1-A2C5-F5F1-135F16A27F86}"/>
              </a:ext>
            </a:extLst>
          </p:cNvPr>
          <p:cNvSpPr txBox="1"/>
          <p:nvPr/>
        </p:nvSpPr>
        <p:spPr>
          <a:xfrm>
            <a:off x="830766" y="5170449"/>
            <a:ext cx="46946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00B0F0"/>
                </a:solidFill>
                <a:latin typeface="Calibri"/>
                <a:ea typeface="SimSun"/>
                <a:cs typeface="Arial"/>
                <a:hlinkClick r:id="rId3">
                  <a:extLst>
                    <a:ext uri="{A12FA001-AC4F-418D-AE19-62706E023703}">
                      <ahyp:hlinkClr xmlns:ahyp="http://schemas.microsoft.com/office/drawing/2018/hyperlinkcolor" val="tx"/>
                    </a:ext>
                  </a:extLst>
                </a:hlinkClick>
              </a:rPr>
              <a:t>https://www.postgresql.org/download/</a:t>
            </a:r>
            <a:endParaRPr lang="en-US" sz="1400" b="1">
              <a:solidFill>
                <a:srgbClr val="00B0F0"/>
              </a:solidFill>
              <a:latin typeface="Calibri"/>
              <a:cs typeface="Calibri"/>
              <a:hlinkClick r:id="rId3">
                <a:extLst>
                  <a:ext uri="{A12FA001-AC4F-418D-AE19-62706E023703}">
                    <ahyp:hlinkClr xmlns:ahyp="http://schemas.microsoft.com/office/drawing/2018/hyperlinkcolor" val="tx"/>
                  </a:ext>
                </a:extLst>
              </a:hlinkClick>
            </a:endParaRPr>
          </a:p>
        </p:txBody>
      </p:sp>
      <p:sp>
        <p:nvSpPr>
          <p:cNvPr id="5" name="TextBox 4">
            <a:extLst>
              <a:ext uri="{FF2B5EF4-FFF2-40B4-BE49-F238E27FC236}">
                <a16:creationId xmlns:a16="http://schemas.microsoft.com/office/drawing/2014/main" id="{643C62C5-AEB8-9AA9-6DD1-BB0F2CFA57EF}"/>
              </a:ext>
            </a:extLst>
          </p:cNvPr>
          <p:cNvSpPr txBox="1"/>
          <p:nvPr/>
        </p:nvSpPr>
        <p:spPr>
          <a:xfrm>
            <a:off x="830767" y="5486399"/>
            <a:ext cx="63859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00B0F0"/>
                </a:solidFill>
                <a:latin typeface="Calibri"/>
                <a:ea typeface="SimSun"/>
                <a:cs typeface="Calibri"/>
                <a:hlinkClick r:id="rId4">
                  <a:extLst>
                    <a:ext uri="{A12FA001-AC4F-418D-AE19-62706E023703}">
                      <ahyp:hlinkClr xmlns:ahyp="http://schemas.microsoft.com/office/drawing/2018/hyperlinkcolor" val="tx"/>
                    </a:ext>
                  </a:extLst>
                </a:hlinkClick>
              </a:rPr>
              <a:t>https://www.postgresqltutorial.com/postgresql-getting-started/install-postgresql/</a:t>
            </a:r>
          </a:p>
        </p:txBody>
      </p:sp>
      <p:sp>
        <p:nvSpPr>
          <p:cNvPr id="6" name="TextBox 5">
            <a:extLst>
              <a:ext uri="{FF2B5EF4-FFF2-40B4-BE49-F238E27FC236}">
                <a16:creationId xmlns:a16="http://schemas.microsoft.com/office/drawing/2014/main" id="{77167B71-E114-E63F-2190-B1D07A593F4C}"/>
              </a:ext>
            </a:extLst>
          </p:cNvPr>
          <p:cNvSpPr txBox="1"/>
          <p:nvPr/>
        </p:nvSpPr>
        <p:spPr>
          <a:xfrm>
            <a:off x="830766" y="4845204"/>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tx1"/>
                </a:solidFill>
                <a:latin typeface="Calibri"/>
                <a:ea typeface="SimSun"/>
                <a:cs typeface="Arial"/>
              </a:rPr>
              <a:t>Ref. Link</a:t>
            </a:r>
            <a:endParaRPr lang="en-US" sz="1600" b="1">
              <a:solidFill>
                <a:schemeClr val="tx1"/>
              </a:solidFill>
              <a:latin typeface="Calibri"/>
              <a:cs typeface="Arial"/>
            </a:endParaRPr>
          </a:p>
        </p:txBody>
      </p:sp>
    </p:spTree>
    <p:extLst>
      <p:ext uri="{BB962C8B-B14F-4D97-AF65-F5344CB8AC3E}">
        <p14:creationId xmlns:p14="http://schemas.microsoft.com/office/powerpoint/2010/main" val="321780536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A6E2713-BE03-6B19-822E-1E064489CD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98E8C8-6770-D05C-AE6F-C7D3A03019A5}"/>
              </a:ext>
            </a:extLst>
          </p:cNvPr>
          <p:cNvSpPr txBox="1"/>
          <p:nvPr/>
        </p:nvSpPr>
        <p:spPr>
          <a:xfrm>
            <a:off x="287078" y="260992"/>
            <a:ext cx="885745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Introduction to </a:t>
            </a:r>
            <a:r>
              <a:rPr lang="en-US" sz="4800" b="1" err="1">
                <a:latin typeface="Calibri"/>
                <a:ea typeface="Calibri"/>
                <a:cs typeface="Arial"/>
              </a:rPr>
              <a:t>pgAdmin</a:t>
            </a:r>
            <a:r>
              <a:rPr lang="en-US" sz="4800" b="1">
                <a:latin typeface="Calibri"/>
                <a:ea typeface="Calibri"/>
                <a:cs typeface="Arial"/>
              </a:rPr>
              <a:t> </a:t>
            </a:r>
            <a:endParaRPr lang="en-US" b="1">
              <a:latin typeface="Calibri"/>
              <a:cs typeface="Arial"/>
            </a:endParaRPr>
          </a:p>
        </p:txBody>
      </p:sp>
      <p:sp>
        <p:nvSpPr>
          <p:cNvPr id="2" name="TextBox 1">
            <a:extLst>
              <a:ext uri="{FF2B5EF4-FFF2-40B4-BE49-F238E27FC236}">
                <a16:creationId xmlns:a16="http://schemas.microsoft.com/office/drawing/2014/main" id="{5BC72502-DA58-25AA-4782-FB036651A055}"/>
              </a:ext>
            </a:extLst>
          </p:cNvPr>
          <p:cNvSpPr txBox="1"/>
          <p:nvPr/>
        </p:nvSpPr>
        <p:spPr>
          <a:xfrm>
            <a:off x="282541" y="2085278"/>
            <a:ext cx="8594854"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solidFill>
                  <a:srgbClr val="474747"/>
                </a:solidFill>
                <a:highlight>
                  <a:srgbClr val="FFFFFF"/>
                </a:highlight>
                <a:latin typeface="Calibri"/>
                <a:ea typeface="SimSun"/>
                <a:cs typeface="Arial"/>
              </a:rPr>
              <a:t>pgAdmin</a:t>
            </a:r>
            <a:r>
              <a:rPr lang="en-US" sz="2000" b="1">
                <a:solidFill>
                  <a:srgbClr val="474747"/>
                </a:solidFill>
                <a:highlight>
                  <a:srgbClr val="FFFFFF"/>
                </a:highlight>
                <a:latin typeface="Calibri"/>
                <a:ea typeface="SimSun"/>
                <a:cs typeface="Arial"/>
              </a:rPr>
              <a:t> </a:t>
            </a:r>
            <a:r>
              <a:rPr lang="en-US" sz="2000">
                <a:solidFill>
                  <a:srgbClr val="474747"/>
                </a:solidFill>
                <a:highlight>
                  <a:srgbClr val="FFFFFF"/>
                </a:highlight>
                <a:latin typeface="Calibri"/>
                <a:ea typeface="SimSun"/>
                <a:cs typeface="Arial"/>
              </a:rPr>
              <a:t>is </a:t>
            </a:r>
            <a:r>
              <a:rPr lang="en-US" sz="2000">
                <a:solidFill>
                  <a:srgbClr val="040C28"/>
                </a:solidFill>
                <a:highlight>
                  <a:srgbClr val="D3E3FD"/>
                </a:highlight>
                <a:latin typeface="Calibri"/>
                <a:ea typeface="SimSun"/>
                <a:cs typeface="Arial"/>
              </a:rPr>
              <a:t>the leading open-source management tool for PostgreSQL</a:t>
            </a:r>
            <a:r>
              <a:rPr lang="en-US" sz="2000">
                <a:solidFill>
                  <a:srgbClr val="474747"/>
                </a:solidFill>
                <a:highlight>
                  <a:srgbClr val="FFFFFF"/>
                </a:highlight>
                <a:latin typeface="Calibri"/>
                <a:ea typeface="SimSun"/>
                <a:cs typeface="Arial"/>
              </a:rPr>
              <a:t>, the world's most advanced open-source database. </a:t>
            </a:r>
            <a:r>
              <a:rPr lang="en-US" sz="2000" err="1">
                <a:solidFill>
                  <a:srgbClr val="474747"/>
                </a:solidFill>
                <a:highlight>
                  <a:srgbClr val="FFFFFF"/>
                </a:highlight>
                <a:latin typeface="Calibri"/>
                <a:ea typeface="SimSun"/>
                <a:cs typeface="Arial"/>
              </a:rPr>
              <a:t>pgAdmin</a:t>
            </a:r>
            <a:r>
              <a:rPr lang="en-US" sz="2000">
                <a:solidFill>
                  <a:srgbClr val="474747"/>
                </a:solidFill>
                <a:highlight>
                  <a:srgbClr val="FFFFFF"/>
                </a:highlight>
                <a:latin typeface="Calibri"/>
                <a:ea typeface="SimSun"/>
                <a:cs typeface="Arial"/>
              </a:rPr>
              <a:t> 4 is designed to meet the needs of both novice and experienced Postgres users alike, providing a powerful graphical interface that simplifies the creation, maintenance, and use of database objects.</a:t>
            </a:r>
            <a:endParaRPr lang="en-US" sz="2000">
              <a:solidFill>
                <a:srgbClr val="474747"/>
              </a:solidFill>
              <a:highlight>
                <a:srgbClr val="FFFFFF"/>
              </a:highlight>
              <a:latin typeface="Calibri"/>
              <a:cs typeface="Calibri"/>
            </a:endParaRPr>
          </a:p>
        </p:txBody>
      </p:sp>
    </p:spTree>
    <p:extLst>
      <p:ext uri="{BB962C8B-B14F-4D97-AF65-F5344CB8AC3E}">
        <p14:creationId xmlns:p14="http://schemas.microsoft.com/office/powerpoint/2010/main" val="133667496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A660F0-E7E3-3513-5935-C7D7DD070E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0723BC-5328-EE4E-3C64-28B0178D9DFB}"/>
              </a:ext>
            </a:extLst>
          </p:cNvPr>
          <p:cNvSpPr txBox="1"/>
          <p:nvPr/>
        </p:nvSpPr>
        <p:spPr>
          <a:xfrm>
            <a:off x="262231" y="260992"/>
            <a:ext cx="88822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Getting Started with </a:t>
            </a:r>
            <a:r>
              <a:rPr lang="en-US" sz="4800" b="1" err="1">
                <a:latin typeface="Calibri"/>
                <a:ea typeface="Calibri"/>
                <a:cs typeface="Arial"/>
              </a:rPr>
              <a:t>pgAdmin</a:t>
            </a:r>
            <a:r>
              <a:rPr lang="en-US" sz="4800" b="1">
                <a:latin typeface="Calibri"/>
                <a:ea typeface="Calibri"/>
                <a:cs typeface="Arial"/>
              </a:rPr>
              <a:t> </a:t>
            </a:r>
            <a:endParaRPr lang="en-US" sz="4800" b="1">
              <a:latin typeface="Calibri"/>
              <a:cs typeface="Calibri"/>
            </a:endParaRPr>
          </a:p>
        </p:txBody>
      </p:sp>
      <p:pic>
        <p:nvPicPr>
          <p:cNvPr id="5" name="Picture 4" descr="A diagram of a system&#10;&#10;Description automatically generated">
            <a:extLst>
              <a:ext uri="{FF2B5EF4-FFF2-40B4-BE49-F238E27FC236}">
                <a16:creationId xmlns:a16="http://schemas.microsoft.com/office/drawing/2014/main" id="{BC0098BB-F679-3D02-EB72-1A2F2FB6475A}"/>
              </a:ext>
            </a:extLst>
          </p:cNvPr>
          <p:cNvPicPr>
            <a:picLocks noChangeAspect="1"/>
          </p:cNvPicPr>
          <p:nvPr/>
        </p:nvPicPr>
        <p:blipFill>
          <a:blip r:embed="rId3"/>
          <a:stretch>
            <a:fillRect/>
          </a:stretch>
        </p:blipFill>
        <p:spPr>
          <a:xfrm>
            <a:off x="0" y="1809858"/>
            <a:ext cx="9144000" cy="4148968"/>
          </a:xfrm>
          <a:prstGeom prst="rect">
            <a:avLst/>
          </a:prstGeom>
        </p:spPr>
      </p:pic>
    </p:spTree>
    <p:extLst>
      <p:ext uri="{BB962C8B-B14F-4D97-AF65-F5344CB8AC3E}">
        <p14:creationId xmlns:p14="http://schemas.microsoft.com/office/powerpoint/2010/main" val="246383573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2007F5-D29D-F0A2-082A-370B7ECAAF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C082BA-1863-68C1-8BBE-8B081C382629}"/>
              </a:ext>
            </a:extLst>
          </p:cNvPr>
          <p:cNvSpPr txBox="1"/>
          <p:nvPr/>
        </p:nvSpPr>
        <p:spPr>
          <a:xfrm>
            <a:off x="212535" y="260992"/>
            <a:ext cx="893199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Navigating </a:t>
            </a:r>
            <a:r>
              <a:rPr lang="en-US" sz="4800" b="1" err="1">
                <a:latin typeface="Calibri"/>
                <a:ea typeface="Calibri"/>
                <a:cs typeface="Arial"/>
              </a:rPr>
              <a:t>pgAdmin</a:t>
            </a:r>
            <a:r>
              <a:rPr lang="en-US" sz="4800" b="1">
                <a:latin typeface="Calibri"/>
                <a:ea typeface="Calibri"/>
                <a:cs typeface="Arial"/>
              </a:rPr>
              <a:t> </a:t>
            </a:r>
            <a:endParaRPr lang="en-US" sz="4800" b="1">
              <a:latin typeface="Calibri"/>
              <a:cs typeface="Calibri"/>
            </a:endParaRPr>
          </a:p>
        </p:txBody>
      </p:sp>
      <p:pic>
        <p:nvPicPr>
          <p:cNvPr id="2" name="Picture 1" descr="A screenshot of a computer&#10;&#10;Description automatically generated">
            <a:extLst>
              <a:ext uri="{FF2B5EF4-FFF2-40B4-BE49-F238E27FC236}">
                <a16:creationId xmlns:a16="http://schemas.microsoft.com/office/drawing/2014/main" id="{D29C4F9E-019B-42A4-6B30-F9DE631F2364}"/>
              </a:ext>
            </a:extLst>
          </p:cNvPr>
          <p:cNvPicPr>
            <a:picLocks noChangeAspect="1"/>
          </p:cNvPicPr>
          <p:nvPr/>
        </p:nvPicPr>
        <p:blipFill>
          <a:blip r:embed="rId3"/>
          <a:stretch>
            <a:fillRect/>
          </a:stretch>
        </p:blipFill>
        <p:spPr>
          <a:xfrm>
            <a:off x="548268" y="1686489"/>
            <a:ext cx="8224025" cy="3485022"/>
          </a:xfrm>
          <a:prstGeom prst="rect">
            <a:avLst/>
          </a:prstGeom>
        </p:spPr>
      </p:pic>
    </p:spTree>
    <p:extLst>
      <p:ext uri="{BB962C8B-B14F-4D97-AF65-F5344CB8AC3E}">
        <p14:creationId xmlns:p14="http://schemas.microsoft.com/office/powerpoint/2010/main" val="35253385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C8EA0A-F7FC-6368-2C1F-90E2809A3F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0ED6F4-9546-03E5-BE1F-10C8C5251F1E}"/>
              </a:ext>
            </a:extLst>
          </p:cNvPr>
          <p:cNvSpPr txBox="1"/>
          <p:nvPr/>
        </p:nvSpPr>
        <p:spPr>
          <a:xfrm>
            <a:off x="287079" y="298264"/>
            <a:ext cx="857170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ea typeface="Calibri"/>
                <a:cs typeface="Arial"/>
              </a:rPr>
              <a:t>Working with </a:t>
            </a:r>
            <a:r>
              <a:rPr lang="en-US" sz="4000" b="1" err="1">
                <a:latin typeface="Calibri"/>
                <a:ea typeface="Calibri"/>
                <a:cs typeface="Arial"/>
              </a:rPr>
              <a:t>Postgresql</a:t>
            </a:r>
            <a:r>
              <a:rPr lang="en-US" sz="4000" b="1">
                <a:latin typeface="Calibri"/>
                <a:ea typeface="Calibri"/>
                <a:cs typeface="Arial"/>
              </a:rPr>
              <a:t> and </a:t>
            </a:r>
            <a:r>
              <a:rPr lang="en-US" sz="4000" b="1" err="1">
                <a:latin typeface="Calibri"/>
                <a:ea typeface="Calibri"/>
                <a:cs typeface="Arial"/>
              </a:rPr>
              <a:t>pgAdmin</a:t>
            </a:r>
            <a:r>
              <a:rPr lang="en-US" sz="4000" b="1">
                <a:latin typeface="Calibri"/>
                <a:ea typeface="Calibri"/>
                <a:cs typeface="Arial"/>
              </a:rPr>
              <a:t> </a:t>
            </a:r>
            <a:endParaRPr lang="en-US" sz="1050" b="1">
              <a:latin typeface="Calibri"/>
              <a:cs typeface="Calibri"/>
            </a:endParaRPr>
          </a:p>
        </p:txBody>
      </p:sp>
      <p:pic>
        <p:nvPicPr>
          <p:cNvPr id="4" name="Picture 3" descr="A diagram of data processing&#10;&#10;Description automatically generated">
            <a:extLst>
              <a:ext uri="{FF2B5EF4-FFF2-40B4-BE49-F238E27FC236}">
                <a16:creationId xmlns:a16="http://schemas.microsoft.com/office/drawing/2014/main" id="{4BC612C2-BF78-50F0-9DF2-3B06FDE23FD1}"/>
              </a:ext>
            </a:extLst>
          </p:cNvPr>
          <p:cNvPicPr>
            <a:picLocks noChangeAspect="1"/>
          </p:cNvPicPr>
          <p:nvPr/>
        </p:nvPicPr>
        <p:blipFill>
          <a:blip r:embed="rId3"/>
          <a:stretch>
            <a:fillRect/>
          </a:stretch>
        </p:blipFill>
        <p:spPr>
          <a:xfrm>
            <a:off x="0" y="1483446"/>
            <a:ext cx="9144000" cy="4653109"/>
          </a:xfrm>
          <a:prstGeom prst="rect">
            <a:avLst/>
          </a:prstGeom>
        </p:spPr>
      </p:pic>
    </p:spTree>
    <p:extLst>
      <p:ext uri="{BB962C8B-B14F-4D97-AF65-F5344CB8AC3E}">
        <p14:creationId xmlns:p14="http://schemas.microsoft.com/office/powerpoint/2010/main" val="4187740358"/>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595CCFC-9991-7E41-F133-C1A23E65CA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24CDF4-F578-F161-DEEF-6C1B067E58E6}"/>
              </a:ext>
            </a:extLst>
          </p:cNvPr>
          <p:cNvSpPr txBox="1"/>
          <p:nvPr/>
        </p:nvSpPr>
        <p:spPr>
          <a:xfrm>
            <a:off x="336774" y="260992"/>
            <a:ext cx="880775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Hands-on demo with </a:t>
            </a:r>
            <a:r>
              <a:rPr lang="en-US" sz="4800" b="1" err="1">
                <a:latin typeface="Calibri"/>
                <a:ea typeface="Calibri"/>
                <a:cs typeface="Arial"/>
              </a:rPr>
              <a:t>pgAdmin</a:t>
            </a:r>
            <a:r>
              <a:rPr lang="en-US" sz="4800" b="1">
                <a:latin typeface="Calibri"/>
                <a:ea typeface="Calibri"/>
                <a:cs typeface="Arial"/>
              </a:rPr>
              <a:t> </a:t>
            </a:r>
            <a:endParaRPr lang="en-US" sz="4800" b="1">
              <a:latin typeface="Calibri"/>
              <a:cs typeface="Calibri"/>
            </a:endParaRPr>
          </a:p>
        </p:txBody>
      </p:sp>
      <p:pic>
        <p:nvPicPr>
          <p:cNvPr id="4" name="Picture 3" descr="A screenshot of a computer&#10;&#10;Description automatically generated">
            <a:extLst>
              <a:ext uri="{FF2B5EF4-FFF2-40B4-BE49-F238E27FC236}">
                <a16:creationId xmlns:a16="http://schemas.microsoft.com/office/drawing/2014/main" id="{B6D53B8D-5F80-ABC1-67F5-562323546B53}"/>
              </a:ext>
            </a:extLst>
          </p:cNvPr>
          <p:cNvPicPr>
            <a:picLocks noChangeAspect="1"/>
          </p:cNvPicPr>
          <p:nvPr/>
        </p:nvPicPr>
        <p:blipFill>
          <a:blip r:embed="rId3"/>
          <a:stretch>
            <a:fillRect/>
          </a:stretch>
        </p:blipFill>
        <p:spPr>
          <a:xfrm>
            <a:off x="0" y="1575740"/>
            <a:ext cx="9144000" cy="4394178"/>
          </a:xfrm>
          <a:prstGeom prst="rect">
            <a:avLst/>
          </a:prstGeom>
        </p:spPr>
      </p:pic>
    </p:spTree>
    <p:extLst>
      <p:ext uri="{BB962C8B-B14F-4D97-AF65-F5344CB8AC3E}">
        <p14:creationId xmlns:p14="http://schemas.microsoft.com/office/powerpoint/2010/main" val="394054990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87A058-63F5-897D-489F-40C961A871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9F01E8-1FF9-D304-369B-DA15C69071A0}"/>
              </a:ext>
            </a:extLst>
          </p:cNvPr>
          <p:cNvSpPr txBox="1"/>
          <p:nvPr/>
        </p:nvSpPr>
        <p:spPr>
          <a:xfrm>
            <a:off x="348711" y="260992"/>
            <a:ext cx="879581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How to Create Database</a:t>
            </a:r>
            <a:endParaRPr lang="en-US" sz="4800" b="1">
              <a:latin typeface="Calibri"/>
              <a:cs typeface="Arial"/>
            </a:endParaRPr>
          </a:p>
        </p:txBody>
      </p:sp>
      <p:sp>
        <p:nvSpPr>
          <p:cNvPr id="2" name="TextBox 1">
            <a:extLst>
              <a:ext uri="{FF2B5EF4-FFF2-40B4-BE49-F238E27FC236}">
                <a16:creationId xmlns:a16="http://schemas.microsoft.com/office/drawing/2014/main" id="{08A12FD6-44A8-06AE-D3C3-75BA0C63F4B2}"/>
              </a:ext>
            </a:extLst>
          </p:cNvPr>
          <p:cNvSpPr txBox="1"/>
          <p:nvPr/>
        </p:nvSpPr>
        <p:spPr>
          <a:xfrm>
            <a:off x="610397" y="1861988"/>
            <a:ext cx="77814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Calibri"/>
              </a:rPr>
              <a:t>How to use the PostgreSQL CREATE DATABASE statement to create new databases in the PostgreSQL database server.</a:t>
            </a:r>
          </a:p>
        </p:txBody>
      </p:sp>
      <p:sp>
        <p:nvSpPr>
          <p:cNvPr id="4" name="TextBox 3">
            <a:extLst>
              <a:ext uri="{FF2B5EF4-FFF2-40B4-BE49-F238E27FC236}">
                <a16:creationId xmlns:a16="http://schemas.microsoft.com/office/drawing/2014/main" id="{DF59DBF7-617A-3B7A-1399-1F25CA9C62C7}"/>
              </a:ext>
            </a:extLst>
          </p:cNvPr>
          <p:cNvSpPr txBox="1"/>
          <p:nvPr/>
        </p:nvSpPr>
        <p:spPr>
          <a:xfrm>
            <a:off x="606149" y="3740173"/>
            <a:ext cx="53666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Calibri"/>
              </a:rPr>
              <a:t>Using </a:t>
            </a:r>
            <a:r>
              <a:rPr lang="en-US" sz="1800" b="1" err="1">
                <a:solidFill>
                  <a:srgbClr val="002060"/>
                </a:solidFill>
                <a:latin typeface="Calibri"/>
                <a:ea typeface="SimSun"/>
                <a:cs typeface="Calibri"/>
              </a:rPr>
              <a:t>pgAdmin</a:t>
            </a:r>
            <a:endParaRPr lang="en-US" sz="1800" b="1">
              <a:solidFill>
                <a:srgbClr val="002060"/>
              </a:solidFill>
              <a:latin typeface="Calibri"/>
              <a:ea typeface="SimSun"/>
              <a:cs typeface="Calibri"/>
            </a:endParaRPr>
          </a:p>
        </p:txBody>
      </p:sp>
      <p:sp>
        <p:nvSpPr>
          <p:cNvPr id="5" name="TextBox 4">
            <a:extLst>
              <a:ext uri="{FF2B5EF4-FFF2-40B4-BE49-F238E27FC236}">
                <a16:creationId xmlns:a16="http://schemas.microsoft.com/office/drawing/2014/main" id="{73A6B5D2-70EF-B403-BB62-4676E856C6E2}"/>
              </a:ext>
            </a:extLst>
          </p:cNvPr>
          <p:cNvSpPr txBox="1"/>
          <p:nvPr/>
        </p:nvSpPr>
        <p:spPr>
          <a:xfrm>
            <a:off x="606148" y="4186752"/>
            <a:ext cx="77761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Arial"/>
              </a:rPr>
              <a:t>The </a:t>
            </a:r>
            <a:r>
              <a:rPr lang="en-US" sz="1800" err="1">
                <a:solidFill>
                  <a:schemeClr val="tx1"/>
                </a:solidFill>
                <a:latin typeface="Calibri"/>
                <a:ea typeface="SimSun"/>
                <a:cs typeface="Arial"/>
              </a:rPr>
              <a:t>pgAdmin</a:t>
            </a:r>
            <a:r>
              <a:rPr lang="en-US" sz="1800">
                <a:solidFill>
                  <a:schemeClr val="tx1"/>
                </a:solidFill>
                <a:latin typeface="Calibri"/>
                <a:ea typeface="SimSun"/>
                <a:cs typeface="Arial"/>
              </a:rPr>
              <a:t> tool provides you with an intuitive interface for creating a new database. First, log in to the PostgreSQL database server using </a:t>
            </a:r>
            <a:r>
              <a:rPr lang="en-US" sz="1800" err="1">
                <a:solidFill>
                  <a:schemeClr val="tx1"/>
                </a:solidFill>
                <a:latin typeface="Calibri"/>
                <a:ea typeface="SimSun"/>
                <a:cs typeface="Arial"/>
              </a:rPr>
              <a:t>pgAdmin</a:t>
            </a:r>
            <a:r>
              <a:rPr lang="en-US" sz="1800">
                <a:solidFill>
                  <a:schemeClr val="tx1"/>
                </a:solidFill>
                <a:latin typeface="Calibri"/>
                <a:ea typeface="SimSun"/>
                <a:cs typeface="Arial"/>
              </a:rPr>
              <a:t>. </a:t>
            </a:r>
            <a:br>
              <a:rPr lang="en-US" sz="1800">
                <a:solidFill>
                  <a:schemeClr val="tx1"/>
                </a:solidFill>
                <a:latin typeface="Calibri"/>
                <a:ea typeface="SimSun"/>
                <a:cs typeface="Arial"/>
              </a:rPr>
            </a:br>
            <a:br>
              <a:rPr lang="en-US" sz="1800">
                <a:latin typeface="Calibri"/>
                <a:ea typeface="SimSun"/>
                <a:cs typeface="Arial"/>
              </a:rPr>
            </a:br>
            <a:r>
              <a:rPr lang="en-US" sz="1800">
                <a:solidFill>
                  <a:schemeClr val="tx1"/>
                </a:solidFill>
                <a:latin typeface="Calibri"/>
                <a:ea typeface="SimSun"/>
                <a:cs typeface="Arial"/>
              </a:rPr>
              <a:t>Second, right-click the Databases node and select Create &gt; Database… menu item</a:t>
            </a:r>
          </a:p>
        </p:txBody>
      </p:sp>
      <p:sp>
        <p:nvSpPr>
          <p:cNvPr id="6" name="TextBox 5">
            <a:extLst>
              <a:ext uri="{FF2B5EF4-FFF2-40B4-BE49-F238E27FC236}">
                <a16:creationId xmlns:a16="http://schemas.microsoft.com/office/drawing/2014/main" id="{F2D12191-07DF-11AD-6743-912257749A9E}"/>
              </a:ext>
            </a:extLst>
          </p:cNvPr>
          <p:cNvSpPr txBox="1"/>
          <p:nvPr/>
        </p:nvSpPr>
        <p:spPr>
          <a:xfrm>
            <a:off x="607741" y="275435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rPr>
              <a:t>Using Query</a:t>
            </a:r>
            <a:endParaRPr lang="en-US"/>
          </a:p>
        </p:txBody>
      </p:sp>
      <p:sp>
        <p:nvSpPr>
          <p:cNvPr id="7" name="TextBox 6">
            <a:extLst>
              <a:ext uri="{FF2B5EF4-FFF2-40B4-BE49-F238E27FC236}">
                <a16:creationId xmlns:a16="http://schemas.microsoft.com/office/drawing/2014/main" id="{2277A0BE-1A4D-9023-2D84-D172224D6A17}"/>
              </a:ext>
            </a:extLst>
          </p:cNvPr>
          <p:cNvSpPr txBox="1"/>
          <p:nvPr/>
        </p:nvSpPr>
        <p:spPr>
          <a:xfrm>
            <a:off x="672790" y="3246863"/>
            <a:ext cx="38211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rgbClr val="7030A0"/>
                </a:solidFill>
                <a:latin typeface="Calibri"/>
                <a:ea typeface="SimSun"/>
                <a:cs typeface="Calibri"/>
              </a:rPr>
              <a:t>CREATE DATABASE</a:t>
            </a:r>
            <a:r>
              <a:rPr lang="en-US" sz="1800">
                <a:solidFill>
                  <a:schemeClr val="tx1"/>
                </a:solidFill>
                <a:latin typeface="Calibri"/>
                <a:ea typeface="SimSun"/>
                <a:cs typeface="Calibri"/>
              </a:rPr>
              <a:t> </a:t>
            </a:r>
            <a:r>
              <a:rPr lang="en-US" sz="1800" err="1">
                <a:solidFill>
                  <a:schemeClr val="tx1"/>
                </a:solidFill>
                <a:latin typeface="Calibri"/>
                <a:ea typeface="SimSun"/>
                <a:cs typeface="Calibri"/>
              </a:rPr>
              <a:t>database_name</a:t>
            </a:r>
            <a:endParaRPr lang="en-US" sz="1800">
              <a:solidFill>
                <a:schemeClr val="tx1"/>
              </a:solidFill>
              <a:latin typeface="Calibri"/>
              <a:ea typeface="SimSun"/>
              <a:cs typeface="Calibri"/>
            </a:endParaRPr>
          </a:p>
        </p:txBody>
      </p:sp>
    </p:spTree>
    <p:extLst>
      <p:ext uri="{BB962C8B-B14F-4D97-AF65-F5344CB8AC3E}">
        <p14:creationId xmlns:p14="http://schemas.microsoft.com/office/powerpoint/2010/main" val="197478238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A6951C-C593-B561-86CB-0AD66939E4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A50679-381D-DAC1-92F3-3017C2710315}"/>
              </a:ext>
            </a:extLst>
          </p:cNvPr>
          <p:cNvSpPr txBox="1"/>
          <p:nvPr/>
        </p:nvSpPr>
        <p:spPr>
          <a:xfrm>
            <a:off x="311926" y="260992"/>
            <a:ext cx="88326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How to Create Schema</a:t>
            </a:r>
            <a:endParaRPr lang="en-US" sz="4800" b="1">
              <a:latin typeface="Calibri"/>
              <a:cs typeface="Arial"/>
            </a:endParaRPr>
          </a:p>
        </p:txBody>
      </p:sp>
      <p:sp>
        <p:nvSpPr>
          <p:cNvPr id="2" name="TextBox 1">
            <a:extLst>
              <a:ext uri="{FF2B5EF4-FFF2-40B4-BE49-F238E27FC236}">
                <a16:creationId xmlns:a16="http://schemas.microsoft.com/office/drawing/2014/main" id="{3D9CA3D9-04A2-A977-9C7C-FF35FA4C5FC9}"/>
              </a:ext>
            </a:extLst>
          </p:cNvPr>
          <p:cNvSpPr txBox="1"/>
          <p:nvPr/>
        </p:nvSpPr>
        <p:spPr>
          <a:xfrm>
            <a:off x="310424" y="1616319"/>
            <a:ext cx="823655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Calibri"/>
                <a:cs typeface="Calibri"/>
              </a:rPr>
              <a:t>In PostgreSQL, a schema is essentially a namespace that contains various database objects. Each schema provides a way to group related objects together, making the database more organized and easier to manage. For example, we can use separate schemas for different application modules, like sales, inventory, and hr.</a:t>
            </a:r>
          </a:p>
        </p:txBody>
      </p:sp>
      <p:sp>
        <p:nvSpPr>
          <p:cNvPr id="4" name="TextBox 3">
            <a:extLst>
              <a:ext uri="{FF2B5EF4-FFF2-40B4-BE49-F238E27FC236}">
                <a16:creationId xmlns:a16="http://schemas.microsoft.com/office/drawing/2014/main" id="{8466DF94-C63D-E784-F37E-CDF2C083AC87}"/>
              </a:ext>
            </a:extLst>
          </p:cNvPr>
          <p:cNvSpPr txBox="1"/>
          <p:nvPr/>
        </p:nvSpPr>
        <p:spPr>
          <a:xfrm>
            <a:off x="306176" y="4009114"/>
            <a:ext cx="53666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cs typeface="Calibri"/>
              </a:rPr>
              <a:t>Using </a:t>
            </a:r>
            <a:r>
              <a:rPr lang="en-US" sz="1800" b="1" err="1">
                <a:solidFill>
                  <a:srgbClr val="002060"/>
                </a:solidFill>
                <a:latin typeface="Calibri"/>
                <a:ea typeface="SimSun"/>
                <a:cs typeface="Calibri"/>
              </a:rPr>
              <a:t>pgAdmin</a:t>
            </a:r>
            <a:endParaRPr lang="en-US" sz="1800" b="1">
              <a:solidFill>
                <a:srgbClr val="002060"/>
              </a:solidFill>
              <a:latin typeface="Calibri"/>
              <a:ea typeface="SimSun"/>
              <a:cs typeface="Calibri"/>
            </a:endParaRPr>
          </a:p>
        </p:txBody>
      </p:sp>
      <p:sp>
        <p:nvSpPr>
          <p:cNvPr id="5" name="TextBox 4">
            <a:extLst>
              <a:ext uri="{FF2B5EF4-FFF2-40B4-BE49-F238E27FC236}">
                <a16:creationId xmlns:a16="http://schemas.microsoft.com/office/drawing/2014/main" id="{3B153CE6-54A2-C27D-E391-7A9D55DEC5C1}"/>
              </a:ext>
            </a:extLst>
          </p:cNvPr>
          <p:cNvSpPr txBox="1"/>
          <p:nvPr/>
        </p:nvSpPr>
        <p:spPr>
          <a:xfrm>
            <a:off x="760446" y="4294501"/>
            <a:ext cx="7910586" cy="24874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a:solidFill>
                  <a:srgbClr val="0A0A0A"/>
                </a:solidFill>
                <a:highlight>
                  <a:srgbClr val="FFFFFF"/>
                </a:highlight>
                <a:latin typeface="Calibri"/>
                <a:ea typeface="SimSun"/>
                <a:cs typeface="Arial"/>
              </a:rPr>
              <a:t>Open </a:t>
            </a:r>
            <a:r>
              <a:rPr lang="en-US" sz="2000" err="1">
                <a:solidFill>
                  <a:srgbClr val="0A0A0A"/>
                </a:solidFill>
                <a:highlight>
                  <a:srgbClr val="FFFFFF"/>
                </a:highlight>
                <a:latin typeface="Calibri"/>
                <a:ea typeface="SimSun"/>
                <a:cs typeface="Arial"/>
              </a:rPr>
              <a:t>pgAdmin</a:t>
            </a:r>
            <a:r>
              <a:rPr lang="en-US" sz="2000">
                <a:solidFill>
                  <a:srgbClr val="0A0A0A"/>
                </a:solidFill>
                <a:highlight>
                  <a:srgbClr val="FFFFFF"/>
                </a:highlight>
                <a:latin typeface="Calibri"/>
                <a:ea typeface="SimSun"/>
                <a:cs typeface="Arial"/>
              </a:rPr>
              <a:t> and connect to your PostgreSQL server</a:t>
            </a:r>
            <a:endParaRPr lang="en-US"/>
          </a:p>
          <a:p>
            <a:pPr marL="342900" indent="-342900">
              <a:buFont typeface="Arial"/>
              <a:buChar char="•"/>
            </a:pPr>
            <a:r>
              <a:rPr lang="en-US" sz="2000">
                <a:solidFill>
                  <a:srgbClr val="0A0A0A"/>
                </a:solidFill>
                <a:highlight>
                  <a:srgbClr val="FFFFFF"/>
                </a:highlight>
                <a:latin typeface="Calibri"/>
                <a:ea typeface="SimSun"/>
                <a:cs typeface="Arial"/>
              </a:rPr>
              <a:t>Expand the specific database in which you want to create the new schema.</a:t>
            </a:r>
            <a:endParaRPr lang="en-US" sz="2000">
              <a:latin typeface="Calibri"/>
              <a:ea typeface="SimSun"/>
              <a:cs typeface="Calibri"/>
            </a:endParaRPr>
          </a:p>
          <a:p>
            <a:pPr marL="342900" indent="-342900">
              <a:buFont typeface="Arial"/>
              <a:buChar char="•"/>
            </a:pPr>
            <a:r>
              <a:rPr lang="en-US" sz="2000">
                <a:solidFill>
                  <a:srgbClr val="0A0A0A"/>
                </a:solidFill>
                <a:highlight>
                  <a:srgbClr val="FFFFFF"/>
                </a:highlight>
                <a:latin typeface="Calibri"/>
                <a:ea typeface="SimSun"/>
                <a:cs typeface="Arial"/>
              </a:rPr>
              <a:t>Right-click on the </a:t>
            </a:r>
            <a:r>
              <a:rPr lang="en-US" sz="2000" b="1">
                <a:solidFill>
                  <a:srgbClr val="0A0A0A"/>
                </a:solidFill>
                <a:highlight>
                  <a:srgbClr val="FFFFFF"/>
                </a:highlight>
                <a:latin typeface="Calibri"/>
                <a:ea typeface="SimSun"/>
                <a:cs typeface="Arial"/>
              </a:rPr>
              <a:t>Schemas</a:t>
            </a:r>
            <a:r>
              <a:rPr lang="en-US" sz="2000">
                <a:solidFill>
                  <a:srgbClr val="0A0A0A"/>
                </a:solidFill>
                <a:highlight>
                  <a:srgbClr val="FFFFFF"/>
                </a:highlight>
                <a:latin typeface="Calibri"/>
                <a:ea typeface="SimSun"/>
                <a:cs typeface="Arial"/>
              </a:rPr>
              <a:t> node under that database.</a:t>
            </a:r>
            <a:endParaRPr lang="en-US" sz="2000">
              <a:latin typeface="Calibri"/>
              <a:ea typeface="SimSun"/>
              <a:cs typeface="Calibri"/>
            </a:endParaRPr>
          </a:p>
          <a:p>
            <a:pPr marL="342900" indent="-342900">
              <a:buFont typeface="Arial"/>
              <a:buChar char="•"/>
            </a:pPr>
            <a:r>
              <a:rPr lang="en-US" sz="2000">
                <a:solidFill>
                  <a:srgbClr val="0A0A0A"/>
                </a:solidFill>
                <a:highlight>
                  <a:srgbClr val="FFFFFF"/>
                </a:highlight>
                <a:latin typeface="Calibri"/>
                <a:ea typeface="SimSun"/>
                <a:cs typeface="Arial"/>
              </a:rPr>
              <a:t>Select </a:t>
            </a:r>
            <a:r>
              <a:rPr lang="en-US" sz="2000" b="1">
                <a:solidFill>
                  <a:srgbClr val="0A0A0A"/>
                </a:solidFill>
                <a:highlight>
                  <a:srgbClr val="FFFFFF"/>
                </a:highlight>
                <a:latin typeface="Calibri"/>
                <a:ea typeface="SimSun"/>
                <a:cs typeface="Arial"/>
              </a:rPr>
              <a:t>Create</a:t>
            </a:r>
            <a:r>
              <a:rPr lang="en-US" sz="2000">
                <a:solidFill>
                  <a:srgbClr val="0A0A0A"/>
                </a:solidFill>
                <a:highlight>
                  <a:srgbClr val="FFFFFF"/>
                </a:highlight>
                <a:latin typeface="Calibri"/>
                <a:ea typeface="SimSun"/>
                <a:cs typeface="Arial"/>
              </a:rPr>
              <a:t> &gt; </a:t>
            </a:r>
            <a:r>
              <a:rPr lang="en-US" sz="2000" b="1">
                <a:solidFill>
                  <a:srgbClr val="0A0A0A"/>
                </a:solidFill>
                <a:highlight>
                  <a:srgbClr val="FFFFFF"/>
                </a:highlight>
                <a:latin typeface="Calibri"/>
                <a:ea typeface="SimSun"/>
                <a:cs typeface="Arial"/>
              </a:rPr>
              <a:t>Schema</a:t>
            </a:r>
            <a:r>
              <a:rPr lang="en-US" sz="2000">
                <a:solidFill>
                  <a:srgbClr val="0A0A0A"/>
                </a:solidFill>
                <a:highlight>
                  <a:srgbClr val="FFFFFF"/>
                </a:highlight>
                <a:latin typeface="Calibri"/>
                <a:ea typeface="SimSun"/>
                <a:cs typeface="Arial"/>
              </a:rPr>
              <a:t> from the context menu.</a:t>
            </a:r>
            <a:endParaRPr lang="en-US" sz="2000">
              <a:latin typeface="Calibri"/>
              <a:ea typeface="SimSun"/>
              <a:cs typeface="Calibri"/>
            </a:endParaRPr>
          </a:p>
          <a:p>
            <a:pPr marL="342900" indent="-342900">
              <a:buFont typeface="Arial"/>
              <a:buChar char="•"/>
            </a:pPr>
            <a:r>
              <a:rPr lang="en-US" sz="2000">
                <a:solidFill>
                  <a:srgbClr val="0A0A0A"/>
                </a:solidFill>
                <a:highlight>
                  <a:srgbClr val="FFFFFF"/>
                </a:highlight>
                <a:latin typeface="Calibri"/>
                <a:ea typeface="SimSun"/>
                <a:cs typeface="Arial"/>
              </a:rPr>
              <a:t>A "Create - Schema" dialog box will appear.</a:t>
            </a:r>
            <a:endParaRPr lang="en-US" sz="2000">
              <a:latin typeface="Calibri"/>
              <a:ea typeface="SimSun"/>
              <a:cs typeface="Calibri"/>
            </a:endParaRPr>
          </a:p>
          <a:p>
            <a:br>
              <a:rPr lang="en-US"/>
            </a:br>
            <a:endParaRPr lang="en-US" sz="2000">
              <a:latin typeface="Calibri"/>
              <a:cs typeface="Calibri"/>
            </a:endParaRPr>
          </a:p>
        </p:txBody>
      </p:sp>
      <p:sp>
        <p:nvSpPr>
          <p:cNvPr id="6" name="TextBox 5">
            <a:extLst>
              <a:ext uri="{FF2B5EF4-FFF2-40B4-BE49-F238E27FC236}">
                <a16:creationId xmlns:a16="http://schemas.microsoft.com/office/drawing/2014/main" id="{DB998BA1-83AB-B601-0E28-1F59CF6E35F0}"/>
              </a:ext>
            </a:extLst>
          </p:cNvPr>
          <p:cNvSpPr txBox="1"/>
          <p:nvPr/>
        </p:nvSpPr>
        <p:spPr>
          <a:xfrm>
            <a:off x="307768" y="325085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rPr>
              <a:t>Using Query</a:t>
            </a:r>
            <a:endParaRPr lang="en-US"/>
          </a:p>
        </p:txBody>
      </p:sp>
      <p:sp>
        <p:nvSpPr>
          <p:cNvPr id="7" name="TextBox 6">
            <a:extLst>
              <a:ext uri="{FF2B5EF4-FFF2-40B4-BE49-F238E27FC236}">
                <a16:creationId xmlns:a16="http://schemas.microsoft.com/office/drawing/2014/main" id="{9EFA5A5B-403D-B234-12EB-2D03700A4BE9}"/>
              </a:ext>
            </a:extLst>
          </p:cNvPr>
          <p:cNvSpPr txBox="1"/>
          <p:nvPr/>
        </p:nvSpPr>
        <p:spPr>
          <a:xfrm>
            <a:off x="755541" y="3619243"/>
            <a:ext cx="38211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Calibri"/>
                <a:cs typeface="Calibri"/>
              </a:rPr>
              <a:t>CREATE SCHEMA </a:t>
            </a:r>
            <a:r>
              <a:rPr lang="en-US" sz="1800" err="1">
                <a:solidFill>
                  <a:schemeClr val="tx1"/>
                </a:solidFill>
                <a:latin typeface="Calibri"/>
                <a:ea typeface="Calibri"/>
                <a:cs typeface="Calibri"/>
              </a:rPr>
              <a:t>schema_name</a:t>
            </a:r>
            <a:r>
              <a:rPr lang="en-US" sz="1800">
                <a:solidFill>
                  <a:schemeClr val="tx1"/>
                </a:solidFill>
                <a:latin typeface="Calibri"/>
                <a:ea typeface="Calibri"/>
                <a:cs typeface="Calibri"/>
              </a:rPr>
              <a:t>;</a:t>
            </a:r>
            <a:endParaRPr lang="en-US">
              <a:solidFill>
                <a:schemeClr val="tx1"/>
              </a:solidFill>
            </a:endParaRPr>
          </a:p>
        </p:txBody>
      </p:sp>
    </p:spTree>
    <p:extLst>
      <p:ext uri="{BB962C8B-B14F-4D97-AF65-F5344CB8AC3E}">
        <p14:creationId xmlns:p14="http://schemas.microsoft.com/office/powerpoint/2010/main" val="2216914143"/>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9EB095-0191-7CB0-C974-793C1F6881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EE2CD2-C12C-5492-01D0-8529801F3DF3}"/>
              </a:ext>
            </a:extLst>
          </p:cNvPr>
          <p:cNvSpPr txBox="1"/>
          <p:nvPr/>
        </p:nvSpPr>
        <p:spPr>
          <a:xfrm>
            <a:off x="311926" y="260992"/>
            <a:ext cx="88326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How to Table Schema</a:t>
            </a:r>
            <a:endParaRPr lang="en-US" sz="4800" b="1">
              <a:latin typeface="Calibri"/>
              <a:cs typeface="Arial"/>
            </a:endParaRPr>
          </a:p>
        </p:txBody>
      </p:sp>
      <p:sp>
        <p:nvSpPr>
          <p:cNvPr id="2" name="TextBox 1">
            <a:extLst>
              <a:ext uri="{FF2B5EF4-FFF2-40B4-BE49-F238E27FC236}">
                <a16:creationId xmlns:a16="http://schemas.microsoft.com/office/drawing/2014/main" id="{A58B118F-E1E7-EC25-B172-99AA8E1618BB}"/>
              </a:ext>
            </a:extLst>
          </p:cNvPr>
          <p:cNvSpPr txBox="1"/>
          <p:nvPr/>
        </p:nvSpPr>
        <p:spPr>
          <a:xfrm>
            <a:off x="310424" y="1616319"/>
            <a:ext cx="823655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Calibri"/>
                <a:cs typeface="Arial"/>
              </a:rPr>
              <a:t>In PostgreSQL, the </a:t>
            </a:r>
            <a:r>
              <a:rPr lang="en-US" sz="2000" b="1">
                <a:solidFill>
                  <a:schemeClr val="tx1"/>
                </a:solidFill>
                <a:latin typeface="Calibri"/>
                <a:ea typeface="Calibri"/>
                <a:cs typeface="Arial"/>
              </a:rPr>
              <a:t>CREATE TABLE</a:t>
            </a:r>
            <a:r>
              <a:rPr lang="en-US" sz="2000">
                <a:solidFill>
                  <a:schemeClr val="tx1"/>
                </a:solidFill>
                <a:latin typeface="Calibri"/>
                <a:ea typeface="Calibri"/>
                <a:cs typeface="Arial"/>
              </a:rPr>
              <a:t> statement is used to define a new table within a database. It allows us to specify the table's structure, including column names, data types, and constraints, ensuring data integrity and consistency. Understanding the PostgreSQL table creation process is essential for managing structured data.</a:t>
            </a:r>
            <a:endParaRPr lang="en-US" sz="2000">
              <a:solidFill>
                <a:schemeClr val="tx1"/>
              </a:solidFill>
              <a:latin typeface="Calibri"/>
              <a:cs typeface="Arial"/>
            </a:endParaRPr>
          </a:p>
        </p:txBody>
      </p:sp>
      <p:sp>
        <p:nvSpPr>
          <p:cNvPr id="6" name="TextBox 5">
            <a:extLst>
              <a:ext uri="{FF2B5EF4-FFF2-40B4-BE49-F238E27FC236}">
                <a16:creationId xmlns:a16="http://schemas.microsoft.com/office/drawing/2014/main" id="{97BF1B77-BBB6-770A-2AF6-663BB9BACF90}"/>
              </a:ext>
            </a:extLst>
          </p:cNvPr>
          <p:cNvSpPr txBox="1"/>
          <p:nvPr/>
        </p:nvSpPr>
        <p:spPr>
          <a:xfrm>
            <a:off x="307768" y="335171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002060"/>
                </a:solidFill>
                <a:latin typeface="Calibri"/>
                <a:ea typeface="SimSun"/>
              </a:rPr>
              <a:t>Query</a:t>
            </a:r>
            <a:endParaRPr lang="en-US"/>
          </a:p>
        </p:txBody>
      </p:sp>
      <p:sp>
        <p:nvSpPr>
          <p:cNvPr id="7" name="TextBox 6">
            <a:extLst>
              <a:ext uri="{FF2B5EF4-FFF2-40B4-BE49-F238E27FC236}">
                <a16:creationId xmlns:a16="http://schemas.microsoft.com/office/drawing/2014/main" id="{C07B4C22-D06D-4CB5-37B3-34813A6791C6}"/>
              </a:ext>
            </a:extLst>
          </p:cNvPr>
          <p:cNvSpPr txBox="1"/>
          <p:nvPr/>
        </p:nvSpPr>
        <p:spPr>
          <a:xfrm>
            <a:off x="1192570" y="3350302"/>
            <a:ext cx="456073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Calibri"/>
                <a:cs typeface="Calibri"/>
              </a:rPr>
              <a:t>CREATE TABLE </a:t>
            </a:r>
            <a:r>
              <a:rPr lang="en-US" sz="2000" err="1">
                <a:solidFill>
                  <a:schemeClr val="tx1"/>
                </a:solidFill>
                <a:latin typeface="Calibri"/>
                <a:ea typeface="Calibri"/>
                <a:cs typeface="Calibri"/>
              </a:rPr>
              <a:t>table_name</a:t>
            </a:r>
            <a:r>
              <a:rPr lang="en-US" sz="2000">
                <a:solidFill>
                  <a:schemeClr val="tx1"/>
                </a:solidFill>
                <a:latin typeface="Calibri"/>
                <a:ea typeface="Calibri"/>
                <a:cs typeface="Calibri"/>
              </a:rPr>
              <a:t> (</a:t>
            </a:r>
            <a:br>
              <a:rPr lang="en-US" sz="2000">
                <a:latin typeface="Calibri"/>
                <a:ea typeface="Calibri"/>
                <a:cs typeface="Calibri"/>
              </a:rPr>
            </a:br>
            <a:r>
              <a:rPr lang="en-US" sz="2000">
                <a:solidFill>
                  <a:schemeClr val="tx1"/>
                </a:solidFill>
                <a:latin typeface="Calibri"/>
                <a:ea typeface="Calibri"/>
                <a:cs typeface="Calibri"/>
              </a:rPr>
              <a:t>    </a:t>
            </a:r>
            <a:r>
              <a:rPr lang="en-US" sz="2000" err="1">
                <a:solidFill>
                  <a:schemeClr val="tx1"/>
                </a:solidFill>
                <a:latin typeface="Calibri"/>
                <a:ea typeface="Calibri"/>
                <a:cs typeface="Calibri"/>
              </a:rPr>
              <a:t>column_name</a:t>
            </a:r>
            <a:r>
              <a:rPr lang="en-US" sz="2000">
                <a:solidFill>
                  <a:schemeClr val="tx1"/>
                </a:solidFill>
                <a:latin typeface="Calibri"/>
                <a:ea typeface="Calibri"/>
                <a:cs typeface="Calibri"/>
              </a:rPr>
              <a:t> TYPE </a:t>
            </a:r>
            <a:r>
              <a:rPr lang="en-US" sz="2000" err="1">
                <a:solidFill>
                  <a:schemeClr val="tx1"/>
                </a:solidFill>
                <a:latin typeface="Calibri"/>
                <a:ea typeface="Calibri"/>
                <a:cs typeface="Calibri"/>
              </a:rPr>
              <a:t>column_constraint</a:t>
            </a:r>
            <a:r>
              <a:rPr lang="en-US" sz="2000">
                <a:solidFill>
                  <a:schemeClr val="tx1"/>
                </a:solidFill>
                <a:latin typeface="Calibri"/>
                <a:ea typeface="Calibri"/>
                <a:cs typeface="Calibri"/>
              </a:rPr>
              <a:t>,</a:t>
            </a:r>
            <a:br>
              <a:rPr lang="en-US" sz="2000">
                <a:latin typeface="Calibri"/>
                <a:ea typeface="Calibri"/>
                <a:cs typeface="Calibri"/>
              </a:rPr>
            </a:br>
            <a:r>
              <a:rPr lang="en-US" sz="2000">
                <a:solidFill>
                  <a:schemeClr val="tx1"/>
                </a:solidFill>
                <a:latin typeface="Calibri"/>
                <a:ea typeface="Calibri"/>
                <a:cs typeface="Calibri"/>
              </a:rPr>
              <a:t>    </a:t>
            </a:r>
            <a:r>
              <a:rPr lang="en-US" sz="2000" err="1">
                <a:solidFill>
                  <a:schemeClr val="tx1"/>
                </a:solidFill>
                <a:latin typeface="Calibri"/>
                <a:ea typeface="Calibri"/>
                <a:cs typeface="Calibri"/>
              </a:rPr>
              <a:t>table_constraint</a:t>
            </a:r>
            <a:r>
              <a:rPr lang="en-US" sz="2000">
                <a:solidFill>
                  <a:schemeClr val="tx1"/>
                </a:solidFill>
                <a:latin typeface="Calibri"/>
                <a:ea typeface="Calibri"/>
                <a:cs typeface="Calibri"/>
              </a:rPr>
              <a:t> </a:t>
            </a:r>
            <a:r>
              <a:rPr lang="en-US" sz="2000" err="1">
                <a:solidFill>
                  <a:schemeClr val="tx1"/>
                </a:solidFill>
                <a:latin typeface="Calibri"/>
                <a:ea typeface="Calibri"/>
                <a:cs typeface="Calibri"/>
              </a:rPr>
              <a:t>table_constraint</a:t>
            </a:r>
            <a:br>
              <a:rPr lang="en-US" sz="2000">
                <a:latin typeface="Calibri"/>
                <a:ea typeface="Calibri"/>
                <a:cs typeface="Calibri"/>
              </a:rPr>
            </a:br>
            <a:r>
              <a:rPr lang="en-US" sz="2000">
                <a:solidFill>
                  <a:schemeClr val="tx1"/>
                </a:solidFill>
                <a:latin typeface="Calibri"/>
                <a:ea typeface="Calibri"/>
                <a:cs typeface="Calibri"/>
              </a:rPr>
              <a:t>) INHERITS </a:t>
            </a:r>
            <a:r>
              <a:rPr lang="en-US" sz="2000" err="1">
                <a:solidFill>
                  <a:schemeClr val="tx1"/>
                </a:solidFill>
                <a:latin typeface="Calibri"/>
                <a:ea typeface="Calibri"/>
                <a:cs typeface="Calibri"/>
              </a:rPr>
              <a:t>existing_table_name</a:t>
            </a:r>
            <a:r>
              <a:rPr lang="en-US" sz="2000">
                <a:solidFill>
                  <a:schemeClr val="tx1"/>
                </a:solidFill>
                <a:latin typeface="Calibri"/>
                <a:ea typeface="Calibri"/>
                <a:cs typeface="Calibri"/>
              </a:rPr>
              <a:t>;</a:t>
            </a:r>
            <a:endParaRPr lang="en-US" sz="2000">
              <a:solidFill>
                <a:schemeClr val="tx1"/>
              </a:solidFill>
              <a:latin typeface="Calibri"/>
              <a:cs typeface="Calibri"/>
            </a:endParaRPr>
          </a:p>
        </p:txBody>
      </p:sp>
      <p:sp>
        <p:nvSpPr>
          <p:cNvPr id="8" name="TextBox 7">
            <a:extLst>
              <a:ext uri="{FF2B5EF4-FFF2-40B4-BE49-F238E27FC236}">
                <a16:creationId xmlns:a16="http://schemas.microsoft.com/office/drawing/2014/main" id="{CCEF350C-B715-7E24-F779-289E652BA479}"/>
              </a:ext>
            </a:extLst>
          </p:cNvPr>
          <p:cNvSpPr txBox="1"/>
          <p:nvPr/>
        </p:nvSpPr>
        <p:spPr>
          <a:xfrm>
            <a:off x="313765" y="4896971"/>
            <a:ext cx="805702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rgbClr val="273239"/>
                </a:solidFill>
                <a:latin typeface="Calibri"/>
                <a:ea typeface="Nunito"/>
                <a:cs typeface="Nunito"/>
              </a:rPr>
              <a:t>Optional Clauses:</a:t>
            </a:r>
          </a:p>
          <a:p>
            <a:pPr marL="342900" indent="-342900">
              <a:buFont typeface="Arial" panose="02020603050405020304" pitchFamily="18" charset="0"/>
              <a:buChar char="•"/>
            </a:pPr>
            <a:r>
              <a:rPr lang="en-US" sz="2000" b="1">
                <a:solidFill>
                  <a:srgbClr val="273239"/>
                </a:solidFill>
                <a:latin typeface="Calibri"/>
                <a:ea typeface="Nunito"/>
                <a:cs typeface="Nunito"/>
              </a:rPr>
              <a:t>IF NOT EXISTS</a:t>
            </a:r>
            <a:r>
              <a:rPr lang="en-US" sz="2000">
                <a:solidFill>
                  <a:srgbClr val="273239"/>
                </a:solidFill>
                <a:latin typeface="Calibri"/>
                <a:ea typeface="Nunito"/>
                <a:cs typeface="Nunito"/>
              </a:rPr>
              <a:t>: Ensures the table is created only if it doesn't already exist in the schema.</a:t>
            </a:r>
          </a:p>
          <a:p>
            <a:pPr marL="342900" indent="-342900">
              <a:buFont typeface="Arial" panose="02020603050405020304" pitchFamily="18" charset="0"/>
              <a:buChar char="•"/>
            </a:pPr>
            <a:r>
              <a:rPr lang="en-US" sz="2000" b="1">
                <a:solidFill>
                  <a:srgbClr val="273239"/>
                </a:solidFill>
                <a:latin typeface="Calibri"/>
                <a:ea typeface="Nunito"/>
                <a:cs typeface="Nunito"/>
              </a:rPr>
              <a:t>INHERITS</a:t>
            </a:r>
            <a:r>
              <a:rPr lang="en-US" sz="2000">
                <a:solidFill>
                  <a:srgbClr val="273239"/>
                </a:solidFill>
                <a:latin typeface="Calibri"/>
                <a:ea typeface="Nunito"/>
                <a:cs typeface="Nunito"/>
              </a:rPr>
              <a:t>: Allows a table to inherit columns from an existing table.</a:t>
            </a:r>
          </a:p>
          <a:p>
            <a:pPr algn="ctr"/>
            <a:endParaRPr lang="en-US" sz="2000">
              <a:latin typeface="Calibri"/>
              <a:cs typeface="Times New Roman"/>
            </a:endParaRPr>
          </a:p>
        </p:txBody>
      </p:sp>
    </p:spTree>
    <p:extLst>
      <p:ext uri="{BB962C8B-B14F-4D97-AF65-F5344CB8AC3E}">
        <p14:creationId xmlns:p14="http://schemas.microsoft.com/office/powerpoint/2010/main" val="3612933318"/>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899125-EBB6-F2D1-0310-CA9A64A5CE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19A92A-76C1-EEC9-EAD9-006161706E17}"/>
              </a:ext>
            </a:extLst>
          </p:cNvPr>
          <p:cNvSpPr txBox="1"/>
          <p:nvPr/>
        </p:nvSpPr>
        <p:spPr>
          <a:xfrm>
            <a:off x="262231" y="260992"/>
            <a:ext cx="88822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PostgreSQL Data Types</a:t>
            </a:r>
            <a:endParaRPr lang="en-US" sz="4800" b="1">
              <a:latin typeface="Calibri"/>
              <a:cs typeface="Calibri"/>
            </a:endParaRPr>
          </a:p>
        </p:txBody>
      </p:sp>
      <p:sp>
        <p:nvSpPr>
          <p:cNvPr id="4" name="TextBox 3">
            <a:extLst>
              <a:ext uri="{FF2B5EF4-FFF2-40B4-BE49-F238E27FC236}">
                <a16:creationId xmlns:a16="http://schemas.microsoft.com/office/drawing/2014/main" id="{E80B6FA8-A9F8-028C-173D-DC62670D2E6D}"/>
              </a:ext>
            </a:extLst>
          </p:cNvPr>
          <p:cNvSpPr txBox="1"/>
          <p:nvPr/>
        </p:nvSpPr>
        <p:spPr>
          <a:xfrm>
            <a:off x="261521" y="1484015"/>
            <a:ext cx="8520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tx1"/>
                </a:solidFill>
                <a:latin typeface="Calibri"/>
                <a:ea typeface="SimSun"/>
                <a:cs typeface="Arial"/>
              </a:rPr>
              <a:t>PostgreSQL data types including Boolean, character, numeric, array, </a:t>
            </a:r>
            <a:r>
              <a:rPr lang="en-US" sz="1800" err="1">
                <a:solidFill>
                  <a:schemeClr val="tx1"/>
                </a:solidFill>
                <a:latin typeface="Calibri"/>
                <a:ea typeface="SimSun"/>
                <a:cs typeface="Arial"/>
              </a:rPr>
              <a:t>json</a:t>
            </a:r>
            <a:r>
              <a:rPr lang="en-US" sz="1800">
                <a:solidFill>
                  <a:schemeClr val="tx1"/>
                </a:solidFill>
                <a:latin typeface="Calibri"/>
                <a:ea typeface="SimSun"/>
                <a:cs typeface="Arial"/>
              </a:rPr>
              <a:t>, </a:t>
            </a:r>
            <a:r>
              <a:rPr lang="en-US" sz="1800" err="1">
                <a:solidFill>
                  <a:schemeClr val="tx1"/>
                </a:solidFill>
                <a:latin typeface="Calibri"/>
                <a:ea typeface="SimSun"/>
                <a:cs typeface="Arial"/>
              </a:rPr>
              <a:t>uuid</a:t>
            </a:r>
            <a:r>
              <a:rPr lang="en-US" sz="1800">
                <a:solidFill>
                  <a:schemeClr val="tx1"/>
                </a:solidFill>
                <a:latin typeface="Calibri"/>
                <a:ea typeface="SimSun"/>
                <a:cs typeface="Arial"/>
              </a:rPr>
              <a:t>, and special types.</a:t>
            </a:r>
          </a:p>
        </p:txBody>
      </p:sp>
      <p:sp>
        <p:nvSpPr>
          <p:cNvPr id="6" name="TextBox 5">
            <a:extLst>
              <a:ext uri="{FF2B5EF4-FFF2-40B4-BE49-F238E27FC236}">
                <a16:creationId xmlns:a16="http://schemas.microsoft.com/office/drawing/2014/main" id="{FD027229-2443-2AB8-B662-39C17E221572}"/>
              </a:ext>
            </a:extLst>
          </p:cNvPr>
          <p:cNvSpPr txBox="1"/>
          <p:nvPr/>
        </p:nvSpPr>
        <p:spPr>
          <a:xfrm>
            <a:off x="608062" y="2054465"/>
            <a:ext cx="827314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20603050405020304" pitchFamily="18" charset="0"/>
              <a:buChar char="•"/>
            </a:pPr>
            <a:r>
              <a:rPr lang="en-US" sz="1800" b="1">
                <a:solidFill>
                  <a:srgbClr val="002060"/>
                </a:solidFill>
                <a:latin typeface="Calibri"/>
                <a:ea typeface="SimSun"/>
                <a:cs typeface="Calibri"/>
              </a:rPr>
              <a:t>Boolean</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for storing true and false value</a:t>
            </a:r>
            <a:r>
              <a:rPr lang="en-US" b="1">
                <a:solidFill>
                  <a:schemeClr val="tx1"/>
                </a:solidFill>
                <a:latin typeface="Arial"/>
                <a:ea typeface="SimSun"/>
                <a:cs typeface="Arial"/>
              </a:rPr>
              <a:t> </a:t>
            </a:r>
            <a:endParaRPr lang="en-US" b="1">
              <a:solidFill>
                <a:schemeClr val="tx1"/>
              </a:solidFill>
              <a:cs typeface="Arial" panose="020B0604020202020204" pitchFamily="34" charset="0"/>
            </a:endParaRPr>
          </a:p>
          <a:p>
            <a:pPr marL="285750" indent="-285750">
              <a:buFont typeface="Arial" panose="02020603050405020304" pitchFamily="18" charset="0"/>
              <a:buChar char="•"/>
            </a:pPr>
            <a:r>
              <a:rPr lang="en-US" sz="1800" b="1">
                <a:solidFill>
                  <a:srgbClr val="002060"/>
                </a:solidFill>
                <a:latin typeface="Calibri"/>
                <a:ea typeface="SimSun"/>
                <a:cs typeface="Calibri"/>
              </a:rPr>
              <a:t>Character</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types such as char, varchar, and text. </a:t>
            </a:r>
            <a:endParaRPr lang="en-US">
              <a:solidFill>
                <a:schemeClr val="tx1"/>
              </a:solidFill>
              <a:cs typeface="Arial"/>
            </a:endParaRPr>
          </a:p>
          <a:p>
            <a:pPr marL="285750" indent="-285750">
              <a:buFont typeface="Arial" panose="02020603050405020304" pitchFamily="18" charset="0"/>
              <a:buChar char="•"/>
            </a:pPr>
            <a:r>
              <a:rPr lang="en-US" sz="1800" b="1">
                <a:solidFill>
                  <a:srgbClr val="002060"/>
                </a:solidFill>
                <a:latin typeface="Calibri"/>
                <a:ea typeface="SimSun"/>
                <a:cs typeface="Calibri"/>
              </a:rPr>
              <a:t>Numeric</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types such as integer and floating-point number. Z</a:t>
            </a:r>
            <a:r>
              <a:rPr lang="en-US">
                <a:solidFill>
                  <a:schemeClr val="tx1"/>
                </a:solidFill>
                <a:latin typeface="Arial"/>
                <a:ea typeface="SimSun"/>
                <a:cs typeface="Arial"/>
              </a:rPr>
              <a:t> </a:t>
            </a:r>
            <a:endParaRPr lang="en-US">
              <a:solidFill>
                <a:schemeClr val="tx1"/>
              </a:solidFill>
              <a:cs typeface="Arial"/>
            </a:endParaRPr>
          </a:p>
          <a:p>
            <a:pPr marL="285750" indent="-285750">
              <a:buFont typeface="Arial" panose="02020603050405020304" pitchFamily="18" charset="0"/>
              <a:buChar char="•"/>
            </a:pPr>
            <a:r>
              <a:rPr lang="en-US" sz="1800" b="1">
                <a:solidFill>
                  <a:srgbClr val="002060"/>
                </a:solidFill>
                <a:latin typeface="Calibri"/>
                <a:ea typeface="SimSun"/>
                <a:cs typeface="Calibri"/>
              </a:rPr>
              <a:t>UUID</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for storing Universally Unique Identifiers </a:t>
            </a:r>
            <a:endParaRPr lang="en-US">
              <a:solidFill>
                <a:schemeClr val="tx1"/>
              </a:solidFill>
              <a:cs typeface="Arial"/>
            </a:endParaRPr>
          </a:p>
          <a:p>
            <a:pPr marL="285750" indent="-285750">
              <a:buFont typeface="Arial" panose="02020603050405020304" pitchFamily="18" charset="0"/>
              <a:buChar char="•"/>
            </a:pPr>
            <a:r>
              <a:rPr lang="en-US" sz="1800" b="1">
                <a:solidFill>
                  <a:srgbClr val="002060"/>
                </a:solidFill>
                <a:latin typeface="Calibri"/>
                <a:ea typeface="SimSun"/>
                <a:cs typeface="Calibri"/>
              </a:rPr>
              <a:t>Array</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for storing array strings, numbers, etc. </a:t>
            </a:r>
            <a:endParaRPr lang="en-US">
              <a:solidFill>
                <a:schemeClr val="tx1"/>
              </a:solidFill>
              <a:cs typeface="Arial"/>
            </a:endParaRPr>
          </a:p>
          <a:p>
            <a:pPr marL="285750" indent="-285750">
              <a:buFont typeface="Arial" panose="02020603050405020304" pitchFamily="18" charset="0"/>
              <a:buChar char="•"/>
            </a:pPr>
            <a:r>
              <a:rPr lang="en-US" sz="1800" b="1">
                <a:solidFill>
                  <a:srgbClr val="002060"/>
                </a:solidFill>
                <a:latin typeface="Calibri"/>
                <a:ea typeface="SimSun"/>
                <a:cs typeface="Calibri"/>
              </a:rPr>
              <a:t>JSON</a:t>
            </a:r>
            <a:r>
              <a:rPr lang="en-US" sz="1800" b="1">
                <a:solidFill>
                  <a:schemeClr val="tx1"/>
                </a:solidFill>
                <a:latin typeface="Calibri"/>
                <a:ea typeface="SimSun"/>
                <a:cs typeface="Calibri"/>
              </a:rPr>
              <a:t> </a:t>
            </a:r>
            <a:r>
              <a:rPr lang="en-US" sz="1800">
                <a:solidFill>
                  <a:schemeClr val="tx1"/>
                </a:solidFill>
                <a:latin typeface="Calibri"/>
                <a:ea typeface="SimSun"/>
                <a:cs typeface="Calibri"/>
              </a:rPr>
              <a:t>stores JSON data</a:t>
            </a:r>
          </a:p>
          <a:p>
            <a:pPr marL="285750" indent="-285750">
              <a:buFont typeface="Arial" panose="02020603050405020304" pitchFamily="18" charset="0"/>
              <a:buChar char="•"/>
            </a:pPr>
            <a:r>
              <a:rPr lang="en-US" sz="1800" b="1">
                <a:solidFill>
                  <a:srgbClr val="002060"/>
                </a:solidFill>
                <a:latin typeface="Calibri"/>
                <a:ea typeface="SimSun"/>
                <a:cs typeface="Calibri"/>
              </a:rPr>
              <a:t>Binary </a:t>
            </a:r>
            <a:r>
              <a:rPr lang="en-US" sz="1800">
                <a:solidFill>
                  <a:schemeClr val="tx1"/>
                </a:solidFill>
                <a:latin typeface="Calibri"/>
                <a:ea typeface="SimSun"/>
                <a:cs typeface="Calibri"/>
              </a:rPr>
              <a:t>allowing you to store byte arrays for applications that need to manage non-text data, such as images, audio, and other multimedia files.</a:t>
            </a:r>
          </a:p>
          <a:p>
            <a:pPr marL="285750" indent="-285750">
              <a:buFont typeface="Arial" panose="02020603050405020304" pitchFamily="18" charset="0"/>
              <a:buChar char="•"/>
            </a:pPr>
            <a:r>
              <a:rPr lang="en-US" sz="1800" b="1">
                <a:solidFill>
                  <a:srgbClr val="002060"/>
                </a:solidFill>
                <a:latin typeface="Calibri"/>
                <a:ea typeface="SimSun"/>
                <a:cs typeface="Calibri"/>
              </a:rPr>
              <a:t>Date/Time </a:t>
            </a:r>
            <a:r>
              <a:rPr lang="en-US" sz="1800">
                <a:solidFill>
                  <a:schemeClr val="tx1"/>
                </a:solidFill>
                <a:latin typeface="Calibri"/>
                <a:ea typeface="SimSun"/>
                <a:cs typeface="Calibri"/>
              </a:rPr>
              <a:t>require accurate time tracking, such as event scheduling, logging, and historical data analysis.</a:t>
            </a:r>
          </a:p>
          <a:p>
            <a:pPr marL="285750" indent="-285750">
              <a:buFont typeface="Arial" panose="02020603050405020304" pitchFamily="18" charset="0"/>
              <a:buChar char="•"/>
            </a:pPr>
            <a:r>
              <a:rPr lang="en-US" sz="1800" b="1">
                <a:solidFill>
                  <a:srgbClr val="002060"/>
                </a:solidFill>
                <a:latin typeface="Calibri"/>
                <a:ea typeface="SimSun"/>
                <a:cs typeface="Calibri"/>
              </a:rPr>
              <a:t>Enumerated </a:t>
            </a:r>
            <a:r>
              <a:rPr lang="en-US" sz="1800">
                <a:solidFill>
                  <a:schemeClr val="tx1"/>
                </a:solidFill>
                <a:latin typeface="Calibri"/>
                <a:ea typeface="SimSun"/>
                <a:cs typeface="Calibri"/>
              </a:rPr>
              <a:t>useful for situations where a column must contain one of a limited set of predefined values enhancing data integrity and readability.</a:t>
            </a:r>
          </a:p>
          <a:p>
            <a:pPr marL="285750" indent="-285750">
              <a:buFont typeface="Arial" panose="02020603050405020304" pitchFamily="18" charset="0"/>
              <a:buChar char="•"/>
            </a:pPr>
            <a:r>
              <a:rPr lang="en-US" sz="1800" b="1">
                <a:solidFill>
                  <a:srgbClr val="002060"/>
                </a:solidFill>
                <a:latin typeface="Calibri"/>
                <a:ea typeface="SimSun"/>
                <a:cs typeface="Calibri"/>
              </a:rPr>
              <a:t>Monetary </a:t>
            </a:r>
            <a:r>
              <a:rPr lang="en-US" sz="1800">
                <a:solidFill>
                  <a:schemeClr val="tx1"/>
                </a:solidFill>
                <a:latin typeface="Calibri"/>
                <a:ea typeface="SimSun"/>
                <a:cs typeface="Calibri"/>
              </a:rPr>
              <a:t>A fixed-point type used for storing currency values.</a:t>
            </a:r>
          </a:p>
          <a:p>
            <a:pPr marL="285750" indent="-285750">
              <a:buFont typeface="Arial" panose="02020603050405020304" pitchFamily="18" charset="0"/>
              <a:buChar char="•"/>
            </a:pPr>
            <a:r>
              <a:rPr lang="en-US" sz="1800" b="1">
                <a:solidFill>
                  <a:srgbClr val="002060"/>
                </a:solidFill>
                <a:latin typeface="Calibri"/>
                <a:ea typeface="SimSun"/>
                <a:cs typeface="Calibri"/>
              </a:rPr>
              <a:t>Geometric</a:t>
            </a:r>
            <a:r>
              <a:rPr lang="en-US" sz="1500">
                <a:solidFill>
                  <a:srgbClr val="273239"/>
                </a:solidFill>
                <a:highlight>
                  <a:srgbClr val="FFFFFF"/>
                </a:highlight>
                <a:latin typeface="Nunito"/>
                <a:ea typeface="SimSun"/>
                <a:cs typeface="Calibri"/>
              </a:rPr>
              <a:t> </a:t>
            </a:r>
            <a:r>
              <a:rPr lang="en-US" sz="1800">
                <a:solidFill>
                  <a:schemeClr val="tx1"/>
                </a:solidFill>
                <a:latin typeface="Calibri"/>
                <a:ea typeface="SimSun"/>
                <a:cs typeface="Calibri"/>
              </a:rPr>
              <a:t>ideal for applications involving spatial data, such as geographic information systems (GIS), computer graphics, and geometric modeling.</a:t>
            </a:r>
          </a:p>
          <a:p>
            <a:pPr marL="285750" indent="-285750">
              <a:buFont typeface="Arial" panose="02020603050405020304" pitchFamily="18" charset="0"/>
              <a:buChar char="•"/>
            </a:pPr>
            <a:endParaRPr lang="en-US" sz="1800">
              <a:solidFill>
                <a:schemeClr val="tx1"/>
              </a:solidFill>
              <a:latin typeface="Calibri"/>
              <a:cs typeface="Calibri"/>
            </a:endParaRPr>
          </a:p>
          <a:p>
            <a:pPr marL="285750" indent="-285750">
              <a:buFont typeface="Arial" panose="02020603050405020304" pitchFamily="18" charset="0"/>
              <a:buChar char="•"/>
            </a:pPr>
            <a:endParaRPr lang="en-US" sz="1800">
              <a:solidFill>
                <a:schemeClr val="tx1"/>
              </a:solidFill>
              <a:latin typeface="Calibri"/>
              <a:cs typeface="Calibri"/>
            </a:endParaRPr>
          </a:p>
        </p:txBody>
      </p:sp>
    </p:spTree>
    <p:extLst>
      <p:ext uri="{BB962C8B-B14F-4D97-AF65-F5344CB8AC3E}">
        <p14:creationId xmlns:p14="http://schemas.microsoft.com/office/powerpoint/2010/main" val="369691965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7B3412-7C3C-1B3F-0170-AB2F29870C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3BDCC5-670B-1F4D-57C5-6E2B4AE3F27F}"/>
              </a:ext>
            </a:extLst>
          </p:cNvPr>
          <p:cNvSpPr txBox="1"/>
          <p:nvPr/>
        </p:nvSpPr>
        <p:spPr>
          <a:xfrm>
            <a:off x="262231" y="260992"/>
            <a:ext cx="88822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PostgreSQL </a:t>
            </a:r>
            <a:r>
              <a:rPr lang="en-US" sz="4800">
                <a:latin typeface="Calibri"/>
                <a:ea typeface="Calibri"/>
                <a:cs typeface="Arial"/>
              </a:rPr>
              <a:t>NULL vs NOT NULL</a:t>
            </a:r>
            <a:r>
              <a:rPr lang="en-US" sz="4800">
                <a:latin typeface="Arial"/>
                <a:ea typeface="Calibri"/>
                <a:cs typeface="Arial"/>
              </a:rPr>
              <a:t> </a:t>
            </a:r>
            <a:endParaRPr lang="en-US" sz="4800" b="1">
              <a:latin typeface="Calibri"/>
              <a:cs typeface="Calibri"/>
            </a:endParaRPr>
          </a:p>
        </p:txBody>
      </p:sp>
      <p:sp>
        <p:nvSpPr>
          <p:cNvPr id="4" name="TextBox 3">
            <a:extLst>
              <a:ext uri="{FF2B5EF4-FFF2-40B4-BE49-F238E27FC236}">
                <a16:creationId xmlns:a16="http://schemas.microsoft.com/office/drawing/2014/main" id="{2D005E03-60ED-3A6D-0E8A-3A6B48CF3123}"/>
              </a:ext>
            </a:extLst>
          </p:cNvPr>
          <p:cNvSpPr txBox="1"/>
          <p:nvPr/>
        </p:nvSpPr>
        <p:spPr>
          <a:xfrm>
            <a:off x="261521" y="1484015"/>
            <a:ext cx="8520199"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SimSun"/>
                <a:cs typeface="Arial"/>
              </a:rPr>
              <a:t>NULL</a:t>
            </a:r>
            <a:r>
              <a:rPr lang="en-US">
                <a:latin typeface="Arial"/>
                <a:cs typeface="Arial"/>
              </a:rPr>
              <a:t>NULL</a:t>
            </a:r>
            <a:endParaRPr lang="en-US"/>
          </a:p>
          <a:p>
            <a:r>
              <a:rPr lang="en-US" sz="1800" b="1">
                <a:solidFill>
                  <a:schemeClr val="tx1"/>
                </a:solidFill>
                <a:latin typeface="Arial"/>
                <a:ea typeface="SimSun"/>
                <a:cs typeface="Arial"/>
              </a:rPr>
              <a:t>NULL</a:t>
            </a:r>
          </a:p>
          <a:p>
            <a:pPr marL="285750" indent="-285750">
              <a:buFont typeface="Arial"/>
              <a:buChar char="•"/>
            </a:pPr>
            <a:r>
              <a:rPr lang="en-US" sz="1800">
                <a:solidFill>
                  <a:schemeClr val="tx1"/>
                </a:solidFill>
                <a:latin typeface="Arial"/>
                <a:ea typeface="SimSun"/>
                <a:cs typeface="Arial"/>
              </a:rPr>
              <a:t>Represents </a:t>
            </a:r>
            <a:r>
              <a:rPr lang="en-US" sz="1800" b="1">
                <a:solidFill>
                  <a:schemeClr val="tx1"/>
                </a:solidFill>
                <a:latin typeface="Arial"/>
                <a:ea typeface="SimSun"/>
                <a:cs typeface="Arial"/>
              </a:rPr>
              <a:t>unknown or missing value</a:t>
            </a:r>
            <a:endParaRPr lang="en-US">
              <a:solidFill>
                <a:schemeClr val="tx1"/>
              </a:solidFill>
              <a:cs typeface="Arial"/>
            </a:endParaRPr>
          </a:p>
          <a:p>
            <a:pPr marL="285750" indent="-285750">
              <a:buFont typeface="Arial"/>
              <a:buChar char="•"/>
            </a:pPr>
            <a:r>
              <a:rPr lang="en-US" sz="1800">
                <a:solidFill>
                  <a:schemeClr val="tx1"/>
                </a:solidFill>
                <a:latin typeface="Arial"/>
                <a:ea typeface="SimSun"/>
                <a:cs typeface="Arial"/>
              </a:rPr>
              <a:t>NOT equal to anything (even another NULL)</a:t>
            </a:r>
            <a:endParaRPr lang="en-US">
              <a:solidFill>
                <a:schemeClr val="tx1"/>
              </a:solidFill>
            </a:endParaRPr>
          </a:p>
          <a:p>
            <a:br>
              <a:rPr lang="en-US" sz="1800">
                <a:solidFill>
                  <a:schemeClr val="tx1"/>
                </a:solidFill>
                <a:latin typeface="Arial"/>
                <a:ea typeface="SimSun"/>
                <a:cs typeface="Arial"/>
              </a:rPr>
            </a:br>
            <a:r>
              <a:rPr lang="en-US" sz="1800">
                <a:solidFill>
                  <a:schemeClr val="tx1"/>
                </a:solidFill>
                <a:latin typeface="Arial"/>
                <a:ea typeface="SimSun"/>
                <a:cs typeface="Arial"/>
              </a:rPr>
              <a:t>  Syntax: email VARCHAR(150) NULL</a:t>
            </a:r>
            <a:endParaRPr lang="en-US">
              <a:solidFill>
                <a:schemeClr val="tx1"/>
              </a:solidFill>
            </a:endParaRPr>
          </a:p>
          <a:p>
            <a:endParaRPr lang="en-US" sz="1800">
              <a:solidFill>
                <a:schemeClr val="tx1"/>
              </a:solidFill>
              <a:latin typeface="Arial"/>
              <a:ea typeface="SimSun"/>
              <a:cs typeface="Arial"/>
            </a:endParaRPr>
          </a:p>
          <a:p>
            <a:endParaRPr lang="en-US" sz="1800">
              <a:solidFill>
                <a:schemeClr val="tx1"/>
              </a:solidFill>
              <a:latin typeface="Calibri"/>
              <a:ea typeface="SimSun"/>
              <a:cs typeface="Arial"/>
            </a:endParaRPr>
          </a:p>
        </p:txBody>
      </p:sp>
      <p:sp>
        <p:nvSpPr>
          <p:cNvPr id="2" name="TextBox 1">
            <a:extLst>
              <a:ext uri="{FF2B5EF4-FFF2-40B4-BE49-F238E27FC236}">
                <a16:creationId xmlns:a16="http://schemas.microsoft.com/office/drawing/2014/main" id="{634794CD-F43A-019F-A79E-1E7A2DE9B6B7}"/>
              </a:ext>
            </a:extLst>
          </p:cNvPr>
          <p:cNvSpPr txBox="1"/>
          <p:nvPr/>
        </p:nvSpPr>
        <p:spPr>
          <a:xfrm>
            <a:off x="261520" y="2999732"/>
            <a:ext cx="852019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SimSun"/>
                <a:cs typeface="Arial"/>
              </a:rPr>
              <a:t>NULL</a:t>
            </a:r>
            <a:r>
              <a:rPr lang="en-US">
                <a:latin typeface="Arial"/>
                <a:cs typeface="Arial"/>
              </a:rPr>
              <a:t>NULL</a:t>
            </a:r>
            <a:endParaRPr lang="en-US"/>
          </a:p>
          <a:p>
            <a:r>
              <a:rPr lang="en-US" sz="1800" b="1">
                <a:solidFill>
                  <a:schemeClr val="tx1"/>
                </a:solidFill>
                <a:latin typeface="Arial"/>
                <a:ea typeface="SimSun"/>
                <a:cs typeface="Arial"/>
              </a:rPr>
              <a:t>NULL</a:t>
            </a:r>
          </a:p>
          <a:p>
            <a:pPr marL="285750" indent="-285750">
              <a:buFont typeface="Arial"/>
              <a:buChar char="•"/>
            </a:pPr>
            <a:r>
              <a:rPr lang="en-US" sz="1800">
                <a:solidFill>
                  <a:schemeClr val="tx1"/>
                </a:solidFill>
                <a:latin typeface="Arial"/>
                <a:ea typeface="SimSun"/>
                <a:cs typeface="Arial"/>
              </a:rPr>
              <a:t>Value is </a:t>
            </a:r>
            <a:r>
              <a:rPr lang="en-US" sz="1800" b="1">
                <a:solidFill>
                  <a:schemeClr val="tx1"/>
                </a:solidFill>
                <a:latin typeface="Arial"/>
                <a:ea typeface="SimSun"/>
                <a:cs typeface="Arial"/>
              </a:rPr>
              <a:t>mandatory</a:t>
            </a:r>
          </a:p>
          <a:p>
            <a:r>
              <a:rPr lang="en-US" sz="1800">
                <a:solidFill>
                  <a:schemeClr val="tx1"/>
                </a:solidFill>
                <a:latin typeface="Arial"/>
                <a:ea typeface="SimSun"/>
                <a:cs typeface="Arial"/>
              </a:rPr>
              <a:t>  </a:t>
            </a:r>
            <a:endParaRPr lang="en-US">
              <a:solidFill>
                <a:schemeClr val="tx1"/>
              </a:solidFill>
              <a:cs typeface="Arial" panose="020B0604020202020204" pitchFamily="34" charset="0"/>
            </a:endParaRPr>
          </a:p>
          <a:p>
            <a:r>
              <a:rPr lang="en-US" sz="1800">
                <a:solidFill>
                  <a:schemeClr val="tx1"/>
                </a:solidFill>
                <a:latin typeface="Arial"/>
                <a:ea typeface="SimSun"/>
                <a:cs typeface="Arial"/>
              </a:rPr>
              <a:t>  Syntax: name VARCHAR(100) NOT NULL</a:t>
            </a:r>
            <a:endParaRPr lang="en-US">
              <a:solidFill>
                <a:schemeClr val="tx1"/>
              </a:solidFill>
              <a:cs typeface="Arial"/>
            </a:endParaRPr>
          </a:p>
          <a:p>
            <a:endParaRPr lang="en-US" sz="1800">
              <a:solidFill>
                <a:schemeClr val="tx1"/>
              </a:solidFill>
              <a:latin typeface="Arial"/>
              <a:ea typeface="SimSun"/>
              <a:cs typeface="Arial"/>
            </a:endParaRPr>
          </a:p>
          <a:p>
            <a:r>
              <a:rPr lang="en-US" sz="1800" b="1">
                <a:solidFill>
                  <a:schemeClr val="tx1"/>
                </a:solidFill>
                <a:latin typeface="Arial"/>
                <a:ea typeface="SimSun"/>
                <a:cs typeface="Arial"/>
              </a:rPr>
              <a:t>Where Condition to fetch records:</a:t>
            </a:r>
            <a:endParaRPr lang="en-US" sz="1800">
              <a:solidFill>
                <a:schemeClr val="tx1"/>
              </a:solidFill>
              <a:latin typeface="Arial"/>
              <a:ea typeface="SimSun"/>
              <a:cs typeface="Arial"/>
            </a:endParaRPr>
          </a:p>
          <a:p>
            <a:r>
              <a:rPr lang="en-US" sz="1800">
                <a:solidFill>
                  <a:schemeClr val="tx1"/>
                </a:solidFill>
                <a:latin typeface="Arial"/>
                <a:ea typeface="SimSun"/>
                <a:cs typeface="Arial"/>
              </a:rPr>
              <a:t> WHERE email IS NULL</a:t>
            </a:r>
            <a:endParaRPr lang="en-US">
              <a:solidFill>
                <a:schemeClr val="tx1"/>
              </a:solidFill>
            </a:endParaRPr>
          </a:p>
          <a:p>
            <a:r>
              <a:rPr lang="en-US" sz="1800">
                <a:solidFill>
                  <a:schemeClr val="tx1"/>
                </a:solidFill>
                <a:latin typeface="Arial"/>
                <a:ea typeface="SimSun"/>
                <a:cs typeface="Arial"/>
              </a:rPr>
              <a:t> WHERE email IS NOT NULL</a:t>
            </a:r>
            <a:endParaRPr lang="en-US">
              <a:solidFill>
                <a:schemeClr val="tx1"/>
              </a:solidFill>
            </a:endParaRPr>
          </a:p>
          <a:p>
            <a:endParaRPr lang="en-US" sz="1800">
              <a:solidFill>
                <a:schemeClr val="tx1"/>
              </a:solidFill>
              <a:latin typeface="Arial"/>
              <a:ea typeface="SimSun"/>
              <a:cs typeface="Arial"/>
            </a:endParaRPr>
          </a:p>
          <a:p>
            <a:endParaRPr lang="en-US" sz="1800">
              <a:solidFill>
                <a:schemeClr val="tx1"/>
              </a:solidFill>
              <a:latin typeface="Calibri"/>
              <a:ea typeface="SimSun"/>
              <a:cs typeface="Arial"/>
            </a:endParaRPr>
          </a:p>
        </p:txBody>
      </p:sp>
    </p:spTree>
    <p:extLst>
      <p:ext uri="{BB962C8B-B14F-4D97-AF65-F5344CB8AC3E}">
        <p14:creationId xmlns:p14="http://schemas.microsoft.com/office/powerpoint/2010/main" val="3606084440"/>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206569-070E-DF14-275F-4C5343BAF5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EB7396-80E7-004E-55D3-FF97F4F9B883}"/>
              </a:ext>
            </a:extLst>
          </p:cNvPr>
          <p:cNvSpPr txBox="1"/>
          <p:nvPr/>
        </p:nvSpPr>
        <p:spPr>
          <a:xfrm>
            <a:off x="237383" y="260992"/>
            <a:ext cx="890714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Calibri"/>
              </a:rPr>
              <a:t>PostgreSQL </a:t>
            </a:r>
            <a:r>
              <a:rPr lang="en-US" sz="3600" b="1">
                <a:latin typeface="Calibri"/>
                <a:ea typeface="Calibri"/>
                <a:cs typeface="Arial"/>
              </a:rPr>
              <a:t>Performing Basic Operations </a:t>
            </a:r>
            <a:endParaRPr lang="en-US" sz="3600" b="1">
              <a:latin typeface="Calibri"/>
              <a:cs typeface="Calibri"/>
            </a:endParaRPr>
          </a:p>
        </p:txBody>
      </p:sp>
      <p:pic>
        <p:nvPicPr>
          <p:cNvPr id="2" name="Picture 1">
            <a:extLst>
              <a:ext uri="{FF2B5EF4-FFF2-40B4-BE49-F238E27FC236}">
                <a16:creationId xmlns:a16="http://schemas.microsoft.com/office/drawing/2014/main" id="{E29387CB-2F55-CAED-9532-BAFDFF0E8F07}"/>
              </a:ext>
            </a:extLst>
          </p:cNvPr>
          <p:cNvPicPr>
            <a:picLocks noChangeAspect="1"/>
          </p:cNvPicPr>
          <p:nvPr/>
        </p:nvPicPr>
        <p:blipFill>
          <a:blip r:embed="rId3"/>
          <a:stretch>
            <a:fillRect/>
          </a:stretch>
        </p:blipFill>
        <p:spPr>
          <a:xfrm>
            <a:off x="241610" y="1432463"/>
            <a:ext cx="8660781" cy="4662150"/>
          </a:xfrm>
          <a:prstGeom prst="rect">
            <a:avLst/>
          </a:prstGeom>
        </p:spPr>
      </p:pic>
    </p:spTree>
    <p:extLst>
      <p:ext uri="{BB962C8B-B14F-4D97-AF65-F5344CB8AC3E}">
        <p14:creationId xmlns:p14="http://schemas.microsoft.com/office/powerpoint/2010/main" val="87944853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FC04A1-8BD6-B4D5-82FD-860673DCFE3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8826EF-9593-51C9-97B9-A134BBD0814F}"/>
              </a:ext>
            </a:extLst>
          </p:cNvPr>
          <p:cNvSpPr txBox="1"/>
          <p:nvPr/>
        </p:nvSpPr>
        <p:spPr>
          <a:xfrm>
            <a:off x="324350" y="260992"/>
            <a:ext cx="882018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Calibri"/>
              </a:rPr>
              <a:t>PostgreSQL </a:t>
            </a:r>
            <a:r>
              <a:rPr lang="en-US" sz="4800" b="1">
                <a:latin typeface="Calibri"/>
                <a:ea typeface="Calibri"/>
                <a:cs typeface="Arial"/>
              </a:rPr>
              <a:t>Querying Data</a:t>
            </a:r>
            <a:endParaRPr lang="en-US" sz="4800" b="1">
              <a:latin typeface="Calibri"/>
              <a:cs typeface="Arial"/>
            </a:endParaRPr>
          </a:p>
        </p:txBody>
      </p:sp>
      <p:sp>
        <p:nvSpPr>
          <p:cNvPr id="2" name="TextBox 1">
            <a:extLst>
              <a:ext uri="{FF2B5EF4-FFF2-40B4-BE49-F238E27FC236}">
                <a16:creationId xmlns:a16="http://schemas.microsoft.com/office/drawing/2014/main" id="{E378166B-1CCF-8EF6-213D-D9DF80F152C5}"/>
              </a:ext>
            </a:extLst>
          </p:cNvPr>
          <p:cNvSpPr txBox="1"/>
          <p:nvPr/>
        </p:nvSpPr>
        <p:spPr>
          <a:xfrm>
            <a:off x="914400" y="1992351"/>
            <a:ext cx="722227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b="1">
                <a:solidFill>
                  <a:srgbClr val="002060"/>
                </a:solidFill>
                <a:latin typeface="Calibri"/>
                <a:ea typeface="SimSun"/>
                <a:cs typeface="Calibri"/>
              </a:rPr>
              <a:t>Select</a:t>
            </a:r>
            <a:endParaRPr lang="en-US" sz="2000">
              <a:solidFill>
                <a:srgbClr val="002060"/>
              </a:solidFill>
              <a:latin typeface="Calibri"/>
              <a:cs typeface="Arial" panose="020B0604020202020204" pitchFamily="34" charset="0"/>
            </a:endParaRPr>
          </a:p>
          <a:p>
            <a:pPr marL="457200" indent="-457200">
              <a:buAutoNum type="arabicPeriod"/>
            </a:pPr>
            <a:endParaRPr lang="en-US" sz="2000" b="1">
              <a:solidFill>
                <a:srgbClr val="7030A0"/>
              </a:solidFill>
              <a:latin typeface="Calibri"/>
              <a:ea typeface="SimSun"/>
              <a:cs typeface="Calibri"/>
            </a:endParaRPr>
          </a:p>
          <a:p>
            <a:pPr marL="457200" indent="-457200">
              <a:buAutoNum type="arabicPeriod"/>
            </a:pPr>
            <a:r>
              <a:rPr lang="en-US" sz="2000" b="1">
                <a:solidFill>
                  <a:srgbClr val="002060"/>
                </a:solidFill>
                <a:latin typeface="Calibri"/>
                <a:ea typeface="SimSun"/>
                <a:cs typeface="Calibri"/>
              </a:rPr>
              <a:t>Column aliases</a:t>
            </a:r>
            <a:r>
              <a:rPr lang="en-US" sz="2000">
                <a:solidFill>
                  <a:schemeClr val="tx1"/>
                </a:solidFill>
                <a:latin typeface="Calibri"/>
                <a:ea typeface="SimSun"/>
                <a:cs typeface="Calibri"/>
              </a:rPr>
              <a:t> – Assign temporary names to columns or expressions in a query. </a:t>
            </a:r>
            <a:r>
              <a:rPr lang="en-US" sz="2000">
                <a:solidFill>
                  <a:schemeClr val="bg2"/>
                </a:solidFill>
                <a:latin typeface="Calibri"/>
                <a:ea typeface="SimSun"/>
                <a:cs typeface="Calibri"/>
              </a:rPr>
              <a:t>(select </a:t>
            </a:r>
            <a:r>
              <a:rPr lang="en-US" sz="2000" err="1">
                <a:solidFill>
                  <a:schemeClr val="bg2"/>
                </a:solidFill>
                <a:latin typeface="Calibri"/>
                <a:ea typeface="SimSun"/>
                <a:cs typeface="Calibri"/>
              </a:rPr>
              <a:t>lastname</a:t>
            </a:r>
            <a:r>
              <a:rPr lang="en-US" sz="2000">
                <a:solidFill>
                  <a:schemeClr val="bg2"/>
                </a:solidFill>
                <a:latin typeface="Calibri"/>
                <a:ea typeface="SimSun"/>
                <a:cs typeface="Calibri"/>
              </a:rPr>
              <a:t> </a:t>
            </a:r>
            <a:r>
              <a:rPr lang="en-US" sz="2000" b="1">
                <a:solidFill>
                  <a:srgbClr val="7030A0"/>
                </a:solidFill>
                <a:latin typeface="Calibri"/>
                <a:ea typeface="SimSun"/>
                <a:cs typeface="Calibri"/>
              </a:rPr>
              <a:t>AS</a:t>
            </a:r>
            <a:r>
              <a:rPr lang="en-US" sz="2000">
                <a:solidFill>
                  <a:schemeClr val="bg2"/>
                </a:solidFill>
                <a:latin typeface="Calibri"/>
                <a:ea typeface="SimSun"/>
                <a:cs typeface="Calibri"/>
              </a:rPr>
              <a:t> surname)</a:t>
            </a:r>
            <a:endParaRPr lang="en-US" sz="2000">
              <a:solidFill>
                <a:schemeClr val="bg2"/>
              </a:solidFill>
              <a:latin typeface="Calibri"/>
              <a:cs typeface="Arial"/>
            </a:endParaRPr>
          </a:p>
          <a:p>
            <a:pPr marL="457200" indent="-457200">
              <a:buAutoNum type="arabicPeriod"/>
            </a:pPr>
            <a:endParaRPr lang="en-US" sz="2000">
              <a:solidFill>
                <a:schemeClr val="bg2"/>
              </a:solidFill>
              <a:latin typeface="Calibri"/>
              <a:ea typeface="SimSun"/>
              <a:cs typeface="Calibri"/>
            </a:endParaRPr>
          </a:p>
          <a:p>
            <a:pPr marL="457200" indent="-457200">
              <a:buAutoNum type="arabicPeriod"/>
            </a:pPr>
            <a:r>
              <a:rPr lang="en-US" sz="2000" b="1">
                <a:solidFill>
                  <a:srgbClr val="002060"/>
                </a:solidFill>
                <a:latin typeface="Calibri"/>
                <a:ea typeface="SimSun"/>
                <a:cs typeface="Calibri"/>
              </a:rPr>
              <a:t>Order By</a:t>
            </a:r>
            <a:r>
              <a:rPr lang="en-US" sz="2000">
                <a:solidFill>
                  <a:schemeClr val="tx1"/>
                </a:solidFill>
                <a:latin typeface="Calibri"/>
                <a:ea typeface="SimSun"/>
                <a:cs typeface="Calibri"/>
              </a:rPr>
              <a:t> – Sort the result set returned from a query. </a:t>
            </a:r>
            <a:endParaRPr lang="en-US" sz="2000">
              <a:solidFill>
                <a:schemeClr val="tx1"/>
              </a:solidFill>
              <a:latin typeface="Calibri"/>
              <a:cs typeface="Arial"/>
            </a:endParaRPr>
          </a:p>
          <a:p>
            <a:pPr marL="457200" indent="-457200">
              <a:buAutoNum type="arabicPeriod"/>
            </a:pPr>
            <a:endParaRPr lang="en-US" sz="2000">
              <a:solidFill>
                <a:schemeClr val="tx1"/>
              </a:solidFill>
              <a:latin typeface="Calibri"/>
              <a:ea typeface="SimSun"/>
              <a:cs typeface="Calibri"/>
            </a:endParaRPr>
          </a:p>
          <a:p>
            <a:pPr marL="457200" indent="-457200">
              <a:buAutoNum type="arabicPeriod"/>
            </a:pPr>
            <a:r>
              <a:rPr lang="en-US" sz="2000" b="1">
                <a:solidFill>
                  <a:srgbClr val="002060"/>
                </a:solidFill>
                <a:latin typeface="Calibri"/>
                <a:ea typeface="SimSun"/>
                <a:cs typeface="Calibri"/>
              </a:rPr>
              <a:t>Select Distinct</a:t>
            </a:r>
            <a:r>
              <a:rPr lang="en-US" sz="2000">
                <a:solidFill>
                  <a:schemeClr val="tx1"/>
                </a:solidFill>
                <a:latin typeface="Calibri"/>
                <a:ea typeface="SimSun"/>
                <a:cs typeface="Calibri"/>
              </a:rPr>
              <a:t> – Removes duplicate rows in the result set.</a:t>
            </a:r>
            <a:endParaRPr lang="en-US" sz="2000">
              <a:solidFill>
                <a:schemeClr val="tx1"/>
              </a:solidFill>
              <a:latin typeface="Calibri"/>
              <a:cs typeface="Arial"/>
            </a:endParaRPr>
          </a:p>
        </p:txBody>
      </p:sp>
    </p:spTree>
    <p:extLst>
      <p:ext uri="{BB962C8B-B14F-4D97-AF65-F5344CB8AC3E}">
        <p14:creationId xmlns:p14="http://schemas.microsoft.com/office/powerpoint/2010/main" val="216548847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21C2CC-01EF-6042-9C92-5A9B314000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D8D812-0FC2-EF8D-F79A-D25E1EFD37AD}"/>
              </a:ext>
            </a:extLst>
          </p:cNvPr>
          <p:cNvSpPr txBox="1"/>
          <p:nvPr/>
        </p:nvSpPr>
        <p:spPr>
          <a:xfrm>
            <a:off x="287079" y="260992"/>
            <a:ext cx="88574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FFFFFF"/>
                </a:solidFill>
                <a:latin typeface="Arial"/>
                <a:ea typeface="Calibri"/>
                <a:cs typeface="Arial"/>
              </a:rPr>
              <a:t>Operators in the WHERE clause</a:t>
            </a:r>
            <a:endParaRPr lang="en-US"/>
          </a:p>
        </p:txBody>
      </p:sp>
      <p:sp>
        <p:nvSpPr>
          <p:cNvPr id="7" name="TextBox 6">
            <a:extLst>
              <a:ext uri="{FF2B5EF4-FFF2-40B4-BE49-F238E27FC236}">
                <a16:creationId xmlns:a16="http://schemas.microsoft.com/office/drawing/2014/main" id="{87E591BF-5785-4C2B-E011-818292B5CCE0}"/>
              </a:ext>
            </a:extLst>
          </p:cNvPr>
          <p:cNvSpPr txBox="1"/>
          <p:nvPr/>
        </p:nvSpPr>
        <p:spPr>
          <a:xfrm>
            <a:off x="285750" y="1515717"/>
            <a:ext cx="75040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tx1"/>
                </a:solidFill>
                <a:latin typeface="Calibri"/>
                <a:ea typeface="Segoe UI"/>
                <a:cs typeface="Segoe UI"/>
              </a:rPr>
              <a:t>We can operate with different operators in the </a:t>
            </a:r>
            <a:r>
              <a:rPr lang="en-US" sz="2000">
                <a:solidFill>
                  <a:schemeClr val="tx1"/>
                </a:solidFill>
                <a:latin typeface="Calibri"/>
                <a:ea typeface="SimSun"/>
                <a:cs typeface="Arial"/>
              </a:rPr>
              <a:t>WHERE</a:t>
            </a:r>
            <a:r>
              <a:rPr lang="en-US" sz="2000">
                <a:solidFill>
                  <a:schemeClr val="tx1"/>
                </a:solidFill>
                <a:latin typeface="Calibri"/>
                <a:ea typeface="Segoe UI"/>
                <a:cs typeface="Segoe UI"/>
              </a:rPr>
              <a:t> clause:</a:t>
            </a:r>
            <a:endParaRPr lang="en-US" sz="2000">
              <a:solidFill>
                <a:schemeClr val="tx1"/>
              </a:solidFill>
              <a:latin typeface="Calibri"/>
              <a:cs typeface="Arial"/>
            </a:endParaRPr>
          </a:p>
        </p:txBody>
      </p:sp>
      <p:sp>
        <p:nvSpPr>
          <p:cNvPr id="13" name="TextBox 12">
            <a:extLst>
              <a:ext uri="{FF2B5EF4-FFF2-40B4-BE49-F238E27FC236}">
                <a16:creationId xmlns:a16="http://schemas.microsoft.com/office/drawing/2014/main" id="{230C7472-BAB3-18CD-8842-1C79E85356BB}"/>
              </a:ext>
            </a:extLst>
          </p:cNvPr>
          <p:cNvSpPr txBox="1"/>
          <p:nvPr/>
        </p:nvSpPr>
        <p:spPr>
          <a:xfrm>
            <a:off x="285750" y="2000250"/>
            <a:ext cx="854765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b="1">
                <a:solidFill>
                  <a:srgbClr val="000000"/>
                </a:solidFill>
                <a:latin typeface="Calibri"/>
                <a:ea typeface="Calibri"/>
                <a:cs typeface="Calibri"/>
              </a:rPr>
              <a:t>Equal To: </a:t>
            </a:r>
            <a:r>
              <a:rPr lang="en-US" sz="2000">
                <a:solidFill>
                  <a:srgbClr val="000000"/>
                </a:solidFill>
                <a:highlight>
                  <a:srgbClr val="FFFFFF"/>
                </a:highlight>
                <a:latin typeface="Calibri"/>
                <a:ea typeface="Calibri"/>
                <a:cs typeface="Segoe UI"/>
              </a:rPr>
              <a:t>The </a:t>
            </a:r>
            <a:r>
              <a:rPr lang="en-US" sz="2000">
                <a:solidFill>
                  <a:srgbClr val="DC143C"/>
                </a:solidFill>
                <a:latin typeface="Calibri"/>
                <a:ea typeface="Calibri"/>
                <a:cs typeface="Calibri"/>
              </a:rPr>
              <a:t>=</a:t>
            </a:r>
            <a:r>
              <a:rPr lang="en-US" sz="2000">
                <a:solidFill>
                  <a:srgbClr val="000000"/>
                </a:solidFill>
                <a:highlight>
                  <a:srgbClr val="FFFFFF"/>
                </a:highlight>
                <a:latin typeface="Calibri"/>
                <a:ea typeface="Calibri"/>
                <a:cs typeface="Segoe UI"/>
              </a:rPr>
              <a:t> operator is used when you want to return all records where a column is equal to a specified value:</a:t>
            </a:r>
            <a:endParaRPr lang="en-US" sz="2000" b="1">
              <a:solidFill>
                <a:srgbClr val="000000"/>
              </a:solidFill>
              <a:latin typeface="Calibri"/>
              <a:ea typeface="Calibri"/>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Less Than: </a:t>
            </a:r>
            <a:r>
              <a:rPr lang="en-US" sz="2000">
                <a:solidFill>
                  <a:srgbClr val="000000"/>
                </a:solidFill>
                <a:highlight>
                  <a:srgbClr val="FFFFFF"/>
                </a:highlight>
                <a:latin typeface="Calibri"/>
                <a:ea typeface="Calibri"/>
                <a:cs typeface="Segoe UI"/>
              </a:rPr>
              <a:t>The </a:t>
            </a:r>
            <a:r>
              <a:rPr lang="en-US" sz="2000">
                <a:solidFill>
                  <a:srgbClr val="DC143C"/>
                </a:solidFill>
                <a:highlight>
                  <a:srgbClr val="FFFFFF"/>
                </a:highlight>
                <a:latin typeface="Calibri"/>
                <a:ea typeface="Calibri"/>
                <a:cs typeface="Segoe UI"/>
              </a:rPr>
              <a:t>&lt;</a:t>
            </a:r>
            <a:r>
              <a:rPr lang="en-US" sz="2000">
                <a:solidFill>
                  <a:srgbClr val="000000"/>
                </a:solidFill>
                <a:highlight>
                  <a:srgbClr val="FFFFFF"/>
                </a:highlight>
                <a:latin typeface="Calibri"/>
                <a:ea typeface="Calibri"/>
                <a:cs typeface="Segoe UI"/>
              </a:rPr>
              <a:t> operator is used when you want to return all records where a column is less than a specified value.</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Greater Than</a:t>
            </a:r>
            <a:r>
              <a:rPr lang="en-US" sz="2000">
                <a:solidFill>
                  <a:srgbClr val="000000"/>
                </a:solidFill>
                <a:highlight>
                  <a:srgbClr val="FFFFFF"/>
                </a:highlight>
                <a:latin typeface="Calibri"/>
                <a:ea typeface="Calibri"/>
                <a:cs typeface="Segoe UI"/>
              </a:rPr>
              <a:t>: The </a:t>
            </a:r>
            <a:r>
              <a:rPr lang="en-US" sz="2000">
                <a:solidFill>
                  <a:srgbClr val="DC143C"/>
                </a:solidFill>
                <a:highlight>
                  <a:srgbClr val="FFFFFF"/>
                </a:highlight>
                <a:latin typeface="Calibri"/>
                <a:ea typeface="Calibri"/>
                <a:cs typeface="Segoe UI"/>
              </a:rPr>
              <a:t>&gt;</a:t>
            </a:r>
            <a:r>
              <a:rPr lang="en-US" sz="2000">
                <a:solidFill>
                  <a:srgbClr val="000000"/>
                </a:solidFill>
                <a:highlight>
                  <a:srgbClr val="FFFFFF"/>
                </a:highlight>
                <a:latin typeface="Calibri"/>
                <a:ea typeface="Calibri"/>
                <a:cs typeface="Segoe UI"/>
              </a:rPr>
              <a:t> operator is used when you want to return all records where a columns is greater than a specified value.</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pPr algn="ctr"/>
            <a:endParaRPr lang="en-US" sz="2000" b="1">
              <a:solidFill>
                <a:srgbClr val="000000"/>
              </a:solidFill>
              <a:latin typeface="Calibri"/>
              <a:ea typeface="Calibri"/>
              <a:cs typeface="Calibri"/>
            </a:endParaRPr>
          </a:p>
        </p:txBody>
      </p:sp>
      <p:pic>
        <p:nvPicPr>
          <p:cNvPr id="15" name="Picture 14" descr="A close up of a number&#10;&#10;AI-generated content may be incorrect.">
            <a:extLst>
              <a:ext uri="{FF2B5EF4-FFF2-40B4-BE49-F238E27FC236}">
                <a16:creationId xmlns:a16="http://schemas.microsoft.com/office/drawing/2014/main" id="{13008E87-F6CD-2C63-60B3-B171C288D1FB}"/>
              </a:ext>
            </a:extLst>
          </p:cNvPr>
          <p:cNvPicPr>
            <a:picLocks noChangeAspect="1"/>
          </p:cNvPicPr>
          <p:nvPr/>
        </p:nvPicPr>
        <p:blipFill>
          <a:blip r:embed="rId3"/>
          <a:stretch>
            <a:fillRect/>
          </a:stretch>
        </p:blipFill>
        <p:spPr>
          <a:xfrm>
            <a:off x="2636355" y="2786062"/>
            <a:ext cx="3200400" cy="714375"/>
          </a:xfrm>
          <a:prstGeom prst="rect">
            <a:avLst/>
          </a:prstGeom>
        </p:spPr>
      </p:pic>
      <p:pic>
        <p:nvPicPr>
          <p:cNvPr id="16" name="Picture 15" descr="A close up of a text&#10;&#10;AI-generated content may be incorrect.">
            <a:extLst>
              <a:ext uri="{FF2B5EF4-FFF2-40B4-BE49-F238E27FC236}">
                <a16:creationId xmlns:a16="http://schemas.microsoft.com/office/drawing/2014/main" id="{17CEFE2D-8C71-583A-04C9-1082BAD178C6}"/>
              </a:ext>
            </a:extLst>
          </p:cNvPr>
          <p:cNvPicPr>
            <a:picLocks noChangeAspect="1"/>
          </p:cNvPicPr>
          <p:nvPr/>
        </p:nvPicPr>
        <p:blipFill>
          <a:blip r:embed="rId4"/>
          <a:stretch>
            <a:fillRect/>
          </a:stretch>
        </p:blipFill>
        <p:spPr>
          <a:xfrm>
            <a:off x="2637389" y="4315861"/>
            <a:ext cx="3198329" cy="673790"/>
          </a:xfrm>
          <a:prstGeom prst="rect">
            <a:avLst/>
          </a:prstGeom>
        </p:spPr>
      </p:pic>
      <p:pic>
        <p:nvPicPr>
          <p:cNvPr id="17" name="Picture 16" descr="A close up of text&#10;&#10;AI-generated content may be incorrect.">
            <a:extLst>
              <a:ext uri="{FF2B5EF4-FFF2-40B4-BE49-F238E27FC236}">
                <a16:creationId xmlns:a16="http://schemas.microsoft.com/office/drawing/2014/main" id="{D46A0506-5B7B-F746-0D3E-67B59A911CD5}"/>
              </a:ext>
            </a:extLst>
          </p:cNvPr>
          <p:cNvPicPr>
            <a:picLocks noChangeAspect="1"/>
          </p:cNvPicPr>
          <p:nvPr/>
        </p:nvPicPr>
        <p:blipFill>
          <a:blip r:embed="rId5"/>
          <a:stretch>
            <a:fillRect/>
          </a:stretch>
        </p:blipFill>
        <p:spPr>
          <a:xfrm>
            <a:off x="2633662" y="5820190"/>
            <a:ext cx="3205783" cy="696567"/>
          </a:xfrm>
          <a:prstGeom prst="rect">
            <a:avLst/>
          </a:prstGeom>
        </p:spPr>
      </p:pic>
    </p:spTree>
    <p:extLst>
      <p:ext uri="{BB962C8B-B14F-4D97-AF65-F5344CB8AC3E}">
        <p14:creationId xmlns:p14="http://schemas.microsoft.com/office/powerpoint/2010/main" val="420163377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D12011-9FA9-8F4C-1065-628A3C5FB5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4F0AFE-C652-1A09-BE9F-F80E3FE3CA7F}"/>
              </a:ext>
            </a:extLst>
          </p:cNvPr>
          <p:cNvSpPr txBox="1"/>
          <p:nvPr/>
        </p:nvSpPr>
        <p:spPr>
          <a:xfrm>
            <a:off x="287079" y="260992"/>
            <a:ext cx="88574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FFFFFF"/>
                </a:solidFill>
                <a:latin typeface="Arial"/>
                <a:ea typeface="Calibri"/>
                <a:cs typeface="Arial"/>
              </a:rPr>
              <a:t>Operators in the WHERE clause</a:t>
            </a:r>
            <a:endParaRPr lang="en-US"/>
          </a:p>
        </p:txBody>
      </p:sp>
      <p:sp>
        <p:nvSpPr>
          <p:cNvPr id="13" name="TextBox 12">
            <a:extLst>
              <a:ext uri="{FF2B5EF4-FFF2-40B4-BE49-F238E27FC236}">
                <a16:creationId xmlns:a16="http://schemas.microsoft.com/office/drawing/2014/main" id="{531B598C-B1BF-7620-E175-43A832403A3E}"/>
              </a:ext>
            </a:extLst>
          </p:cNvPr>
          <p:cNvSpPr txBox="1"/>
          <p:nvPr/>
        </p:nvSpPr>
        <p:spPr>
          <a:xfrm>
            <a:off x="285750" y="1677228"/>
            <a:ext cx="8547651"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b="1">
                <a:solidFill>
                  <a:srgbClr val="000000"/>
                </a:solidFill>
                <a:latin typeface="Calibri"/>
                <a:ea typeface="Calibri"/>
                <a:cs typeface="Arial"/>
              </a:rPr>
              <a:t>Less Than or Equal To</a:t>
            </a:r>
            <a:r>
              <a:rPr lang="en-US" sz="2000" b="1">
                <a:solidFill>
                  <a:srgbClr val="000000"/>
                </a:solidFill>
                <a:latin typeface="Calibri"/>
                <a:ea typeface="Calibri"/>
                <a:cs typeface="Calibri"/>
              </a:rPr>
              <a:t>: </a:t>
            </a:r>
            <a:r>
              <a:rPr lang="en-US" sz="2000">
                <a:solidFill>
                  <a:srgbClr val="000000"/>
                </a:solidFill>
                <a:highlight>
                  <a:srgbClr val="FFFFFF"/>
                </a:highlight>
                <a:latin typeface="Calibri"/>
                <a:ea typeface="Calibri"/>
                <a:cs typeface="Segoe UI"/>
              </a:rPr>
              <a:t>The </a:t>
            </a:r>
            <a:r>
              <a:rPr lang="en-US" sz="2000">
                <a:solidFill>
                  <a:srgbClr val="DC143C"/>
                </a:solidFill>
                <a:latin typeface="Calibri"/>
                <a:ea typeface="Calibri"/>
                <a:cs typeface="Calibri"/>
              </a:rPr>
              <a:t>&lt;=</a:t>
            </a:r>
            <a:r>
              <a:rPr lang="en-US" sz="2000">
                <a:solidFill>
                  <a:srgbClr val="000000"/>
                </a:solidFill>
                <a:highlight>
                  <a:srgbClr val="FFFFFF"/>
                </a:highlight>
                <a:latin typeface="Calibri"/>
                <a:ea typeface="Calibri"/>
                <a:cs typeface="Segoe UI"/>
              </a:rPr>
              <a:t> operator is used when you want to return all records where a column is less than, or equal to, a specified value.</a:t>
            </a:r>
            <a:endParaRPr lang="en-US" sz="2000" b="1">
              <a:solidFill>
                <a:srgbClr val="000000"/>
              </a:solidFill>
              <a:latin typeface="Calibri"/>
              <a:ea typeface="Calibri"/>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Greater Than or Equal to: </a:t>
            </a:r>
            <a:r>
              <a:rPr lang="en-US" sz="2000">
                <a:solidFill>
                  <a:srgbClr val="000000"/>
                </a:solidFill>
                <a:highlight>
                  <a:srgbClr val="FFFFFF"/>
                </a:highlight>
                <a:latin typeface="Calibri"/>
                <a:ea typeface="Calibri"/>
                <a:cs typeface="Segoe UI"/>
              </a:rPr>
              <a:t>The </a:t>
            </a:r>
            <a:r>
              <a:rPr lang="en-US" sz="2000">
                <a:solidFill>
                  <a:srgbClr val="DC143C"/>
                </a:solidFill>
                <a:highlight>
                  <a:srgbClr val="FFFFFF"/>
                </a:highlight>
                <a:latin typeface="Calibri"/>
                <a:ea typeface="Calibri"/>
                <a:cs typeface="Segoe UI"/>
              </a:rPr>
              <a:t>&gt;=</a:t>
            </a:r>
            <a:r>
              <a:rPr lang="en-US" sz="2000">
                <a:solidFill>
                  <a:srgbClr val="000000"/>
                </a:solidFill>
                <a:highlight>
                  <a:srgbClr val="FFFFFF"/>
                </a:highlight>
                <a:latin typeface="Calibri"/>
                <a:ea typeface="Calibri"/>
                <a:cs typeface="Segoe UI"/>
              </a:rPr>
              <a:t> operator is used when you want to return all records where a columns is greater than, or equal to, a specified value.</a:t>
            </a:r>
            <a:endParaRPr lang="en-US" sz="2000">
              <a:solidFill>
                <a:srgbClr val="FFFFFF"/>
              </a:solidFill>
              <a:latin typeface="Calibri"/>
              <a:ea typeface="SimSun"/>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Not Equal To</a:t>
            </a:r>
            <a:r>
              <a:rPr lang="en-US" sz="2000">
                <a:solidFill>
                  <a:srgbClr val="000000"/>
                </a:solidFill>
                <a:highlight>
                  <a:srgbClr val="FFFFFF"/>
                </a:highlight>
                <a:latin typeface="Calibri"/>
                <a:ea typeface="Calibri"/>
                <a:cs typeface="Segoe UI"/>
              </a:rPr>
              <a:t>: The </a:t>
            </a:r>
            <a:r>
              <a:rPr lang="en-US" sz="2000">
                <a:solidFill>
                  <a:srgbClr val="DC143C"/>
                </a:solidFill>
                <a:highlight>
                  <a:srgbClr val="FFFFFF"/>
                </a:highlight>
                <a:latin typeface="Calibri"/>
                <a:ea typeface="Calibri"/>
                <a:cs typeface="Segoe UI"/>
              </a:rPr>
              <a:t>&lt;&gt;</a:t>
            </a:r>
            <a:r>
              <a:rPr lang="en-US" sz="2000">
                <a:solidFill>
                  <a:srgbClr val="000000"/>
                </a:solidFill>
                <a:highlight>
                  <a:srgbClr val="FFFFFF"/>
                </a:highlight>
                <a:latin typeface="Calibri"/>
                <a:ea typeface="Calibri"/>
                <a:cs typeface="Segoe UI"/>
              </a:rPr>
              <a:t> operator is used when you want to return all records where a column is NOT equal to a specified value:</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pPr algn="ctr"/>
            <a:endParaRPr lang="en-US" sz="2000" b="1">
              <a:solidFill>
                <a:srgbClr val="000000"/>
              </a:solidFill>
              <a:latin typeface="Calibri"/>
              <a:ea typeface="Calibri"/>
              <a:cs typeface="Calibri"/>
            </a:endParaRPr>
          </a:p>
        </p:txBody>
      </p:sp>
      <p:pic>
        <p:nvPicPr>
          <p:cNvPr id="2" name="Picture 1" descr="A close up of text&#10;&#10;AI-generated content may be incorrect.">
            <a:extLst>
              <a:ext uri="{FF2B5EF4-FFF2-40B4-BE49-F238E27FC236}">
                <a16:creationId xmlns:a16="http://schemas.microsoft.com/office/drawing/2014/main" id="{EE99CD9B-DFB1-DDEF-3D48-39CA9EC2694D}"/>
              </a:ext>
            </a:extLst>
          </p:cNvPr>
          <p:cNvPicPr>
            <a:picLocks noChangeAspect="1"/>
          </p:cNvPicPr>
          <p:nvPr/>
        </p:nvPicPr>
        <p:blipFill>
          <a:blip r:embed="rId3"/>
          <a:stretch>
            <a:fillRect/>
          </a:stretch>
        </p:blipFill>
        <p:spPr>
          <a:xfrm>
            <a:off x="2722493" y="3545577"/>
            <a:ext cx="3202056" cy="648942"/>
          </a:xfrm>
          <a:prstGeom prst="rect">
            <a:avLst/>
          </a:prstGeom>
        </p:spPr>
      </p:pic>
      <p:pic>
        <p:nvPicPr>
          <p:cNvPr id="4" name="Picture 3" descr="A close up of words&#10;&#10;AI-generated content may be incorrect.">
            <a:extLst>
              <a:ext uri="{FF2B5EF4-FFF2-40B4-BE49-F238E27FC236}">
                <a16:creationId xmlns:a16="http://schemas.microsoft.com/office/drawing/2014/main" id="{F27937B1-2E10-C247-7B91-13AEFF22AB88}"/>
              </a:ext>
            </a:extLst>
          </p:cNvPr>
          <p:cNvPicPr>
            <a:picLocks noChangeAspect="1"/>
          </p:cNvPicPr>
          <p:nvPr/>
        </p:nvPicPr>
        <p:blipFill>
          <a:blip r:embed="rId4"/>
          <a:stretch>
            <a:fillRect/>
          </a:stretch>
        </p:blipFill>
        <p:spPr>
          <a:xfrm>
            <a:off x="2631592" y="2298424"/>
            <a:ext cx="3209924" cy="683315"/>
          </a:xfrm>
          <a:prstGeom prst="rect">
            <a:avLst/>
          </a:prstGeom>
        </p:spPr>
      </p:pic>
      <p:pic>
        <p:nvPicPr>
          <p:cNvPr id="5" name="Picture 4" descr="A close up of text&#10;&#10;AI-generated content may be incorrect.">
            <a:extLst>
              <a:ext uri="{FF2B5EF4-FFF2-40B4-BE49-F238E27FC236}">
                <a16:creationId xmlns:a16="http://schemas.microsoft.com/office/drawing/2014/main" id="{28F9E8DA-375A-525D-5254-338C32CEE38F}"/>
              </a:ext>
            </a:extLst>
          </p:cNvPr>
          <p:cNvPicPr>
            <a:picLocks noChangeAspect="1"/>
          </p:cNvPicPr>
          <p:nvPr/>
        </p:nvPicPr>
        <p:blipFill>
          <a:blip r:embed="rId5"/>
          <a:stretch>
            <a:fillRect/>
          </a:stretch>
        </p:blipFill>
        <p:spPr>
          <a:xfrm>
            <a:off x="1138032" y="4961905"/>
            <a:ext cx="3202883" cy="648942"/>
          </a:xfrm>
          <a:prstGeom prst="rect">
            <a:avLst/>
          </a:prstGeom>
        </p:spPr>
      </p:pic>
      <p:pic>
        <p:nvPicPr>
          <p:cNvPr id="6" name="Picture 5" descr="A close up of a sign&#10;&#10;AI-generated content may be incorrect.">
            <a:extLst>
              <a:ext uri="{FF2B5EF4-FFF2-40B4-BE49-F238E27FC236}">
                <a16:creationId xmlns:a16="http://schemas.microsoft.com/office/drawing/2014/main" id="{FE6C9FC5-01B8-5AEC-D5AC-7C61F5114414}"/>
              </a:ext>
            </a:extLst>
          </p:cNvPr>
          <p:cNvPicPr>
            <a:picLocks noChangeAspect="1"/>
          </p:cNvPicPr>
          <p:nvPr/>
        </p:nvPicPr>
        <p:blipFill>
          <a:blip r:embed="rId6"/>
          <a:stretch>
            <a:fillRect/>
          </a:stretch>
        </p:blipFill>
        <p:spPr>
          <a:xfrm>
            <a:off x="4719016" y="4964802"/>
            <a:ext cx="3197086" cy="667992"/>
          </a:xfrm>
          <a:prstGeom prst="rect">
            <a:avLst/>
          </a:prstGeom>
        </p:spPr>
      </p:pic>
    </p:spTree>
    <p:extLst>
      <p:ext uri="{BB962C8B-B14F-4D97-AF65-F5344CB8AC3E}">
        <p14:creationId xmlns:p14="http://schemas.microsoft.com/office/powerpoint/2010/main" val="1424131652"/>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FA16ED-CC54-8EDD-C38F-B7BF56BCC1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172DDD-02C2-537D-C571-29643F134318}"/>
              </a:ext>
            </a:extLst>
          </p:cNvPr>
          <p:cNvSpPr txBox="1"/>
          <p:nvPr/>
        </p:nvSpPr>
        <p:spPr>
          <a:xfrm>
            <a:off x="287079" y="260992"/>
            <a:ext cx="88574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FFFFFF"/>
                </a:solidFill>
                <a:latin typeface="Arial"/>
                <a:ea typeface="Calibri"/>
                <a:cs typeface="Arial"/>
              </a:rPr>
              <a:t>Operators in the WHERE clause</a:t>
            </a:r>
            <a:endParaRPr lang="en-US"/>
          </a:p>
        </p:txBody>
      </p:sp>
      <p:sp>
        <p:nvSpPr>
          <p:cNvPr id="13" name="TextBox 12">
            <a:extLst>
              <a:ext uri="{FF2B5EF4-FFF2-40B4-BE49-F238E27FC236}">
                <a16:creationId xmlns:a16="http://schemas.microsoft.com/office/drawing/2014/main" id="{2BBA7E03-FF26-70ED-152C-E62B1B0AB911}"/>
              </a:ext>
            </a:extLst>
          </p:cNvPr>
          <p:cNvSpPr txBox="1"/>
          <p:nvPr/>
        </p:nvSpPr>
        <p:spPr>
          <a:xfrm>
            <a:off x="298174" y="1478446"/>
            <a:ext cx="854765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b="1">
                <a:solidFill>
                  <a:srgbClr val="000000"/>
                </a:solidFill>
                <a:latin typeface="Calibri"/>
                <a:ea typeface="Calibri"/>
                <a:cs typeface="Arial"/>
              </a:rPr>
              <a:t>LIKE</a:t>
            </a:r>
            <a:r>
              <a:rPr lang="en-US" sz="2000" b="1">
                <a:solidFill>
                  <a:srgbClr val="000000"/>
                </a:solidFill>
                <a:latin typeface="Calibri"/>
                <a:ea typeface="Calibri"/>
                <a:cs typeface="Calibri"/>
              </a:rPr>
              <a:t>: </a:t>
            </a:r>
            <a:r>
              <a:rPr lang="en-US" sz="2000">
                <a:solidFill>
                  <a:srgbClr val="000000"/>
                </a:solidFill>
                <a:highlight>
                  <a:srgbClr val="FFFFFF"/>
                </a:highlight>
                <a:latin typeface="Calibri"/>
                <a:ea typeface="Calibri"/>
                <a:cs typeface="Segoe UI"/>
              </a:rPr>
              <a:t>The </a:t>
            </a:r>
            <a:r>
              <a:rPr lang="en-US" sz="2000">
                <a:solidFill>
                  <a:srgbClr val="DC143C"/>
                </a:solidFill>
                <a:latin typeface="Calibri"/>
                <a:ea typeface="Calibri"/>
                <a:cs typeface="Calibri"/>
              </a:rPr>
              <a:t>LIKE</a:t>
            </a:r>
            <a:r>
              <a:rPr lang="en-US" sz="2000">
                <a:solidFill>
                  <a:srgbClr val="000000"/>
                </a:solidFill>
                <a:highlight>
                  <a:srgbClr val="FFFFFF"/>
                </a:highlight>
                <a:latin typeface="Calibri"/>
                <a:ea typeface="Calibri"/>
                <a:cs typeface="Segoe UI"/>
              </a:rPr>
              <a:t> operator is used when you want to return all records where a column is equal to a specified pattern.</a:t>
            </a:r>
          </a:p>
          <a:p>
            <a:pPr marL="1085850" lvl="1" indent="-342900">
              <a:buFont typeface="Courier New" panose="02020603050405020304" pitchFamily="18" charset="0"/>
              <a:buChar char="o"/>
            </a:pPr>
            <a:r>
              <a:rPr lang="en-US" sz="2000">
                <a:solidFill>
                  <a:srgbClr val="000000"/>
                </a:solidFill>
                <a:highlight>
                  <a:srgbClr val="FFFFFF"/>
                </a:highlight>
                <a:latin typeface="Calibri"/>
                <a:ea typeface="Calibri"/>
                <a:cs typeface="Segoe UI"/>
              </a:rPr>
              <a:t>The pattern can be an absolute value like 'ANYTHING', or with a wildcard that has a special meaning.</a:t>
            </a:r>
            <a:endParaRPr lang="en-US" sz="2000">
              <a:solidFill>
                <a:srgbClr val="FFFFFF"/>
              </a:solidFill>
              <a:latin typeface="Calibri"/>
              <a:cs typeface="Arial"/>
            </a:endParaRPr>
          </a:p>
          <a:p>
            <a:pPr marL="1085850" lvl="1" indent="-342900">
              <a:buFont typeface="Courier New" panose="02020603050405020304" pitchFamily="18" charset="0"/>
              <a:buChar char="o"/>
            </a:pPr>
            <a:r>
              <a:rPr lang="en-US" sz="2000">
                <a:solidFill>
                  <a:srgbClr val="000000"/>
                </a:solidFill>
                <a:highlight>
                  <a:srgbClr val="FFFFFF"/>
                </a:highlight>
                <a:latin typeface="Calibri"/>
                <a:ea typeface="Calibri"/>
                <a:cs typeface="Segoe UI"/>
              </a:rPr>
              <a:t>There are two wildcards often used in conjunction with the LIKE operator:</a:t>
            </a:r>
            <a:endParaRPr lang="en-US" sz="2000">
              <a:solidFill>
                <a:srgbClr val="FFFFFF"/>
              </a:solidFill>
              <a:latin typeface="Calibri"/>
              <a:ea typeface="SimSun"/>
              <a:cs typeface="Arial"/>
            </a:endParaRPr>
          </a:p>
          <a:p>
            <a:pPr marL="1485900" lvl="2">
              <a:buFont typeface="Wingdings" panose="02020603050405020304" pitchFamily="18" charset="0"/>
              <a:buChar char="§"/>
            </a:pPr>
            <a:r>
              <a:rPr lang="en-US" sz="2000">
                <a:solidFill>
                  <a:srgbClr val="000000"/>
                </a:solidFill>
                <a:highlight>
                  <a:srgbClr val="FFFFFF"/>
                </a:highlight>
                <a:latin typeface="Calibri"/>
                <a:ea typeface="Calibri"/>
                <a:cs typeface="Segoe UI"/>
              </a:rPr>
              <a:t>The percent sign </a:t>
            </a:r>
            <a:r>
              <a:rPr lang="en-US" sz="2000">
                <a:solidFill>
                  <a:srgbClr val="DC143C"/>
                </a:solidFill>
                <a:highlight>
                  <a:srgbClr val="FFFFFF"/>
                </a:highlight>
                <a:latin typeface="Calibri"/>
                <a:ea typeface="Calibri"/>
                <a:cs typeface="Segoe UI"/>
              </a:rPr>
              <a:t>%</a:t>
            </a:r>
            <a:r>
              <a:rPr lang="en-US" sz="2000">
                <a:solidFill>
                  <a:srgbClr val="000000"/>
                </a:solidFill>
                <a:highlight>
                  <a:srgbClr val="FFFFFF"/>
                </a:highlight>
                <a:latin typeface="Calibri"/>
                <a:ea typeface="Calibri"/>
                <a:cs typeface="Segoe UI"/>
              </a:rPr>
              <a:t>, represents zero, one, or multiple characters.</a:t>
            </a:r>
            <a:endParaRPr lang="en-US" sz="2000">
              <a:solidFill>
                <a:srgbClr val="FFFFFF"/>
              </a:solidFill>
              <a:latin typeface="Calibri"/>
              <a:cs typeface="Arial"/>
            </a:endParaRPr>
          </a:p>
          <a:p>
            <a:pPr marL="1485900" lvl="2">
              <a:buFont typeface="Wingdings" panose="02020603050405020304" pitchFamily="18" charset="0"/>
              <a:buChar char="§"/>
            </a:pPr>
            <a:r>
              <a:rPr lang="en-US" sz="2000">
                <a:solidFill>
                  <a:srgbClr val="000000"/>
                </a:solidFill>
                <a:highlight>
                  <a:srgbClr val="FFFFFF"/>
                </a:highlight>
                <a:latin typeface="Calibri"/>
                <a:ea typeface="Calibri"/>
                <a:cs typeface="Segoe UI"/>
              </a:rPr>
              <a:t>The underscore sign </a:t>
            </a:r>
            <a:r>
              <a:rPr lang="en-US" sz="2000">
                <a:solidFill>
                  <a:srgbClr val="DC143C"/>
                </a:solidFill>
                <a:highlight>
                  <a:srgbClr val="FFFFFF"/>
                </a:highlight>
                <a:latin typeface="Calibri"/>
                <a:ea typeface="Calibri"/>
                <a:cs typeface="Segoe UI"/>
              </a:rPr>
              <a:t>_</a:t>
            </a:r>
            <a:r>
              <a:rPr lang="en-US" sz="2000">
                <a:solidFill>
                  <a:srgbClr val="000000"/>
                </a:solidFill>
                <a:highlight>
                  <a:srgbClr val="FFFFFF"/>
                </a:highlight>
                <a:latin typeface="Calibri"/>
                <a:ea typeface="Calibri"/>
                <a:cs typeface="Segoe UI"/>
              </a:rPr>
              <a:t>, represents one single character.</a:t>
            </a:r>
            <a:endParaRPr lang="en-US" sz="2000">
              <a:latin typeface="Calibri"/>
              <a:cs typeface="Arial"/>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ILIKE: </a:t>
            </a:r>
            <a:r>
              <a:rPr lang="en-US" sz="2000">
                <a:solidFill>
                  <a:srgbClr val="000000"/>
                </a:solidFill>
                <a:highlight>
                  <a:srgbClr val="FFFFFF"/>
                </a:highlight>
                <a:latin typeface="Calibri"/>
                <a:ea typeface="Calibri"/>
                <a:cs typeface="Segoe UI"/>
              </a:rPr>
              <a:t>Same as the </a:t>
            </a:r>
            <a:r>
              <a:rPr lang="en-US" sz="2000">
                <a:solidFill>
                  <a:srgbClr val="DC143C"/>
                </a:solidFill>
                <a:highlight>
                  <a:srgbClr val="FFFFFF"/>
                </a:highlight>
                <a:latin typeface="Calibri"/>
                <a:ea typeface="Calibri"/>
                <a:cs typeface="Segoe UI"/>
              </a:rPr>
              <a:t>LIKE</a:t>
            </a:r>
            <a:r>
              <a:rPr lang="en-US" sz="2000">
                <a:solidFill>
                  <a:srgbClr val="000000"/>
                </a:solidFill>
                <a:highlight>
                  <a:srgbClr val="FFFFFF"/>
                </a:highlight>
                <a:latin typeface="Calibri"/>
                <a:ea typeface="Calibri"/>
                <a:cs typeface="Segoe UI"/>
              </a:rPr>
              <a:t> operator, but </a:t>
            </a:r>
            <a:r>
              <a:rPr lang="en-US" sz="2000">
                <a:solidFill>
                  <a:srgbClr val="DC143C"/>
                </a:solidFill>
                <a:highlight>
                  <a:srgbClr val="FFFFFF"/>
                </a:highlight>
                <a:latin typeface="Calibri"/>
                <a:ea typeface="Calibri"/>
                <a:cs typeface="Segoe UI"/>
              </a:rPr>
              <a:t>ILIKE</a:t>
            </a:r>
            <a:r>
              <a:rPr lang="en-US" sz="2000">
                <a:solidFill>
                  <a:srgbClr val="000000"/>
                </a:solidFill>
                <a:highlight>
                  <a:srgbClr val="FFFFFF"/>
                </a:highlight>
                <a:latin typeface="Calibri"/>
                <a:ea typeface="Calibri"/>
                <a:cs typeface="Segoe UI"/>
              </a:rPr>
              <a:t> is case insensitive.</a:t>
            </a:r>
            <a:endParaRPr lang="en-US" sz="2000">
              <a:solidFill>
                <a:srgbClr val="FFFFFF"/>
              </a:solidFill>
              <a:latin typeface="Calibri"/>
              <a:ea typeface="SimSun"/>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pPr algn="ctr"/>
            <a:endParaRPr lang="en-US" sz="2000" b="1">
              <a:solidFill>
                <a:srgbClr val="000000"/>
              </a:solidFill>
              <a:latin typeface="Calibri"/>
              <a:ea typeface="Calibri"/>
              <a:cs typeface="Calibri"/>
            </a:endParaRPr>
          </a:p>
        </p:txBody>
      </p:sp>
      <p:pic>
        <p:nvPicPr>
          <p:cNvPr id="8" name="Picture 7" descr="A close up of words&#10;&#10;AI-generated content may be incorrect.">
            <a:extLst>
              <a:ext uri="{FF2B5EF4-FFF2-40B4-BE49-F238E27FC236}">
                <a16:creationId xmlns:a16="http://schemas.microsoft.com/office/drawing/2014/main" id="{BCB27483-FBAA-CDEC-514E-6DC885636761}"/>
              </a:ext>
            </a:extLst>
          </p:cNvPr>
          <p:cNvPicPr>
            <a:picLocks noChangeAspect="1"/>
          </p:cNvPicPr>
          <p:nvPr/>
        </p:nvPicPr>
        <p:blipFill>
          <a:blip r:embed="rId3"/>
          <a:stretch>
            <a:fillRect/>
          </a:stretch>
        </p:blipFill>
        <p:spPr>
          <a:xfrm>
            <a:off x="1371186" y="4042536"/>
            <a:ext cx="3196258" cy="723485"/>
          </a:xfrm>
          <a:prstGeom prst="rect">
            <a:avLst/>
          </a:prstGeom>
        </p:spPr>
      </p:pic>
      <p:pic>
        <p:nvPicPr>
          <p:cNvPr id="9" name="Picture 8" descr="A close up of words&#10;&#10;AI-generated content may be incorrect.">
            <a:extLst>
              <a:ext uri="{FF2B5EF4-FFF2-40B4-BE49-F238E27FC236}">
                <a16:creationId xmlns:a16="http://schemas.microsoft.com/office/drawing/2014/main" id="{AB426E63-862B-4D70-DCAB-1F7B2C68B5A8}"/>
              </a:ext>
            </a:extLst>
          </p:cNvPr>
          <p:cNvPicPr>
            <a:picLocks noChangeAspect="1"/>
          </p:cNvPicPr>
          <p:nvPr/>
        </p:nvPicPr>
        <p:blipFill>
          <a:blip r:embed="rId4"/>
          <a:stretch>
            <a:fillRect/>
          </a:stretch>
        </p:blipFill>
        <p:spPr>
          <a:xfrm>
            <a:off x="4711355" y="3982279"/>
            <a:ext cx="3672094" cy="757029"/>
          </a:xfrm>
          <a:prstGeom prst="rect">
            <a:avLst/>
          </a:prstGeom>
        </p:spPr>
      </p:pic>
      <p:pic>
        <p:nvPicPr>
          <p:cNvPr id="10" name="Picture 9" descr="A close up of words&#10;&#10;AI-generated content may be incorrect.">
            <a:extLst>
              <a:ext uri="{FF2B5EF4-FFF2-40B4-BE49-F238E27FC236}">
                <a16:creationId xmlns:a16="http://schemas.microsoft.com/office/drawing/2014/main" id="{3D95A20B-AC03-A99F-7623-59B20BFF4698}"/>
              </a:ext>
            </a:extLst>
          </p:cNvPr>
          <p:cNvPicPr>
            <a:picLocks noChangeAspect="1"/>
          </p:cNvPicPr>
          <p:nvPr/>
        </p:nvPicPr>
        <p:blipFill>
          <a:blip r:embed="rId5"/>
          <a:stretch>
            <a:fillRect/>
          </a:stretch>
        </p:blipFill>
        <p:spPr>
          <a:xfrm>
            <a:off x="1843295" y="5368994"/>
            <a:ext cx="3879573" cy="778979"/>
          </a:xfrm>
          <a:prstGeom prst="rect">
            <a:avLst/>
          </a:prstGeom>
        </p:spPr>
      </p:pic>
    </p:spTree>
    <p:extLst>
      <p:ext uri="{BB962C8B-B14F-4D97-AF65-F5344CB8AC3E}">
        <p14:creationId xmlns:p14="http://schemas.microsoft.com/office/powerpoint/2010/main" val="229888501"/>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67AFF51-346A-6DA8-B9F0-5D86C6C847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35CFEF-44BA-194E-77BC-939730F4FB64}"/>
              </a:ext>
            </a:extLst>
          </p:cNvPr>
          <p:cNvSpPr txBox="1"/>
          <p:nvPr/>
        </p:nvSpPr>
        <p:spPr>
          <a:xfrm>
            <a:off x="287079" y="260992"/>
            <a:ext cx="88574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FFFFFF"/>
                </a:solidFill>
                <a:latin typeface="Arial"/>
                <a:ea typeface="Calibri"/>
                <a:cs typeface="Arial"/>
              </a:rPr>
              <a:t>Operators in the WHERE clause</a:t>
            </a:r>
            <a:endParaRPr lang="en-US"/>
          </a:p>
        </p:txBody>
      </p:sp>
      <p:sp>
        <p:nvSpPr>
          <p:cNvPr id="13" name="TextBox 12">
            <a:extLst>
              <a:ext uri="{FF2B5EF4-FFF2-40B4-BE49-F238E27FC236}">
                <a16:creationId xmlns:a16="http://schemas.microsoft.com/office/drawing/2014/main" id="{82D2639D-7F29-AA2A-2C3A-D42D27992D90}"/>
              </a:ext>
            </a:extLst>
          </p:cNvPr>
          <p:cNvSpPr txBox="1"/>
          <p:nvPr/>
        </p:nvSpPr>
        <p:spPr>
          <a:xfrm>
            <a:off x="298174" y="1478446"/>
            <a:ext cx="8547651"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b="1">
                <a:solidFill>
                  <a:srgbClr val="000000"/>
                </a:solidFill>
                <a:latin typeface="Calibri"/>
                <a:ea typeface="Calibri"/>
                <a:cs typeface="Arial"/>
              </a:rPr>
              <a:t>AND</a:t>
            </a:r>
            <a:r>
              <a:rPr lang="en-US" sz="2000" b="1">
                <a:solidFill>
                  <a:srgbClr val="000000"/>
                </a:solidFill>
                <a:latin typeface="Calibri"/>
                <a:ea typeface="Calibri"/>
                <a:cs typeface="Calibri"/>
              </a:rPr>
              <a:t>: </a:t>
            </a:r>
            <a:r>
              <a:rPr lang="en-US" sz="2000">
                <a:solidFill>
                  <a:srgbClr val="000000"/>
                </a:solidFill>
                <a:highlight>
                  <a:srgbClr val="FFFFFF"/>
                </a:highlight>
                <a:latin typeface="Calibri"/>
                <a:ea typeface="Calibri"/>
                <a:cs typeface="Segoe UI"/>
              </a:rPr>
              <a:t>The logical </a:t>
            </a:r>
            <a:r>
              <a:rPr lang="en-US" sz="2000">
                <a:solidFill>
                  <a:srgbClr val="DC143C"/>
                </a:solidFill>
                <a:latin typeface="Calibri"/>
                <a:ea typeface="Calibri"/>
                <a:cs typeface="Segoe UI"/>
              </a:rPr>
              <a:t>AND</a:t>
            </a:r>
            <a:r>
              <a:rPr lang="en-US" sz="2000">
                <a:solidFill>
                  <a:srgbClr val="000000"/>
                </a:solidFill>
                <a:highlight>
                  <a:srgbClr val="FFFFFF"/>
                </a:highlight>
                <a:latin typeface="Calibri"/>
                <a:ea typeface="Calibri"/>
                <a:cs typeface="Segoe UI"/>
              </a:rPr>
              <a:t> operator is used when you want to check more that one condition:</a:t>
            </a:r>
            <a:endParaRPr lang="en-US" sz="2000">
              <a:latin typeface="Calibri"/>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OR: </a:t>
            </a:r>
            <a:r>
              <a:rPr lang="en-US" sz="2000">
                <a:solidFill>
                  <a:srgbClr val="000000"/>
                </a:solidFill>
                <a:highlight>
                  <a:srgbClr val="FFFFFF"/>
                </a:highlight>
                <a:latin typeface="Calibri"/>
                <a:ea typeface="Calibri"/>
                <a:cs typeface="Segoe UI"/>
              </a:rPr>
              <a:t>The logical </a:t>
            </a:r>
            <a:r>
              <a:rPr lang="en-US" sz="2000">
                <a:solidFill>
                  <a:srgbClr val="DC143C"/>
                </a:solidFill>
                <a:highlight>
                  <a:srgbClr val="FFFFFF"/>
                </a:highlight>
                <a:latin typeface="Calibri"/>
                <a:ea typeface="Calibri"/>
                <a:cs typeface="Segoe UI"/>
              </a:rPr>
              <a:t>OR</a:t>
            </a:r>
            <a:r>
              <a:rPr lang="en-US" sz="2000">
                <a:solidFill>
                  <a:srgbClr val="000000"/>
                </a:solidFill>
                <a:highlight>
                  <a:srgbClr val="FFFFFF"/>
                </a:highlight>
                <a:latin typeface="Calibri"/>
                <a:ea typeface="Calibri"/>
                <a:cs typeface="Segoe UI"/>
              </a:rPr>
              <a:t> operator is used when you can accept that only one of many conditions is true:</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NOT: </a:t>
            </a:r>
            <a:r>
              <a:rPr lang="en-US" sz="2000">
                <a:solidFill>
                  <a:srgbClr val="000000"/>
                </a:solidFill>
                <a:highlight>
                  <a:srgbClr val="FFFFFF"/>
                </a:highlight>
                <a:latin typeface="Calibri"/>
                <a:ea typeface="Calibri"/>
                <a:cs typeface="Segoe UI"/>
              </a:rPr>
              <a:t>The </a:t>
            </a:r>
            <a:r>
              <a:rPr lang="en-US" sz="2000">
                <a:solidFill>
                  <a:srgbClr val="DC143C"/>
                </a:solidFill>
                <a:highlight>
                  <a:srgbClr val="FFFFFF"/>
                </a:highlight>
                <a:latin typeface="Calibri"/>
                <a:ea typeface="Calibri"/>
                <a:cs typeface="Segoe UI"/>
              </a:rPr>
              <a:t>NOT</a:t>
            </a:r>
            <a:r>
              <a:rPr lang="en-US" sz="2000">
                <a:solidFill>
                  <a:srgbClr val="000000"/>
                </a:solidFill>
                <a:highlight>
                  <a:srgbClr val="FFFFFF"/>
                </a:highlight>
                <a:latin typeface="Calibri"/>
                <a:ea typeface="Calibri"/>
                <a:cs typeface="Segoe UI"/>
              </a:rPr>
              <a:t> operator can be used together with </a:t>
            </a:r>
            <a:r>
              <a:rPr lang="en-US" sz="2000">
                <a:solidFill>
                  <a:srgbClr val="DC143C"/>
                </a:solidFill>
                <a:highlight>
                  <a:srgbClr val="FFFFFF"/>
                </a:highlight>
                <a:latin typeface="Calibri"/>
                <a:ea typeface="Calibri"/>
                <a:cs typeface="Segoe UI"/>
              </a:rPr>
              <a:t>LIKE</a:t>
            </a:r>
            <a:r>
              <a:rPr lang="en-US" sz="2000">
                <a:solidFill>
                  <a:srgbClr val="000000"/>
                </a:solidFill>
                <a:highlight>
                  <a:srgbClr val="FFFFFF"/>
                </a:highlight>
                <a:latin typeface="Calibri"/>
                <a:ea typeface="Calibri"/>
                <a:cs typeface="Segoe UI"/>
              </a:rPr>
              <a:t>, </a:t>
            </a:r>
            <a:r>
              <a:rPr lang="en-US" sz="2000">
                <a:solidFill>
                  <a:srgbClr val="DC143C"/>
                </a:solidFill>
                <a:highlight>
                  <a:srgbClr val="FFFFFF"/>
                </a:highlight>
                <a:latin typeface="Calibri"/>
                <a:ea typeface="Calibri"/>
                <a:cs typeface="Segoe UI"/>
              </a:rPr>
              <a:t>ILIKE</a:t>
            </a:r>
            <a:r>
              <a:rPr lang="en-US" sz="2000">
                <a:solidFill>
                  <a:srgbClr val="000000"/>
                </a:solidFill>
                <a:highlight>
                  <a:srgbClr val="FFFFFF"/>
                </a:highlight>
                <a:latin typeface="Calibri"/>
                <a:ea typeface="Calibri"/>
                <a:cs typeface="Segoe UI"/>
              </a:rPr>
              <a:t>, </a:t>
            </a:r>
            <a:r>
              <a:rPr lang="en-US" sz="2000">
                <a:solidFill>
                  <a:srgbClr val="DC143C"/>
                </a:solidFill>
                <a:highlight>
                  <a:srgbClr val="FFFFFF"/>
                </a:highlight>
                <a:latin typeface="Calibri"/>
                <a:ea typeface="Calibri"/>
                <a:cs typeface="Segoe UI"/>
              </a:rPr>
              <a:t>IN</a:t>
            </a:r>
            <a:r>
              <a:rPr lang="en-US" sz="2000">
                <a:solidFill>
                  <a:srgbClr val="000000"/>
                </a:solidFill>
                <a:highlight>
                  <a:srgbClr val="FFFFFF"/>
                </a:highlight>
                <a:latin typeface="Calibri"/>
                <a:ea typeface="Calibri"/>
                <a:cs typeface="Segoe UI"/>
              </a:rPr>
              <a:t>, </a:t>
            </a:r>
            <a:r>
              <a:rPr lang="en-US" sz="2000">
                <a:solidFill>
                  <a:srgbClr val="DC143C"/>
                </a:solidFill>
                <a:highlight>
                  <a:srgbClr val="FFFFFF"/>
                </a:highlight>
                <a:latin typeface="Calibri"/>
                <a:ea typeface="Calibri"/>
                <a:cs typeface="Segoe UI"/>
              </a:rPr>
              <a:t>BETWEEN</a:t>
            </a:r>
            <a:r>
              <a:rPr lang="en-US" sz="2000">
                <a:solidFill>
                  <a:srgbClr val="000000"/>
                </a:solidFill>
                <a:highlight>
                  <a:srgbClr val="FFFFFF"/>
                </a:highlight>
                <a:latin typeface="Calibri"/>
                <a:ea typeface="Calibri"/>
                <a:cs typeface="Segoe UI"/>
              </a:rPr>
              <a:t>, and </a:t>
            </a:r>
            <a:r>
              <a:rPr lang="en-US" sz="2000">
                <a:solidFill>
                  <a:srgbClr val="DC143C"/>
                </a:solidFill>
                <a:highlight>
                  <a:srgbClr val="FFFFFF"/>
                </a:highlight>
                <a:latin typeface="Calibri"/>
                <a:ea typeface="Calibri"/>
                <a:cs typeface="Segoe UI"/>
              </a:rPr>
              <a:t>NULL</a:t>
            </a:r>
            <a:r>
              <a:rPr lang="en-US" sz="2000">
                <a:solidFill>
                  <a:srgbClr val="000000"/>
                </a:solidFill>
                <a:highlight>
                  <a:srgbClr val="FFFFFF"/>
                </a:highlight>
                <a:latin typeface="Calibri"/>
                <a:ea typeface="Calibri"/>
                <a:cs typeface="Segoe UI"/>
              </a:rPr>
              <a:t> operators to reverse the truth of the operator.</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pPr algn="ctr"/>
            <a:endParaRPr lang="en-US" sz="2000" b="1">
              <a:solidFill>
                <a:srgbClr val="000000"/>
              </a:solidFill>
              <a:latin typeface="Calibri"/>
              <a:ea typeface="Calibri"/>
              <a:cs typeface="Calibri"/>
            </a:endParaRPr>
          </a:p>
        </p:txBody>
      </p:sp>
      <p:pic>
        <p:nvPicPr>
          <p:cNvPr id="2" name="Picture 1" descr="A close up of a sign&#10;&#10;AI-generated content may be incorrect.">
            <a:extLst>
              <a:ext uri="{FF2B5EF4-FFF2-40B4-BE49-F238E27FC236}">
                <a16:creationId xmlns:a16="http://schemas.microsoft.com/office/drawing/2014/main" id="{2A276025-F1C2-3112-4FFD-56244EE71880}"/>
              </a:ext>
            </a:extLst>
          </p:cNvPr>
          <p:cNvPicPr>
            <a:picLocks noChangeAspect="1"/>
          </p:cNvPicPr>
          <p:nvPr/>
        </p:nvPicPr>
        <p:blipFill>
          <a:blip r:embed="rId3"/>
          <a:stretch>
            <a:fillRect/>
          </a:stretch>
        </p:blipFill>
        <p:spPr>
          <a:xfrm>
            <a:off x="2289727" y="2118691"/>
            <a:ext cx="4514850" cy="533400"/>
          </a:xfrm>
          <a:prstGeom prst="rect">
            <a:avLst/>
          </a:prstGeom>
        </p:spPr>
      </p:pic>
      <p:pic>
        <p:nvPicPr>
          <p:cNvPr id="4" name="Picture 3" descr="A close-up of a sign&#10;&#10;AI-generated content may be incorrect.">
            <a:extLst>
              <a:ext uri="{FF2B5EF4-FFF2-40B4-BE49-F238E27FC236}">
                <a16:creationId xmlns:a16="http://schemas.microsoft.com/office/drawing/2014/main" id="{61106A9F-2650-C188-7520-0F9F671F2370}"/>
              </a:ext>
            </a:extLst>
          </p:cNvPr>
          <p:cNvPicPr>
            <a:picLocks noChangeAspect="1"/>
          </p:cNvPicPr>
          <p:nvPr/>
        </p:nvPicPr>
        <p:blipFill>
          <a:blip r:embed="rId4"/>
          <a:stretch>
            <a:fillRect/>
          </a:stretch>
        </p:blipFill>
        <p:spPr>
          <a:xfrm>
            <a:off x="2293248" y="3363153"/>
            <a:ext cx="4333875" cy="628650"/>
          </a:xfrm>
          <a:prstGeom prst="rect">
            <a:avLst/>
          </a:prstGeom>
        </p:spPr>
      </p:pic>
      <p:pic>
        <p:nvPicPr>
          <p:cNvPr id="5" name="Picture 4" descr="A close-up of a sign&#10;&#10;AI-generated content may be incorrect.">
            <a:extLst>
              <a:ext uri="{FF2B5EF4-FFF2-40B4-BE49-F238E27FC236}">
                <a16:creationId xmlns:a16="http://schemas.microsoft.com/office/drawing/2014/main" id="{D1E5796D-80EB-2ECE-AA60-1C2CC83C4C89}"/>
              </a:ext>
            </a:extLst>
          </p:cNvPr>
          <p:cNvPicPr>
            <a:picLocks noChangeAspect="1"/>
          </p:cNvPicPr>
          <p:nvPr/>
        </p:nvPicPr>
        <p:blipFill>
          <a:blip r:embed="rId5"/>
          <a:stretch>
            <a:fillRect/>
          </a:stretch>
        </p:blipFill>
        <p:spPr>
          <a:xfrm>
            <a:off x="2180190" y="4747798"/>
            <a:ext cx="4733925" cy="542925"/>
          </a:xfrm>
          <a:prstGeom prst="rect">
            <a:avLst/>
          </a:prstGeom>
        </p:spPr>
      </p:pic>
    </p:spTree>
    <p:extLst>
      <p:ext uri="{BB962C8B-B14F-4D97-AF65-F5344CB8AC3E}">
        <p14:creationId xmlns:p14="http://schemas.microsoft.com/office/powerpoint/2010/main" val="2996784984"/>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153576-45FC-FE19-93F2-D7D9CA358F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D2CFD0-EAB8-7A8D-4A34-8328C8D870F4}"/>
              </a:ext>
            </a:extLst>
          </p:cNvPr>
          <p:cNvSpPr txBox="1"/>
          <p:nvPr/>
        </p:nvSpPr>
        <p:spPr>
          <a:xfrm>
            <a:off x="287079" y="260992"/>
            <a:ext cx="88574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FFFFFF"/>
                </a:solidFill>
                <a:latin typeface="Arial"/>
                <a:ea typeface="Calibri"/>
                <a:cs typeface="Arial"/>
              </a:rPr>
              <a:t>Operators in the WHERE clause</a:t>
            </a:r>
            <a:endParaRPr lang="en-US"/>
          </a:p>
        </p:txBody>
      </p:sp>
      <p:sp>
        <p:nvSpPr>
          <p:cNvPr id="13" name="TextBox 12">
            <a:extLst>
              <a:ext uri="{FF2B5EF4-FFF2-40B4-BE49-F238E27FC236}">
                <a16:creationId xmlns:a16="http://schemas.microsoft.com/office/drawing/2014/main" id="{46367D4A-2680-94D3-C1CE-B72565EEC314}"/>
              </a:ext>
            </a:extLst>
          </p:cNvPr>
          <p:cNvSpPr txBox="1"/>
          <p:nvPr/>
        </p:nvSpPr>
        <p:spPr>
          <a:xfrm>
            <a:off x="298174" y="1478446"/>
            <a:ext cx="854765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b="1">
                <a:solidFill>
                  <a:srgbClr val="000000"/>
                </a:solidFill>
                <a:latin typeface="Calibri"/>
                <a:ea typeface="Calibri"/>
                <a:cs typeface="Arial"/>
              </a:rPr>
              <a:t>IN</a:t>
            </a:r>
            <a:r>
              <a:rPr lang="en-US" sz="2000" b="1">
                <a:solidFill>
                  <a:srgbClr val="000000"/>
                </a:solidFill>
                <a:latin typeface="Calibri"/>
                <a:ea typeface="Calibri"/>
                <a:cs typeface="Calibri"/>
              </a:rPr>
              <a:t>: </a:t>
            </a:r>
            <a:r>
              <a:rPr lang="en-US" sz="2000">
                <a:solidFill>
                  <a:srgbClr val="000000"/>
                </a:solidFill>
                <a:highlight>
                  <a:srgbClr val="FFFFFF"/>
                </a:highlight>
                <a:latin typeface="Calibri"/>
                <a:ea typeface="Calibri"/>
                <a:cs typeface="Segoe UI"/>
              </a:rPr>
              <a:t>The </a:t>
            </a:r>
            <a:r>
              <a:rPr lang="en-US" sz="2000">
                <a:solidFill>
                  <a:srgbClr val="DC143C"/>
                </a:solidFill>
                <a:latin typeface="Calibri"/>
                <a:ea typeface="Calibri"/>
                <a:cs typeface="Segoe UI"/>
              </a:rPr>
              <a:t>IN</a:t>
            </a:r>
            <a:r>
              <a:rPr lang="en-US" sz="2000">
                <a:solidFill>
                  <a:srgbClr val="000000"/>
                </a:solidFill>
                <a:highlight>
                  <a:srgbClr val="FFFFFF"/>
                </a:highlight>
                <a:latin typeface="Calibri"/>
                <a:ea typeface="Calibri"/>
                <a:cs typeface="Segoe UI"/>
              </a:rPr>
              <a:t> operator is used when a column's value matches any of the values in a list:</a:t>
            </a:r>
            <a:endParaRPr lang="en-US" sz="2000">
              <a:latin typeface="Calibri"/>
              <a:cs typeface="Calibr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BETWEEN: </a:t>
            </a:r>
            <a:r>
              <a:rPr lang="en-US" sz="2000">
                <a:solidFill>
                  <a:srgbClr val="000000"/>
                </a:solidFill>
                <a:highlight>
                  <a:srgbClr val="FFFFFF"/>
                </a:highlight>
                <a:latin typeface="Calibri"/>
                <a:ea typeface="Calibri"/>
                <a:cs typeface="Segoe UI"/>
              </a:rPr>
              <a:t>The </a:t>
            </a:r>
            <a:r>
              <a:rPr lang="en-US" sz="2000">
                <a:solidFill>
                  <a:srgbClr val="DC143C"/>
                </a:solidFill>
                <a:highlight>
                  <a:srgbClr val="FFFFFF"/>
                </a:highlight>
                <a:latin typeface="Calibri"/>
                <a:ea typeface="Calibri"/>
                <a:cs typeface="Segoe UI"/>
              </a:rPr>
              <a:t>BETWEEN</a:t>
            </a:r>
            <a:r>
              <a:rPr lang="en-US" sz="2000">
                <a:solidFill>
                  <a:srgbClr val="000000"/>
                </a:solidFill>
                <a:highlight>
                  <a:srgbClr val="FFFFFF"/>
                </a:highlight>
                <a:latin typeface="Calibri"/>
                <a:ea typeface="Calibri"/>
                <a:cs typeface="Segoe UI"/>
              </a:rPr>
              <a:t> operator is used to check if a column's value is between a specified range of values:</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r>
              <a:rPr lang="en-US" sz="2000" b="1">
                <a:solidFill>
                  <a:srgbClr val="000000"/>
                </a:solidFill>
                <a:highlight>
                  <a:srgbClr val="FFFFFF"/>
                </a:highlight>
                <a:latin typeface="Calibri"/>
                <a:ea typeface="Calibri"/>
                <a:cs typeface="Segoe UI"/>
              </a:rPr>
              <a:t>IS NULL: </a:t>
            </a:r>
            <a:r>
              <a:rPr lang="en-US" sz="2000">
                <a:solidFill>
                  <a:srgbClr val="000000"/>
                </a:solidFill>
                <a:highlight>
                  <a:srgbClr val="FFFFFF"/>
                </a:highlight>
                <a:latin typeface="Calibri"/>
                <a:ea typeface="Calibri"/>
                <a:cs typeface="Segoe UI"/>
              </a:rPr>
              <a:t>The </a:t>
            </a:r>
            <a:r>
              <a:rPr lang="en-US" sz="2000">
                <a:solidFill>
                  <a:srgbClr val="DC143C"/>
                </a:solidFill>
                <a:highlight>
                  <a:srgbClr val="FFFFFF"/>
                </a:highlight>
                <a:latin typeface="Calibri"/>
                <a:ea typeface="Calibri"/>
                <a:cs typeface="Segoe UI"/>
              </a:rPr>
              <a:t>IS NULL</a:t>
            </a:r>
            <a:r>
              <a:rPr lang="en-US" sz="2000">
                <a:solidFill>
                  <a:srgbClr val="000000"/>
                </a:solidFill>
                <a:highlight>
                  <a:srgbClr val="FFFFFF"/>
                </a:highlight>
                <a:latin typeface="Calibri"/>
                <a:ea typeface="Calibri"/>
                <a:cs typeface="Segoe UI"/>
              </a:rPr>
              <a:t> operator is used to check if a column's value is NULL:</a:t>
            </a: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pPr marL="342900" indent="-342900">
              <a:buFont typeface="Arial" panose="02020603050405020304" pitchFamily="18" charset="0"/>
              <a:buChar char="•"/>
            </a:pPr>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endParaRPr lang="en-US" sz="2000">
              <a:solidFill>
                <a:srgbClr val="000000"/>
              </a:solidFill>
              <a:highlight>
                <a:srgbClr val="FFFFFF"/>
              </a:highlight>
              <a:latin typeface="Calibri"/>
              <a:ea typeface="Calibri"/>
              <a:cs typeface="Segoe UI"/>
            </a:endParaRPr>
          </a:p>
          <a:p>
            <a:pPr algn="ctr"/>
            <a:endParaRPr lang="en-US" sz="2000" b="1">
              <a:solidFill>
                <a:srgbClr val="000000"/>
              </a:solidFill>
              <a:latin typeface="Calibri"/>
              <a:ea typeface="Calibri"/>
              <a:cs typeface="Calibri"/>
            </a:endParaRPr>
          </a:p>
        </p:txBody>
      </p:sp>
      <p:pic>
        <p:nvPicPr>
          <p:cNvPr id="6" name="Picture 5" descr="A close up of a text&#10;&#10;AI-generated content may be incorrect.">
            <a:extLst>
              <a:ext uri="{FF2B5EF4-FFF2-40B4-BE49-F238E27FC236}">
                <a16:creationId xmlns:a16="http://schemas.microsoft.com/office/drawing/2014/main" id="{2F084944-D0A2-EC11-84AD-7A5843492D18}"/>
              </a:ext>
            </a:extLst>
          </p:cNvPr>
          <p:cNvPicPr>
            <a:picLocks noChangeAspect="1"/>
          </p:cNvPicPr>
          <p:nvPr/>
        </p:nvPicPr>
        <p:blipFill>
          <a:blip r:embed="rId3"/>
          <a:stretch>
            <a:fillRect/>
          </a:stretch>
        </p:blipFill>
        <p:spPr>
          <a:xfrm>
            <a:off x="1823208" y="5025888"/>
            <a:ext cx="2714625" cy="533400"/>
          </a:xfrm>
          <a:prstGeom prst="rect">
            <a:avLst/>
          </a:prstGeom>
        </p:spPr>
      </p:pic>
      <p:pic>
        <p:nvPicPr>
          <p:cNvPr id="7" name="Picture 6" descr="A close up of numbers&#10;&#10;AI-generated content may be incorrect.">
            <a:extLst>
              <a:ext uri="{FF2B5EF4-FFF2-40B4-BE49-F238E27FC236}">
                <a16:creationId xmlns:a16="http://schemas.microsoft.com/office/drawing/2014/main" id="{AB64FFBF-A07A-283A-E8F8-39B71C4590EB}"/>
              </a:ext>
            </a:extLst>
          </p:cNvPr>
          <p:cNvPicPr>
            <a:picLocks noChangeAspect="1"/>
          </p:cNvPicPr>
          <p:nvPr/>
        </p:nvPicPr>
        <p:blipFill>
          <a:blip r:embed="rId4"/>
          <a:stretch>
            <a:fillRect/>
          </a:stretch>
        </p:blipFill>
        <p:spPr>
          <a:xfrm>
            <a:off x="1820724" y="3697563"/>
            <a:ext cx="5800725" cy="581025"/>
          </a:xfrm>
          <a:prstGeom prst="rect">
            <a:avLst/>
          </a:prstGeom>
        </p:spPr>
      </p:pic>
      <p:pic>
        <p:nvPicPr>
          <p:cNvPr id="8" name="Picture 7" descr="A close up of a number&#10;&#10;AI-generated content may be incorrect.">
            <a:extLst>
              <a:ext uri="{FF2B5EF4-FFF2-40B4-BE49-F238E27FC236}">
                <a16:creationId xmlns:a16="http://schemas.microsoft.com/office/drawing/2014/main" id="{CF34ECD3-BF89-B590-C3AD-58F00C0D5EE2}"/>
              </a:ext>
            </a:extLst>
          </p:cNvPr>
          <p:cNvPicPr>
            <a:picLocks noChangeAspect="1"/>
          </p:cNvPicPr>
          <p:nvPr/>
        </p:nvPicPr>
        <p:blipFill>
          <a:blip r:embed="rId5"/>
          <a:stretch>
            <a:fillRect/>
          </a:stretch>
        </p:blipFill>
        <p:spPr>
          <a:xfrm>
            <a:off x="1823416" y="2012674"/>
            <a:ext cx="5124450" cy="571500"/>
          </a:xfrm>
          <a:prstGeom prst="rect">
            <a:avLst/>
          </a:prstGeom>
        </p:spPr>
      </p:pic>
    </p:spTree>
    <p:extLst>
      <p:ext uri="{BB962C8B-B14F-4D97-AF65-F5344CB8AC3E}">
        <p14:creationId xmlns:p14="http://schemas.microsoft.com/office/powerpoint/2010/main" val="964591337"/>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9FED4B-F5DC-EB5C-A32C-7AF5902770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27E650-5065-647F-966A-6C4775F45B2B}"/>
              </a:ext>
            </a:extLst>
          </p:cNvPr>
          <p:cNvSpPr txBox="1"/>
          <p:nvPr/>
        </p:nvSpPr>
        <p:spPr>
          <a:xfrm>
            <a:off x="262231" y="260992"/>
            <a:ext cx="88822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latin typeface="Calibri"/>
                <a:ea typeface="Calibri"/>
                <a:cs typeface="Arial"/>
              </a:rPr>
              <a:t>PostgreSQL Sub Query</a:t>
            </a:r>
            <a:endParaRPr lang="en-US" sz="4800" b="1">
              <a:latin typeface="Calibri"/>
              <a:cs typeface="Calibri"/>
            </a:endParaRPr>
          </a:p>
        </p:txBody>
      </p:sp>
      <p:sp>
        <p:nvSpPr>
          <p:cNvPr id="4" name="TextBox 3">
            <a:extLst>
              <a:ext uri="{FF2B5EF4-FFF2-40B4-BE49-F238E27FC236}">
                <a16:creationId xmlns:a16="http://schemas.microsoft.com/office/drawing/2014/main" id="{0720E8C0-7476-DBAF-BD88-FDA529A1E1D0}"/>
              </a:ext>
            </a:extLst>
          </p:cNvPr>
          <p:cNvSpPr txBox="1"/>
          <p:nvPr/>
        </p:nvSpPr>
        <p:spPr>
          <a:xfrm>
            <a:off x="606933" y="1489334"/>
            <a:ext cx="813204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b="1">
                <a:solidFill>
                  <a:srgbClr val="002060"/>
                </a:solidFill>
                <a:latin typeface="Calibri"/>
                <a:ea typeface="SimSun"/>
                <a:cs typeface="Calibri"/>
              </a:rPr>
              <a:t>Subquery</a:t>
            </a:r>
            <a:r>
              <a:rPr lang="en-US" sz="2000">
                <a:solidFill>
                  <a:schemeClr val="tx1"/>
                </a:solidFill>
                <a:latin typeface="Calibri"/>
                <a:ea typeface="SimSun"/>
                <a:cs typeface="Calibri"/>
              </a:rPr>
              <a:t> – write a query nested inside another query. </a:t>
            </a:r>
            <a:endParaRPr lang="en-US" sz="2000">
              <a:solidFill>
                <a:schemeClr val="tx1"/>
              </a:solidFill>
              <a:latin typeface="Calibri"/>
              <a:cs typeface="Arial" panose="020B0604020202020204" pitchFamily="34" charset="0"/>
            </a:endParaRPr>
          </a:p>
          <a:p>
            <a:pPr marL="342900" indent="-342900">
              <a:buAutoNum type="arabicPeriod"/>
            </a:pPr>
            <a:endParaRPr lang="en-US" sz="2000">
              <a:solidFill>
                <a:schemeClr val="tx1"/>
              </a:solidFill>
              <a:latin typeface="Calibri"/>
              <a:ea typeface="SimSun"/>
              <a:cs typeface="Calibri"/>
            </a:endParaRPr>
          </a:p>
          <a:p>
            <a:pPr marL="342900" indent="-342900">
              <a:buAutoNum type="arabicPeriod"/>
            </a:pPr>
            <a:r>
              <a:rPr lang="en-US" sz="2000" b="1">
                <a:solidFill>
                  <a:srgbClr val="002060"/>
                </a:solidFill>
                <a:latin typeface="Calibri"/>
                <a:ea typeface="SimSun"/>
                <a:cs typeface="Calibri"/>
              </a:rPr>
              <a:t>ANY</a:t>
            </a:r>
            <a:r>
              <a:rPr lang="en-US" sz="2000">
                <a:solidFill>
                  <a:schemeClr val="tx1"/>
                </a:solidFill>
                <a:latin typeface="Calibri"/>
                <a:ea typeface="SimSun"/>
                <a:cs typeface="Calibri"/>
              </a:rPr>
              <a:t> – </a:t>
            </a:r>
            <a:r>
              <a:rPr lang="en-US" sz="2000">
                <a:solidFill>
                  <a:srgbClr val="DC143C"/>
                </a:solidFill>
                <a:latin typeface="Calibri"/>
                <a:ea typeface="SimSun"/>
                <a:cs typeface="Calibri"/>
              </a:rPr>
              <a:t>ANY</a:t>
            </a:r>
            <a:r>
              <a:rPr lang="en-US" sz="2000">
                <a:solidFill>
                  <a:schemeClr val="tx1"/>
                </a:solidFill>
                <a:highlight>
                  <a:srgbClr val="FFFFFF"/>
                </a:highlight>
                <a:latin typeface="Calibri"/>
                <a:ea typeface="SimSun"/>
                <a:cs typeface="Segoe UI"/>
              </a:rPr>
              <a:t> means that the condition will be true if the operation is true for any of the values in the range.</a:t>
            </a:r>
            <a:endParaRPr lang="en-US" sz="2000">
              <a:solidFill>
                <a:schemeClr val="tx1"/>
              </a:solidFill>
              <a:latin typeface="Calibri"/>
              <a:ea typeface="SimSun"/>
              <a:cs typeface="Arial"/>
            </a:endParaRPr>
          </a:p>
          <a:p>
            <a:pPr marL="1085850" lvl="1" indent="-342900">
              <a:buFont typeface="Courier New" panose="02020603050405020304" pitchFamily="18" charset="0"/>
              <a:buChar char="o"/>
            </a:pPr>
            <a:r>
              <a:rPr lang="en-US" sz="2000">
                <a:solidFill>
                  <a:schemeClr val="tx1"/>
                </a:solidFill>
                <a:latin typeface="Arial"/>
                <a:ea typeface="SimSun"/>
                <a:cs typeface="Arial"/>
              </a:rPr>
              <a:t>returns a Boolean value as a result</a:t>
            </a:r>
            <a:endParaRPr lang="en-US">
              <a:solidFill>
                <a:srgbClr val="FFFFFF"/>
              </a:solidFill>
              <a:latin typeface="Arial"/>
              <a:ea typeface="SimSun"/>
              <a:cs typeface="Arial"/>
            </a:endParaRPr>
          </a:p>
          <a:p>
            <a:pPr marL="1085850" lvl="1" indent="-342900">
              <a:buFont typeface="Courier New" panose="02020603050405020304" pitchFamily="18" charset="0"/>
              <a:buChar char="o"/>
            </a:pPr>
            <a:r>
              <a:rPr lang="en-US" sz="2000">
                <a:solidFill>
                  <a:schemeClr val="tx1"/>
                </a:solidFill>
                <a:latin typeface="Arial"/>
                <a:ea typeface="SimSun"/>
                <a:cs typeface="Arial"/>
              </a:rPr>
              <a:t>returns TRUE if ANY of the sub query values meet the condition</a:t>
            </a:r>
            <a:endParaRPr lang="en-US">
              <a:solidFill>
                <a:schemeClr val="tx1"/>
              </a:solidFill>
              <a:ea typeface="SimSun"/>
              <a:cs typeface="Arial"/>
            </a:endParaRPr>
          </a:p>
          <a:p>
            <a:pPr marL="342900" indent="-342900">
              <a:buAutoNum type="arabicPeriod"/>
            </a:pPr>
            <a:r>
              <a:rPr lang="en-US" sz="2000" b="1">
                <a:solidFill>
                  <a:srgbClr val="002060"/>
                </a:solidFill>
                <a:latin typeface="Calibri"/>
                <a:ea typeface="SimSun"/>
                <a:cs typeface="Calibri"/>
              </a:rPr>
              <a:t>ALL</a:t>
            </a:r>
            <a:r>
              <a:rPr lang="en-US" sz="2000">
                <a:solidFill>
                  <a:schemeClr val="tx1"/>
                </a:solidFill>
                <a:latin typeface="Calibri"/>
                <a:ea typeface="SimSun"/>
                <a:cs typeface="Calibri"/>
              </a:rPr>
              <a:t> – </a:t>
            </a:r>
            <a:r>
              <a:rPr lang="en-US" sz="2000">
                <a:solidFill>
                  <a:srgbClr val="DC143C"/>
                </a:solidFill>
                <a:latin typeface="Calibri"/>
                <a:ea typeface="SimSun"/>
                <a:cs typeface="Calibri"/>
              </a:rPr>
              <a:t>ALL</a:t>
            </a:r>
            <a:r>
              <a:rPr lang="en-US" sz="2000">
                <a:solidFill>
                  <a:schemeClr val="tx1"/>
                </a:solidFill>
                <a:highlight>
                  <a:srgbClr val="FFFFFF"/>
                </a:highlight>
                <a:latin typeface="Calibri"/>
                <a:ea typeface="SimSun"/>
                <a:cs typeface="Segoe UI"/>
              </a:rPr>
              <a:t> means that the condition will be true only if the operation is true for all values in the range.</a:t>
            </a:r>
            <a:endParaRPr lang="en-US" sz="2000">
              <a:solidFill>
                <a:schemeClr val="tx1"/>
              </a:solidFill>
              <a:latin typeface="Calibri"/>
              <a:ea typeface="SimSun"/>
              <a:cs typeface="Arial"/>
            </a:endParaRPr>
          </a:p>
          <a:p>
            <a:pPr marL="1085850" lvl="1" indent="-342900">
              <a:buFont typeface="Courier New"/>
              <a:buChar char="o"/>
            </a:pPr>
            <a:r>
              <a:rPr lang="en-US" sz="2000">
                <a:solidFill>
                  <a:schemeClr val="tx1"/>
                </a:solidFill>
                <a:highlight>
                  <a:srgbClr val="FFFFFF"/>
                </a:highlight>
                <a:latin typeface="Calibri"/>
                <a:ea typeface="SimSun"/>
                <a:cs typeface="Segoe UI"/>
              </a:rPr>
              <a:t>returns a Boolean value as a result</a:t>
            </a:r>
            <a:endParaRPr lang="en-US" sz="2000">
              <a:solidFill>
                <a:schemeClr val="tx1"/>
              </a:solidFill>
              <a:latin typeface="Calibri"/>
              <a:ea typeface="SimSun"/>
              <a:cs typeface="Calibri"/>
            </a:endParaRPr>
          </a:p>
          <a:p>
            <a:pPr marL="1085850" lvl="1" indent="-342900">
              <a:buFont typeface="Courier New"/>
              <a:buChar char="o"/>
            </a:pPr>
            <a:r>
              <a:rPr lang="en-US" sz="2000">
                <a:solidFill>
                  <a:schemeClr val="tx1"/>
                </a:solidFill>
                <a:highlight>
                  <a:srgbClr val="FFFFFF"/>
                </a:highlight>
                <a:latin typeface="Calibri"/>
                <a:ea typeface="SimSun"/>
                <a:cs typeface="Segoe UI"/>
              </a:rPr>
              <a:t>returns TRUE if ALL of the sub query values meet the condition</a:t>
            </a:r>
            <a:endParaRPr lang="en-US" sz="2000">
              <a:solidFill>
                <a:schemeClr val="tx1"/>
              </a:solidFill>
              <a:latin typeface="Calibri"/>
              <a:ea typeface="SimSun"/>
              <a:cs typeface="Calibri"/>
            </a:endParaRPr>
          </a:p>
          <a:p>
            <a:pPr marL="1085850" lvl="1" indent="-342900">
              <a:buFont typeface="Courier New"/>
              <a:buChar char="o"/>
            </a:pPr>
            <a:r>
              <a:rPr lang="en-US" sz="2000">
                <a:solidFill>
                  <a:schemeClr val="tx1"/>
                </a:solidFill>
                <a:highlight>
                  <a:srgbClr val="FFFFFF"/>
                </a:highlight>
                <a:latin typeface="Calibri"/>
                <a:ea typeface="SimSun"/>
                <a:cs typeface="Segoe UI"/>
              </a:rPr>
              <a:t>is used with </a:t>
            </a:r>
            <a:r>
              <a:rPr lang="en-US" sz="2000">
                <a:solidFill>
                  <a:srgbClr val="DC143C"/>
                </a:solidFill>
                <a:highlight>
                  <a:srgbClr val="FFFFFF"/>
                </a:highlight>
                <a:latin typeface="Calibri"/>
                <a:ea typeface="SimSun"/>
                <a:cs typeface="Arial"/>
              </a:rPr>
              <a:t>SELECT</a:t>
            </a:r>
            <a:r>
              <a:rPr lang="en-US" sz="2000">
                <a:solidFill>
                  <a:schemeClr val="tx1"/>
                </a:solidFill>
                <a:highlight>
                  <a:srgbClr val="FFFFFF"/>
                </a:highlight>
                <a:latin typeface="Calibri"/>
                <a:ea typeface="SimSun"/>
                <a:cs typeface="Segoe UI"/>
              </a:rPr>
              <a:t>, </a:t>
            </a:r>
            <a:r>
              <a:rPr lang="en-US" sz="2000">
                <a:solidFill>
                  <a:srgbClr val="DC143C"/>
                </a:solidFill>
                <a:highlight>
                  <a:srgbClr val="FFFFFF"/>
                </a:highlight>
                <a:latin typeface="Calibri"/>
                <a:ea typeface="SimSun"/>
                <a:cs typeface="Arial"/>
              </a:rPr>
              <a:t>WHERE</a:t>
            </a:r>
            <a:r>
              <a:rPr lang="en-US" sz="2000">
                <a:solidFill>
                  <a:schemeClr val="tx1"/>
                </a:solidFill>
                <a:highlight>
                  <a:srgbClr val="FFFFFF"/>
                </a:highlight>
                <a:latin typeface="Calibri"/>
                <a:ea typeface="SimSun"/>
                <a:cs typeface="Segoe UI"/>
              </a:rPr>
              <a:t> and </a:t>
            </a:r>
            <a:r>
              <a:rPr lang="en-US" sz="2000">
                <a:solidFill>
                  <a:srgbClr val="DC143C"/>
                </a:solidFill>
                <a:highlight>
                  <a:srgbClr val="FFFFFF"/>
                </a:highlight>
                <a:latin typeface="Calibri"/>
                <a:ea typeface="SimSun"/>
                <a:cs typeface="Arial"/>
              </a:rPr>
              <a:t>HAVING</a:t>
            </a:r>
            <a:r>
              <a:rPr lang="en-US" sz="2000">
                <a:solidFill>
                  <a:schemeClr val="tx1"/>
                </a:solidFill>
                <a:highlight>
                  <a:srgbClr val="FFFFFF"/>
                </a:highlight>
                <a:latin typeface="Calibri"/>
                <a:ea typeface="SimSun"/>
                <a:cs typeface="Segoe UI"/>
              </a:rPr>
              <a:t> statements</a:t>
            </a:r>
            <a:endParaRPr lang="en-US" sz="2000">
              <a:solidFill>
                <a:schemeClr val="tx1"/>
              </a:solidFill>
              <a:latin typeface="Calibri"/>
              <a:ea typeface="SimSun"/>
              <a:cs typeface="Calibri"/>
            </a:endParaRPr>
          </a:p>
          <a:p>
            <a:pPr marL="342900" indent="-342900">
              <a:buAutoNum type="arabicPeriod"/>
            </a:pPr>
            <a:r>
              <a:rPr lang="en-US" sz="2000" b="1">
                <a:solidFill>
                  <a:srgbClr val="002060"/>
                </a:solidFill>
                <a:latin typeface="Calibri"/>
                <a:ea typeface="SimSun"/>
                <a:cs typeface="Calibri"/>
              </a:rPr>
              <a:t>EXISTS</a:t>
            </a:r>
            <a:r>
              <a:rPr lang="en-US" sz="2000">
                <a:solidFill>
                  <a:schemeClr val="tx1"/>
                </a:solidFill>
                <a:latin typeface="Calibri"/>
                <a:ea typeface="SimSun"/>
                <a:cs typeface="Calibri"/>
              </a:rPr>
              <a:t> –</a:t>
            </a:r>
            <a:r>
              <a:rPr lang="en-US" sz="2000">
                <a:solidFill>
                  <a:schemeClr val="tx1"/>
                </a:solidFill>
                <a:latin typeface="Calibri"/>
                <a:ea typeface="SimSun"/>
                <a:cs typeface="Arial"/>
              </a:rPr>
              <a:t>The EXISTS operator is used to test for the existence of any record in a sub query. </a:t>
            </a:r>
            <a:r>
              <a:rPr lang="en-US" sz="2000">
                <a:solidFill>
                  <a:schemeClr val="tx1"/>
                </a:solidFill>
                <a:highlight>
                  <a:srgbClr val="FFFFFF"/>
                </a:highlight>
                <a:latin typeface="Calibri"/>
                <a:ea typeface="SimSun"/>
                <a:cs typeface="Segoe UI"/>
              </a:rPr>
              <a:t>The </a:t>
            </a:r>
            <a:r>
              <a:rPr lang="en-US" sz="2000">
                <a:solidFill>
                  <a:srgbClr val="DC143C"/>
                </a:solidFill>
                <a:latin typeface="Calibri"/>
                <a:ea typeface="SimSun"/>
                <a:cs typeface="Arial"/>
              </a:rPr>
              <a:t>EXISTS</a:t>
            </a:r>
            <a:r>
              <a:rPr lang="en-US" sz="2000">
                <a:solidFill>
                  <a:schemeClr val="tx1"/>
                </a:solidFill>
                <a:highlight>
                  <a:srgbClr val="FFFFFF"/>
                </a:highlight>
                <a:latin typeface="Calibri"/>
                <a:ea typeface="SimSun"/>
                <a:cs typeface="Segoe UI"/>
              </a:rPr>
              <a:t> operator returns TRUE if the sub query returns one or more records.</a:t>
            </a:r>
            <a:endParaRPr lang="en-US" sz="2000">
              <a:solidFill>
                <a:schemeClr val="tx1"/>
              </a:solidFill>
              <a:latin typeface="Calibri"/>
              <a:cs typeface="Arial"/>
            </a:endParaRPr>
          </a:p>
        </p:txBody>
      </p:sp>
    </p:spTree>
    <p:extLst>
      <p:ext uri="{BB962C8B-B14F-4D97-AF65-F5344CB8AC3E}">
        <p14:creationId xmlns:p14="http://schemas.microsoft.com/office/powerpoint/2010/main" val="793104970"/>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B3B443-EA03-307F-3C6B-B0D57AE114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3E853E-50CB-6A27-3AB9-17F07821EC8D}"/>
              </a:ext>
            </a:extLst>
          </p:cNvPr>
          <p:cNvSpPr txBox="1"/>
          <p:nvPr/>
        </p:nvSpPr>
        <p:spPr>
          <a:xfrm>
            <a:off x="287078" y="260992"/>
            <a:ext cx="885745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Calibri"/>
                <a:ea typeface="Calibri"/>
                <a:cs typeface="Calibri"/>
              </a:rPr>
              <a:t>PostgreSQL ORDER BY</a:t>
            </a:r>
            <a:endParaRPr lang="en-US">
              <a:cs typeface="Arial" panose="020B0604020202020204" pitchFamily="34" charset="0"/>
            </a:endParaRPr>
          </a:p>
        </p:txBody>
      </p:sp>
      <p:sp>
        <p:nvSpPr>
          <p:cNvPr id="4" name="TextBox 3">
            <a:extLst>
              <a:ext uri="{FF2B5EF4-FFF2-40B4-BE49-F238E27FC236}">
                <a16:creationId xmlns:a16="http://schemas.microsoft.com/office/drawing/2014/main" id="{12B87D27-7B8B-A5B4-5BBA-63F92A8CEEC3}"/>
              </a:ext>
            </a:extLst>
          </p:cNvPr>
          <p:cNvSpPr txBox="1"/>
          <p:nvPr/>
        </p:nvSpPr>
        <p:spPr>
          <a:xfrm>
            <a:off x="606933" y="1489334"/>
            <a:ext cx="813204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a:solidFill>
                  <a:schemeClr val="tx1"/>
                </a:solidFill>
                <a:latin typeface="Calibri"/>
                <a:ea typeface="SimSun"/>
                <a:cs typeface="Calibri"/>
              </a:rPr>
              <a:t>ORDER BY</a:t>
            </a:r>
          </a:p>
          <a:p>
            <a:pPr marL="1085850" lvl="1" indent="-342900">
              <a:buFont typeface="Courier New" panose="02020603050405020304" pitchFamily="18" charset="0"/>
              <a:buChar char="o"/>
            </a:pPr>
            <a:r>
              <a:rPr lang="en-US" sz="2000">
                <a:solidFill>
                  <a:schemeClr val="tx1"/>
                </a:solidFill>
                <a:highlight>
                  <a:srgbClr val="FFFFFF"/>
                </a:highlight>
                <a:latin typeface="Calibri"/>
                <a:ea typeface="SimSun"/>
                <a:cs typeface="Segoe UI"/>
              </a:rPr>
              <a:t>The </a:t>
            </a:r>
            <a:r>
              <a:rPr lang="en-US" sz="2000">
                <a:solidFill>
                  <a:srgbClr val="DC143C"/>
                </a:solidFill>
                <a:highlight>
                  <a:srgbClr val="FFFFFF"/>
                </a:highlight>
                <a:latin typeface="Calibri"/>
                <a:ea typeface="SimSun"/>
                <a:cs typeface="Calibri"/>
              </a:rPr>
              <a:t>ORDER BY</a:t>
            </a:r>
            <a:r>
              <a:rPr lang="en-US" sz="2000">
                <a:solidFill>
                  <a:schemeClr val="tx1"/>
                </a:solidFill>
                <a:highlight>
                  <a:srgbClr val="FFFFFF"/>
                </a:highlight>
                <a:latin typeface="Calibri"/>
                <a:ea typeface="SimSun"/>
                <a:cs typeface="Segoe UI"/>
              </a:rPr>
              <a:t> keyword is used to sort the result in ascending or descending order.</a:t>
            </a:r>
            <a:endParaRPr lang="en-US" sz="2000">
              <a:solidFill>
                <a:schemeClr val="tx1"/>
              </a:solidFill>
              <a:latin typeface="Calibri"/>
              <a:ea typeface="SimSun"/>
              <a:cs typeface="Arial"/>
            </a:endParaRPr>
          </a:p>
          <a:p>
            <a:pPr marL="1085850" lvl="1" indent="-342900">
              <a:buFont typeface="Courier New" panose="02020603050405020304" pitchFamily="18" charset="0"/>
              <a:buChar char="o"/>
            </a:pPr>
            <a:r>
              <a:rPr lang="en-US" sz="2000">
                <a:solidFill>
                  <a:schemeClr val="tx1"/>
                </a:solidFill>
                <a:highlight>
                  <a:srgbClr val="FFFFFF"/>
                </a:highlight>
                <a:latin typeface="Calibri"/>
                <a:ea typeface="SimSun"/>
                <a:cs typeface="Segoe UI"/>
              </a:rPr>
              <a:t>The </a:t>
            </a:r>
            <a:r>
              <a:rPr lang="en-US" sz="2000">
                <a:solidFill>
                  <a:srgbClr val="DC143C"/>
                </a:solidFill>
                <a:highlight>
                  <a:srgbClr val="FFFFFF"/>
                </a:highlight>
                <a:latin typeface="Calibri"/>
                <a:ea typeface="SimSun"/>
                <a:cs typeface="Calibri"/>
              </a:rPr>
              <a:t>ORDER BY</a:t>
            </a:r>
            <a:r>
              <a:rPr lang="en-US" sz="2000">
                <a:solidFill>
                  <a:schemeClr val="tx1"/>
                </a:solidFill>
                <a:highlight>
                  <a:srgbClr val="FFFFFF"/>
                </a:highlight>
                <a:latin typeface="Calibri"/>
                <a:ea typeface="SimSun"/>
                <a:cs typeface="Segoe UI"/>
              </a:rPr>
              <a:t> keyword sorts the records in ascending order by default. To sort the records in descending order, use the </a:t>
            </a:r>
            <a:r>
              <a:rPr lang="en-US" sz="2000">
                <a:solidFill>
                  <a:srgbClr val="DC143C"/>
                </a:solidFill>
                <a:highlight>
                  <a:srgbClr val="FFFFFF"/>
                </a:highlight>
                <a:latin typeface="Calibri"/>
                <a:ea typeface="SimSun"/>
                <a:cs typeface="Calibri"/>
              </a:rPr>
              <a:t>DESC</a:t>
            </a:r>
            <a:r>
              <a:rPr lang="en-US" sz="2000">
                <a:solidFill>
                  <a:schemeClr val="tx1"/>
                </a:solidFill>
                <a:highlight>
                  <a:srgbClr val="FFFFFF"/>
                </a:highlight>
                <a:latin typeface="Calibri"/>
                <a:ea typeface="SimSun"/>
                <a:cs typeface="Segoe UI"/>
              </a:rPr>
              <a:t> keyword.</a:t>
            </a:r>
            <a:endParaRPr lang="en-US" sz="2000">
              <a:solidFill>
                <a:schemeClr val="tx1"/>
              </a:solidFill>
              <a:latin typeface="Calibri"/>
              <a:ea typeface="SimSun"/>
              <a:cs typeface="Arial"/>
            </a:endParaRPr>
          </a:p>
          <a:p>
            <a:pPr marL="342900" indent="-342900">
              <a:buFont typeface="Arial" panose="02020603050405020304" pitchFamily="18" charset="0"/>
              <a:buChar char="•"/>
            </a:pPr>
            <a:endParaRPr lang="en-US" sz="2000">
              <a:solidFill>
                <a:schemeClr val="tx1"/>
              </a:solidFill>
              <a:latin typeface="Calibri"/>
              <a:cs typeface="Calibri"/>
            </a:endParaRPr>
          </a:p>
        </p:txBody>
      </p:sp>
      <p:pic>
        <p:nvPicPr>
          <p:cNvPr id="2" name="Picture 1" descr="A close up of a text&#10;&#10;AI-generated content may be incorrect.">
            <a:extLst>
              <a:ext uri="{FF2B5EF4-FFF2-40B4-BE49-F238E27FC236}">
                <a16:creationId xmlns:a16="http://schemas.microsoft.com/office/drawing/2014/main" id="{0851053C-75CA-B4E5-47A8-41B1077C349A}"/>
              </a:ext>
            </a:extLst>
          </p:cNvPr>
          <p:cNvPicPr>
            <a:picLocks noChangeAspect="1"/>
          </p:cNvPicPr>
          <p:nvPr/>
        </p:nvPicPr>
        <p:blipFill>
          <a:blip r:embed="rId3"/>
          <a:stretch>
            <a:fillRect/>
          </a:stretch>
        </p:blipFill>
        <p:spPr>
          <a:xfrm>
            <a:off x="612706" y="3641241"/>
            <a:ext cx="3868392" cy="817907"/>
          </a:xfrm>
          <a:prstGeom prst="rect">
            <a:avLst/>
          </a:prstGeom>
        </p:spPr>
      </p:pic>
      <p:pic>
        <p:nvPicPr>
          <p:cNvPr id="5" name="Picture 4" descr="A close up of a text&#10;&#10;AI-generated content may be incorrect.">
            <a:extLst>
              <a:ext uri="{FF2B5EF4-FFF2-40B4-BE49-F238E27FC236}">
                <a16:creationId xmlns:a16="http://schemas.microsoft.com/office/drawing/2014/main" id="{45C33EBF-D6F4-3A14-3ED8-01FF952BD04D}"/>
              </a:ext>
            </a:extLst>
          </p:cNvPr>
          <p:cNvPicPr>
            <a:picLocks noChangeAspect="1"/>
          </p:cNvPicPr>
          <p:nvPr/>
        </p:nvPicPr>
        <p:blipFill>
          <a:blip r:embed="rId4"/>
          <a:stretch>
            <a:fillRect/>
          </a:stretch>
        </p:blipFill>
        <p:spPr>
          <a:xfrm>
            <a:off x="4666422" y="3639171"/>
            <a:ext cx="3886199" cy="735081"/>
          </a:xfrm>
          <a:prstGeom prst="rect">
            <a:avLst/>
          </a:prstGeom>
        </p:spPr>
      </p:pic>
    </p:spTree>
    <p:extLst>
      <p:ext uri="{BB962C8B-B14F-4D97-AF65-F5344CB8AC3E}">
        <p14:creationId xmlns:p14="http://schemas.microsoft.com/office/powerpoint/2010/main" val="4049166556"/>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451C09-467F-B9AF-AA1C-66C8A10D5FB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9F70BB-3D18-7009-C3DA-6C88EF74142E}"/>
              </a:ext>
            </a:extLst>
          </p:cNvPr>
          <p:cNvSpPr txBox="1"/>
          <p:nvPr/>
        </p:nvSpPr>
        <p:spPr>
          <a:xfrm>
            <a:off x="287078" y="260992"/>
            <a:ext cx="885745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Calibri"/>
                <a:ea typeface="Calibri"/>
                <a:cs typeface="Calibri"/>
              </a:rPr>
              <a:t>PostgreSQL </a:t>
            </a:r>
            <a:r>
              <a:rPr lang="en-US" sz="4800">
                <a:solidFill>
                  <a:srgbClr val="FFFFFF"/>
                </a:solidFill>
                <a:latin typeface="Arial"/>
                <a:ea typeface="Calibri"/>
                <a:cs typeface="Arial"/>
              </a:rPr>
              <a:t>LIMIT Clause</a:t>
            </a:r>
            <a:endParaRPr lang="en-US">
              <a:cs typeface="Arial" panose="020B0604020202020204" pitchFamily="34" charset="0"/>
            </a:endParaRPr>
          </a:p>
        </p:txBody>
      </p:sp>
      <p:sp>
        <p:nvSpPr>
          <p:cNvPr id="4" name="TextBox 3">
            <a:extLst>
              <a:ext uri="{FF2B5EF4-FFF2-40B4-BE49-F238E27FC236}">
                <a16:creationId xmlns:a16="http://schemas.microsoft.com/office/drawing/2014/main" id="{EBC10499-E3A5-233A-8888-8379D8B6CDAE}"/>
              </a:ext>
            </a:extLst>
          </p:cNvPr>
          <p:cNvSpPr txBox="1"/>
          <p:nvPr/>
        </p:nvSpPr>
        <p:spPr>
          <a:xfrm>
            <a:off x="606933" y="1489334"/>
            <a:ext cx="813204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a:solidFill>
                  <a:schemeClr val="tx1"/>
                </a:solidFill>
                <a:latin typeface="Calibri"/>
                <a:ea typeface="SimSun"/>
                <a:cs typeface="Arial"/>
              </a:rPr>
              <a:t>LIMIT Clause</a:t>
            </a:r>
            <a:endParaRPr lang="en-US" sz="2000">
              <a:solidFill>
                <a:schemeClr val="tx1"/>
              </a:solidFill>
              <a:latin typeface="Calibri"/>
              <a:ea typeface="SimSun"/>
              <a:cs typeface="Calibri"/>
            </a:endParaRPr>
          </a:p>
          <a:p>
            <a:pPr marL="1085850" lvl="1" indent="-342900">
              <a:buFont typeface="Courier New" panose="02020603050405020304" pitchFamily="18" charset="0"/>
              <a:buChar char="o"/>
            </a:pPr>
            <a:r>
              <a:rPr lang="en-US" sz="2000">
                <a:solidFill>
                  <a:schemeClr val="tx1"/>
                </a:solidFill>
                <a:highlight>
                  <a:srgbClr val="FFFFFF"/>
                </a:highlight>
                <a:latin typeface="Calibri"/>
                <a:ea typeface="SimSun"/>
                <a:cs typeface="Arial"/>
              </a:rPr>
              <a:t>The Limit clause is used to return a limited number of records by the select statement, in other words the number of rows returned by the SQL statement. The basic Syntax is:</a:t>
            </a:r>
            <a:br>
              <a:rPr lang="en-US" sz="2000">
                <a:solidFill>
                  <a:schemeClr val="tx1"/>
                </a:solidFill>
                <a:highlight>
                  <a:srgbClr val="FFFFFF"/>
                </a:highlight>
                <a:latin typeface="Calibri"/>
                <a:ea typeface="SimSun"/>
                <a:cs typeface="Arial"/>
              </a:rPr>
            </a:br>
            <a:endParaRPr lang="en-US" sz="2000">
              <a:solidFill>
                <a:schemeClr val="tx1"/>
              </a:solidFill>
              <a:highlight>
                <a:srgbClr val="FFFFFF"/>
              </a:highlight>
              <a:latin typeface="Calibri"/>
              <a:ea typeface="SimSun"/>
              <a:cs typeface="Arial"/>
            </a:endParaRPr>
          </a:p>
          <a:p>
            <a:pPr lvl="1" indent="0"/>
            <a:r>
              <a:rPr lang="en-US" sz="2000">
                <a:solidFill>
                  <a:srgbClr val="0000FF"/>
                </a:solidFill>
                <a:highlight>
                  <a:srgbClr val="FFFFFF"/>
                </a:highlight>
                <a:latin typeface="Consolas"/>
                <a:ea typeface="SimSun"/>
                <a:cs typeface="Arial"/>
              </a:rPr>
              <a:t>SELECT</a:t>
            </a:r>
            <a:r>
              <a:rPr lang="en-US" sz="2000">
                <a:solidFill>
                  <a:schemeClr val="tx1"/>
                </a:solidFill>
                <a:highlight>
                  <a:srgbClr val="FFFFFF"/>
                </a:highlight>
                <a:latin typeface="Consolas"/>
                <a:ea typeface="SimSun"/>
                <a:cs typeface="Arial"/>
              </a:rPr>
              <a:t> col1</a:t>
            </a:r>
            <a:r>
              <a:rPr lang="en-US" sz="2000">
                <a:solidFill>
                  <a:srgbClr val="333333"/>
                </a:solidFill>
                <a:highlight>
                  <a:srgbClr val="FFFFFF"/>
                </a:highlight>
                <a:latin typeface="Consolas"/>
                <a:ea typeface="SimSun"/>
                <a:cs typeface="Arial"/>
              </a:rPr>
              <a:t>,</a:t>
            </a:r>
            <a:r>
              <a:rPr lang="en-US" sz="2000">
                <a:solidFill>
                  <a:schemeClr val="tx1"/>
                </a:solidFill>
                <a:highlight>
                  <a:srgbClr val="FFFFFF"/>
                </a:highlight>
                <a:latin typeface="Consolas"/>
                <a:ea typeface="SimSun"/>
                <a:cs typeface="Arial"/>
              </a:rPr>
              <a:t>col2</a:t>
            </a:r>
            <a:r>
              <a:rPr lang="en-US" sz="2000">
                <a:solidFill>
                  <a:srgbClr val="333333"/>
                </a:solidFill>
                <a:highlight>
                  <a:srgbClr val="FFFFFF"/>
                </a:highlight>
                <a:latin typeface="Consolas"/>
                <a:ea typeface="SimSun"/>
                <a:cs typeface="Arial"/>
              </a:rPr>
              <a:t>,...,</a:t>
            </a:r>
            <a:r>
              <a:rPr lang="en-US" sz="2000" err="1">
                <a:solidFill>
                  <a:schemeClr val="tx1"/>
                </a:solidFill>
                <a:highlight>
                  <a:srgbClr val="FFFFFF"/>
                </a:highlight>
                <a:latin typeface="Consolas"/>
                <a:ea typeface="SimSun"/>
                <a:cs typeface="Arial"/>
              </a:rPr>
              <a:t>colN</a:t>
            </a:r>
            <a:r>
              <a:rPr lang="en-US" sz="2000">
                <a:solidFill>
                  <a:schemeClr val="tx1"/>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FROM</a:t>
            </a:r>
            <a:r>
              <a:rPr lang="en-US" sz="2000">
                <a:solidFill>
                  <a:schemeClr val="tx1"/>
                </a:solidFill>
                <a:highlight>
                  <a:srgbClr val="FFFFFF"/>
                </a:highlight>
                <a:latin typeface="Consolas"/>
                <a:ea typeface="SimSun"/>
                <a:cs typeface="Arial"/>
              </a:rPr>
              <a:t> </a:t>
            </a:r>
            <a:r>
              <a:rPr lang="en-US" sz="2000" err="1">
                <a:solidFill>
                  <a:schemeClr val="tx1"/>
                </a:solidFill>
                <a:highlight>
                  <a:srgbClr val="FFFFFF"/>
                </a:highlight>
                <a:latin typeface="Consolas"/>
                <a:ea typeface="SimSun"/>
                <a:cs typeface="Arial"/>
              </a:rPr>
              <a:t>table_name</a:t>
            </a:r>
            <a:r>
              <a:rPr lang="en-US" sz="2000">
                <a:solidFill>
                  <a:schemeClr val="tx1"/>
                </a:solidFill>
                <a:highlight>
                  <a:srgbClr val="FFFFFF"/>
                </a:highlight>
                <a:latin typeface="Consolas"/>
                <a:ea typeface="SimSun"/>
                <a:cs typeface="Arial"/>
              </a:rPr>
              <a:t>
LIMIT </a:t>
            </a:r>
            <a:r>
              <a:rPr lang="en-US" sz="2000">
                <a:solidFill>
                  <a:srgbClr val="333333"/>
                </a:solidFill>
                <a:highlight>
                  <a:srgbClr val="FFFFFF"/>
                </a:highlight>
                <a:latin typeface="Consolas"/>
                <a:ea typeface="SimSun"/>
                <a:cs typeface="Arial"/>
              </a:rPr>
              <a:t>[</a:t>
            </a:r>
            <a:r>
              <a:rPr lang="en-US" sz="2000">
                <a:solidFill>
                  <a:schemeClr val="tx1"/>
                </a:solidFill>
                <a:highlight>
                  <a:srgbClr val="FFFFFF"/>
                </a:highlight>
                <a:latin typeface="Consolas"/>
                <a:ea typeface="SimSun"/>
                <a:cs typeface="Arial"/>
              </a:rPr>
              <a:t>number </a:t>
            </a:r>
            <a:r>
              <a:rPr lang="en-US" sz="2000">
                <a:solidFill>
                  <a:srgbClr val="0000FF"/>
                </a:solidFill>
                <a:highlight>
                  <a:srgbClr val="FFFFFF"/>
                </a:highlight>
                <a:latin typeface="Consolas"/>
                <a:ea typeface="SimSun"/>
                <a:cs typeface="Arial"/>
              </a:rPr>
              <a:t>of</a:t>
            </a:r>
            <a:r>
              <a:rPr lang="en-US" sz="2000">
                <a:solidFill>
                  <a:schemeClr val="tx1"/>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rows</a:t>
            </a:r>
            <a:r>
              <a:rPr lang="en-US" sz="2000">
                <a:solidFill>
                  <a:srgbClr val="333333"/>
                </a:solidFill>
                <a:highlight>
                  <a:srgbClr val="FFFFFF"/>
                </a:highlight>
                <a:latin typeface="Consolas"/>
                <a:ea typeface="SimSun"/>
                <a:cs typeface="Arial"/>
              </a:rPr>
              <a:t>]</a:t>
            </a:r>
            <a:endParaRPr lang="en-US" sz="2000">
              <a:solidFill>
                <a:schemeClr val="tx1"/>
              </a:solidFill>
              <a:highlight>
                <a:srgbClr val="FFFFFF"/>
              </a:highlight>
              <a:latin typeface="Calibri"/>
              <a:ea typeface="SimSun"/>
              <a:cs typeface="Arial"/>
            </a:endParaRPr>
          </a:p>
          <a:p>
            <a:pPr lvl="1" indent="0"/>
            <a:endParaRPr lang="en-US" sz="2000">
              <a:solidFill>
                <a:srgbClr val="333333"/>
              </a:solidFill>
              <a:highlight>
                <a:srgbClr val="FFFFFF"/>
              </a:highlight>
              <a:latin typeface="Consolas"/>
              <a:cs typeface="Arial"/>
            </a:endParaRPr>
          </a:p>
          <a:p>
            <a:pPr lvl="1" indent="0"/>
            <a:endParaRPr lang="en-US" sz="2000">
              <a:solidFill>
                <a:srgbClr val="333333"/>
              </a:solidFill>
              <a:highlight>
                <a:srgbClr val="FFFFFF"/>
              </a:highlight>
              <a:latin typeface="Consolas"/>
              <a:cs typeface="Arial"/>
            </a:endParaRPr>
          </a:p>
          <a:p>
            <a:pPr marL="342900" indent="-342900">
              <a:buFont typeface="Arial" panose="02020603050405020304" pitchFamily="18" charset="0"/>
              <a:buChar char="•"/>
            </a:pPr>
            <a:endParaRPr lang="en-US" sz="2000">
              <a:solidFill>
                <a:schemeClr val="tx1"/>
              </a:solidFill>
              <a:latin typeface="Calibri"/>
              <a:cs typeface="Calibri"/>
            </a:endParaRPr>
          </a:p>
        </p:txBody>
      </p:sp>
      <p:pic>
        <p:nvPicPr>
          <p:cNvPr id="6" name="Picture 5" descr="A close-up of a number&#10;&#10;AI-generated content may be incorrect.">
            <a:extLst>
              <a:ext uri="{FF2B5EF4-FFF2-40B4-BE49-F238E27FC236}">
                <a16:creationId xmlns:a16="http://schemas.microsoft.com/office/drawing/2014/main" id="{4E33830B-2D9E-2C9D-0D86-D8A777CBBD82}"/>
              </a:ext>
            </a:extLst>
          </p:cNvPr>
          <p:cNvPicPr>
            <a:picLocks noChangeAspect="1"/>
          </p:cNvPicPr>
          <p:nvPr/>
        </p:nvPicPr>
        <p:blipFill>
          <a:blip r:embed="rId3"/>
          <a:stretch>
            <a:fillRect/>
          </a:stretch>
        </p:blipFill>
        <p:spPr>
          <a:xfrm>
            <a:off x="655070" y="4324329"/>
            <a:ext cx="8020050" cy="1457325"/>
          </a:xfrm>
          <a:prstGeom prst="rect">
            <a:avLst/>
          </a:prstGeom>
        </p:spPr>
      </p:pic>
    </p:spTree>
    <p:extLst>
      <p:ext uri="{BB962C8B-B14F-4D97-AF65-F5344CB8AC3E}">
        <p14:creationId xmlns:p14="http://schemas.microsoft.com/office/powerpoint/2010/main" val="4099508299"/>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96C758-4ED6-1C18-189F-787AEF9A1A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F98BFE-7B55-CCCF-E81F-7A5970DC8302}"/>
              </a:ext>
            </a:extLst>
          </p:cNvPr>
          <p:cNvSpPr txBox="1"/>
          <p:nvPr/>
        </p:nvSpPr>
        <p:spPr>
          <a:xfrm>
            <a:off x="287078" y="260992"/>
            <a:ext cx="885745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Calibri"/>
                <a:ea typeface="Calibri"/>
                <a:cs typeface="Calibri"/>
              </a:rPr>
              <a:t>PostgreSQL </a:t>
            </a:r>
            <a:r>
              <a:rPr lang="en-US" sz="3200">
                <a:solidFill>
                  <a:srgbClr val="FFFFFF"/>
                </a:solidFill>
                <a:latin typeface="Arial"/>
                <a:ea typeface="Calibri"/>
                <a:cs typeface="Arial"/>
              </a:rPr>
              <a:t>LIMIT With OFFSET Keyword</a:t>
            </a:r>
            <a:endParaRPr lang="en-US" sz="3200">
              <a:solidFill>
                <a:srgbClr val="FFFFFF"/>
              </a:solidFill>
              <a:cs typeface="Arial"/>
            </a:endParaRPr>
          </a:p>
          <a:p>
            <a:endParaRPr lang="en-US" sz="4800">
              <a:ea typeface="Calibri"/>
              <a:cs typeface="Arial"/>
            </a:endParaRPr>
          </a:p>
        </p:txBody>
      </p:sp>
      <p:sp>
        <p:nvSpPr>
          <p:cNvPr id="4" name="TextBox 3">
            <a:extLst>
              <a:ext uri="{FF2B5EF4-FFF2-40B4-BE49-F238E27FC236}">
                <a16:creationId xmlns:a16="http://schemas.microsoft.com/office/drawing/2014/main" id="{EFFA5317-C753-1AC5-8AF1-5BA42433BB82}"/>
              </a:ext>
            </a:extLst>
          </p:cNvPr>
          <p:cNvSpPr txBox="1"/>
          <p:nvPr/>
        </p:nvSpPr>
        <p:spPr>
          <a:xfrm>
            <a:off x="606933" y="1489334"/>
            <a:ext cx="8132045"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a:solidFill>
                  <a:schemeClr val="tx1"/>
                </a:solidFill>
                <a:latin typeface="Calibri"/>
                <a:ea typeface="SimSun"/>
                <a:cs typeface="Arial"/>
              </a:rPr>
              <a:t>LIMIT with OFFSET Keyword</a:t>
            </a:r>
            <a:endParaRPr lang="en-US" sz="2000">
              <a:solidFill>
                <a:schemeClr val="tx1"/>
              </a:solidFill>
              <a:latin typeface="Calibri"/>
              <a:ea typeface="SimSun"/>
              <a:cs typeface="Calibri"/>
            </a:endParaRPr>
          </a:p>
          <a:p>
            <a:pPr marL="1085850" lvl="1" indent="-342900">
              <a:buFont typeface="Courier New" panose="02020603050405020304" pitchFamily="18" charset="0"/>
              <a:buChar char="o"/>
            </a:pPr>
            <a:r>
              <a:rPr lang="en-US" sz="2000">
                <a:solidFill>
                  <a:srgbClr val="373737"/>
                </a:solidFill>
                <a:highlight>
                  <a:srgbClr val="FFFFFF"/>
                </a:highlight>
                <a:latin typeface="Calibri"/>
                <a:ea typeface="Roboto"/>
                <a:cs typeface="Roboto"/>
              </a:rPr>
              <a:t>The OFFSET keyword is used to jump a certain number of rows from the 1st row till 'Nth' row before beginning to return rows. The basic syntax is:</a:t>
            </a:r>
            <a:br>
              <a:rPr lang="en-US" sz="2000">
                <a:solidFill>
                  <a:schemeClr val="tx1"/>
                </a:solidFill>
                <a:highlight>
                  <a:srgbClr val="FFFFFF"/>
                </a:highlight>
                <a:latin typeface="Calibri"/>
                <a:ea typeface="SimSun"/>
                <a:cs typeface="Arial"/>
              </a:rPr>
            </a:br>
            <a:endParaRPr lang="en-US" sz="2000">
              <a:solidFill>
                <a:schemeClr val="tx1"/>
              </a:solidFill>
              <a:highlight>
                <a:srgbClr val="FFFFFF"/>
              </a:highlight>
              <a:latin typeface="Calibri"/>
              <a:ea typeface="SimSun"/>
              <a:cs typeface="Arial"/>
            </a:endParaRPr>
          </a:p>
          <a:p>
            <a:pPr lvl="1" indent="0"/>
            <a:r>
              <a:rPr lang="en-US" sz="2000">
                <a:solidFill>
                  <a:srgbClr val="0000FF"/>
                </a:solidFill>
                <a:highlight>
                  <a:srgbClr val="FFFFFF"/>
                </a:highlight>
                <a:latin typeface="Calibri"/>
                <a:ea typeface="SimSun"/>
                <a:cs typeface="Arial"/>
              </a:rPr>
              <a:t>select</a:t>
            </a:r>
            <a:r>
              <a:rPr lang="en-US" sz="2000">
                <a:solidFill>
                  <a:schemeClr val="tx1"/>
                </a:solidFill>
                <a:highlight>
                  <a:srgbClr val="FFFFFF"/>
                </a:highlight>
                <a:latin typeface="Calibri"/>
                <a:ea typeface="SimSun"/>
                <a:cs typeface="Arial"/>
              </a:rPr>
              <a:t> </a:t>
            </a:r>
            <a:r>
              <a:rPr lang="en-US" sz="2000">
                <a:solidFill>
                  <a:srgbClr val="333333"/>
                </a:solidFill>
                <a:highlight>
                  <a:srgbClr val="FFFFFF"/>
                </a:highlight>
                <a:latin typeface="Calibri"/>
                <a:ea typeface="SimSun"/>
                <a:cs typeface="Arial"/>
              </a:rPr>
              <a:t>*</a:t>
            </a:r>
            <a:r>
              <a:rPr lang="en-US" sz="2000">
                <a:solidFill>
                  <a:schemeClr val="tx1"/>
                </a:solidFill>
                <a:highlight>
                  <a:srgbClr val="FFFFFF"/>
                </a:highlight>
                <a:latin typeface="Calibri"/>
                <a:ea typeface="SimSun"/>
                <a:cs typeface="Arial"/>
              </a:rPr>
              <a:t> </a:t>
            </a:r>
            <a:r>
              <a:rPr lang="en-US" sz="2000">
                <a:solidFill>
                  <a:srgbClr val="0000FF"/>
                </a:solidFill>
                <a:highlight>
                  <a:srgbClr val="FFFFFF"/>
                </a:highlight>
                <a:latin typeface="Calibri"/>
                <a:ea typeface="SimSun"/>
                <a:cs typeface="Arial"/>
              </a:rPr>
              <a:t>from</a:t>
            </a:r>
            <a:r>
              <a:rPr lang="en-US" sz="2000">
                <a:solidFill>
                  <a:schemeClr val="tx1"/>
                </a:solidFill>
                <a:highlight>
                  <a:srgbClr val="FFFFFF"/>
                </a:highlight>
                <a:latin typeface="Calibri"/>
                <a:ea typeface="SimSun"/>
                <a:cs typeface="Arial"/>
              </a:rPr>
              <a:t> employees</a:t>
            </a:r>
            <a:r>
              <a:rPr lang="en-US" sz="2000">
                <a:solidFill>
                  <a:srgbClr val="000000"/>
                </a:solidFill>
                <a:highlight>
                  <a:srgbClr val="FFFFFF"/>
                </a:highlight>
                <a:latin typeface="Calibri"/>
                <a:ea typeface="SimSun"/>
                <a:cs typeface="Arial"/>
              </a:rPr>
              <a:t> </a:t>
            </a:r>
            <a:r>
              <a:rPr lang="en-US" sz="2000">
                <a:solidFill>
                  <a:schemeClr val="tx1"/>
                </a:solidFill>
                <a:highlight>
                  <a:srgbClr val="FFFFFF"/>
                </a:highlight>
                <a:latin typeface="Calibri"/>
                <a:ea typeface="SimSun"/>
                <a:cs typeface="Arial"/>
              </a:rPr>
              <a:t>LIMIT </a:t>
            </a:r>
            <a:r>
              <a:rPr lang="en-US" sz="2000">
                <a:solidFill>
                  <a:srgbClr val="000000"/>
                </a:solidFill>
                <a:highlight>
                  <a:srgbClr val="FFFFFF"/>
                </a:highlight>
                <a:latin typeface="Calibri"/>
                <a:ea typeface="SimSun"/>
                <a:cs typeface="Arial"/>
              </a:rPr>
              <a:t>N OFFSET N</a:t>
            </a:r>
            <a:endParaRPr lang="en-US" sz="2000">
              <a:latin typeface="Calibri"/>
              <a:cs typeface="Calibri"/>
            </a:endParaRPr>
          </a:p>
          <a:p>
            <a:pPr lvl="1" indent="0"/>
            <a:endParaRPr lang="en-US" sz="2000">
              <a:solidFill>
                <a:srgbClr val="333333"/>
              </a:solidFill>
              <a:highlight>
                <a:srgbClr val="FFFFFF"/>
              </a:highlight>
              <a:latin typeface="Calibri"/>
              <a:cs typeface="Arial"/>
            </a:endParaRPr>
          </a:p>
          <a:p>
            <a:pPr marL="342900" indent="-342900">
              <a:buFont typeface="Arial" panose="02020603050405020304" pitchFamily="18" charset="0"/>
              <a:buChar char="•"/>
            </a:pPr>
            <a:endParaRPr lang="en-US" sz="2000">
              <a:solidFill>
                <a:schemeClr val="tx1"/>
              </a:solidFill>
              <a:latin typeface="Calibri"/>
              <a:cs typeface="Calibri"/>
            </a:endParaRPr>
          </a:p>
        </p:txBody>
      </p:sp>
      <p:pic>
        <p:nvPicPr>
          <p:cNvPr id="2" name="Picture 1" descr="A close-up of a number&#10;&#10;AI-generated content may be incorrect.">
            <a:extLst>
              <a:ext uri="{FF2B5EF4-FFF2-40B4-BE49-F238E27FC236}">
                <a16:creationId xmlns:a16="http://schemas.microsoft.com/office/drawing/2014/main" id="{B222A7A7-CA51-4802-886D-A22CA3F078F1}"/>
              </a:ext>
            </a:extLst>
          </p:cNvPr>
          <p:cNvPicPr>
            <a:picLocks noChangeAspect="1"/>
          </p:cNvPicPr>
          <p:nvPr/>
        </p:nvPicPr>
        <p:blipFill>
          <a:blip r:embed="rId3"/>
          <a:stretch>
            <a:fillRect/>
          </a:stretch>
        </p:blipFill>
        <p:spPr>
          <a:xfrm>
            <a:off x="585788" y="3430508"/>
            <a:ext cx="7972425" cy="1238250"/>
          </a:xfrm>
          <a:prstGeom prst="rect">
            <a:avLst/>
          </a:prstGeom>
        </p:spPr>
      </p:pic>
      <p:pic>
        <p:nvPicPr>
          <p:cNvPr id="5" name="Picture 4" descr="A close-up of a number&#10;&#10;AI-generated content may be incorrect.">
            <a:extLst>
              <a:ext uri="{FF2B5EF4-FFF2-40B4-BE49-F238E27FC236}">
                <a16:creationId xmlns:a16="http://schemas.microsoft.com/office/drawing/2014/main" id="{7E1D67E7-19CD-DACF-A017-3BEA86CDC7F9}"/>
              </a:ext>
            </a:extLst>
          </p:cNvPr>
          <p:cNvPicPr>
            <a:picLocks noChangeAspect="1"/>
          </p:cNvPicPr>
          <p:nvPr/>
        </p:nvPicPr>
        <p:blipFill>
          <a:blip r:embed="rId4"/>
          <a:stretch>
            <a:fillRect/>
          </a:stretch>
        </p:blipFill>
        <p:spPr>
          <a:xfrm>
            <a:off x="538162" y="4846953"/>
            <a:ext cx="8067675" cy="1343025"/>
          </a:xfrm>
          <a:prstGeom prst="rect">
            <a:avLst/>
          </a:prstGeom>
        </p:spPr>
      </p:pic>
    </p:spTree>
    <p:extLst>
      <p:ext uri="{BB962C8B-B14F-4D97-AF65-F5344CB8AC3E}">
        <p14:creationId xmlns:p14="http://schemas.microsoft.com/office/powerpoint/2010/main" val="3014170529"/>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6C7E98-DC7B-BEDD-2FC4-B557868886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A0FE7A-F82D-8C3B-1A9E-42995B56FF6C}"/>
              </a:ext>
            </a:extLst>
          </p:cNvPr>
          <p:cNvSpPr txBox="1"/>
          <p:nvPr/>
        </p:nvSpPr>
        <p:spPr>
          <a:xfrm>
            <a:off x="287078" y="260992"/>
            <a:ext cx="885745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FFFFFF"/>
                </a:solidFill>
                <a:latin typeface="Calibri"/>
                <a:ea typeface="Calibri"/>
                <a:cs typeface="Calibri"/>
              </a:rPr>
              <a:t>PostgreSQL </a:t>
            </a:r>
            <a:r>
              <a:rPr lang="en-US" sz="4800">
                <a:solidFill>
                  <a:srgbClr val="FFFFFF"/>
                </a:solidFill>
                <a:latin typeface="Arial"/>
                <a:ea typeface="Calibri"/>
                <a:cs typeface="Arial"/>
              </a:rPr>
              <a:t>FETCH Clause</a:t>
            </a:r>
            <a:endParaRPr lang="en-US" sz="3200">
              <a:ea typeface="Calibri"/>
              <a:cs typeface="Arial"/>
            </a:endParaRPr>
          </a:p>
        </p:txBody>
      </p:sp>
      <p:sp>
        <p:nvSpPr>
          <p:cNvPr id="4" name="TextBox 3">
            <a:extLst>
              <a:ext uri="{FF2B5EF4-FFF2-40B4-BE49-F238E27FC236}">
                <a16:creationId xmlns:a16="http://schemas.microsoft.com/office/drawing/2014/main" id="{44CB00BE-6162-36BE-6810-2D5470121288}"/>
              </a:ext>
            </a:extLst>
          </p:cNvPr>
          <p:cNvSpPr txBox="1"/>
          <p:nvPr/>
        </p:nvSpPr>
        <p:spPr>
          <a:xfrm>
            <a:off x="606933" y="1489334"/>
            <a:ext cx="8132045"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20603050405020304" pitchFamily="18" charset="0"/>
              <a:buChar char="•"/>
            </a:pPr>
            <a:r>
              <a:rPr lang="en-US" sz="2000">
                <a:solidFill>
                  <a:schemeClr val="tx1"/>
                </a:solidFill>
                <a:latin typeface="Calibri"/>
                <a:ea typeface="SimSun"/>
                <a:cs typeface="Arial"/>
              </a:rPr>
              <a:t>FETCH Clause</a:t>
            </a:r>
            <a:endParaRPr lang="en-US" sz="2000">
              <a:solidFill>
                <a:schemeClr val="tx1"/>
              </a:solidFill>
              <a:latin typeface="Calibri"/>
              <a:ea typeface="SimSun"/>
              <a:cs typeface="Calibri"/>
            </a:endParaRPr>
          </a:p>
          <a:p>
            <a:pPr lvl="1" indent="0"/>
            <a:r>
              <a:rPr lang="en-US" sz="2000">
                <a:solidFill>
                  <a:srgbClr val="373737"/>
                </a:solidFill>
                <a:highlight>
                  <a:srgbClr val="FFFFFF"/>
                </a:highlight>
                <a:latin typeface="Calibri"/>
                <a:ea typeface="Roboto"/>
                <a:cs typeface="Arial"/>
              </a:rPr>
              <a:t>The FETCH clause works similar to the LIMIT clause which is to retrieve a subset of rows from a table.</a:t>
            </a:r>
            <a:r>
              <a:rPr lang="en-US" sz="2000">
                <a:solidFill>
                  <a:srgbClr val="373737"/>
                </a:solidFill>
                <a:highlight>
                  <a:srgbClr val="FFFFFF"/>
                </a:highlight>
                <a:latin typeface="Calibri"/>
                <a:ea typeface="Roboto"/>
                <a:cs typeface="Roboto"/>
              </a:rPr>
              <a:t> The basic syntax is:</a:t>
            </a:r>
            <a:br>
              <a:rPr lang="en-US" sz="2000">
                <a:highlight>
                  <a:srgbClr val="FFFFFF"/>
                </a:highlight>
                <a:latin typeface="Calibri"/>
                <a:ea typeface="SimSun"/>
                <a:cs typeface="Arial"/>
              </a:rPr>
            </a:br>
            <a:endParaRPr lang="en-US" sz="2000">
              <a:solidFill>
                <a:srgbClr val="373737"/>
              </a:solidFill>
              <a:highlight>
                <a:srgbClr val="FFFFFF"/>
              </a:highlight>
              <a:latin typeface="Calibri"/>
              <a:ea typeface="Roboto"/>
              <a:cs typeface="Roboto"/>
            </a:endParaRPr>
          </a:p>
          <a:p>
            <a:pPr lvl="1" indent="-457200"/>
            <a:r>
              <a:rPr lang="en-US" sz="2000">
                <a:solidFill>
                  <a:srgbClr val="0000FF"/>
                </a:solidFill>
                <a:highlight>
                  <a:srgbClr val="FFFFFF"/>
                </a:highlight>
                <a:latin typeface="Consolas"/>
                <a:ea typeface="SimSun"/>
                <a:cs typeface="Arial"/>
              </a:rPr>
              <a:t> SELECT</a:t>
            </a:r>
            <a:r>
              <a:rPr lang="en-US" sz="2000">
                <a:solidFill>
                  <a:srgbClr val="000000"/>
                </a:solidFill>
                <a:highlight>
                  <a:srgbClr val="FFFFFF"/>
                </a:highlight>
                <a:latin typeface="Consolas"/>
                <a:ea typeface="SimSun"/>
                <a:cs typeface="Arial"/>
              </a:rPr>
              <a:t> </a:t>
            </a:r>
            <a:r>
              <a:rPr lang="en-US" sz="2000">
                <a:solidFill>
                  <a:srgbClr val="333333"/>
                </a:solidFill>
                <a:highlight>
                  <a:srgbClr val="FFFFFF"/>
                </a:highlight>
                <a:latin typeface="Consolas"/>
                <a:ea typeface="SimSun"/>
                <a:cs typeface="Arial"/>
              </a:rPr>
              <a:t>*</a:t>
            </a:r>
            <a:r>
              <a:rPr lang="en-US" sz="2000">
                <a:solidFill>
                  <a:schemeClr val="tx1"/>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FROM</a:t>
            </a:r>
            <a:r>
              <a:rPr lang="en-US" sz="2000">
                <a:solidFill>
                  <a:srgbClr val="000000"/>
                </a:solidFill>
                <a:highlight>
                  <a:srgbClr val="FFFFFF"/>
                </a:highlight>
                <a:latin typeface="Consolas"/>
                <a:ea typeface="SimSun"/>
                <a:cs typeface="Arial"/>
              </a:rPr>
              <a:t> </a:t>
            </a:r>
            <a:r>
              <a:rPr lang="en-US" sz="2000" err="1">
                <a:solidFill>
                  <a:srgbClr val="000000"/>
                </a:solidFill>
                <a:highlight>
                  <a:srgbClr val="FFFFFF"/>
                </a:highlight>
                <a:latin typeface="Consolas"/>
                <a:ea typeface="SimSun"/>
                <a:cs typeface="Arial"/>
              </a:rPr>
              <a:t>table_name</a:t>
            </a:r>
            <a:r>
              <a:rPr lang="en-US" sz="2000">
                <a:solidFill>
                  <a:srgbClr val="000000"/>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FETCH</a:t>
            </a:r>
            <a:r>
              <a:rPr lang="en-US" sz="2000">
                <a:solidFill>
                  <a:srgbClr val="000000"/>
                </a:solidFill>
                <a:highlight>
                  <a:srgbClr val="FFFFFF"/>
                </a:highlight>
                <a:latin typeface="Consolas"/>
                <a:ea typeface="SimSun"/>
                <a:cs typeface="Arial"/>
              </a:rPr>
              <a:t> </a:t>
            </a:r>
            <a:r>
              <a:rPr lang="en-US" sz="2000">
                <a:solidFill>
                  <a:srgbClr val="333333"/>
                </a:solidFill>
                <a:highlight>
                  <a:srgbClr val="FFFFFF"/>
                </a:highlight>
                <a:latin typeface="Consolas"/>
                <a:ea typeface="SimSun"/>
                <a:cs typeface="Arial"/>
              </a:rPr>
              <a:t>[</a:t>
            </a:r>
            <a:r>
              <a:rPr lang="en-US" sz="2000">
                <a:solidFill>
                  <a:srgbClr val="000000"/>
                </a:solidFill>
                <a:highlight>
                  <a:srgbClr val="FFFFFF"/>
                </a:highlight>
                <a:latin typeface="Consolas"/>
                <a:ea typeface="SimSun"/>
                <a:cs typeface="Arial"/>
              </a:rPr>
              <a:t> FIRST </a:t>
            </a:r>
            <a:r>
              <a:rPr lang="en-US" sz="2000">
                <a:solidFill>
                  <a:srgbClr val="333333"/>
                </a:solidFill>
                <a:highlight>
                  <a:srgbClr val="FFFFFF"/>
                </a:highlight>
                <a:latin typeface="Consolas"/>
                <a:ea typeface="SimSun"/>
                <a:cs typeface="Arial"/>
              </a:rPr>
              <a:t>|</a:t>
            </a:r>
            <a:r>
              <a:rPr lang="en-US" sz="2000">
                <a:solidFill>
                  <a:srgbClr val="000000"/>
                </a:solidFill>
                <a:highlight>
                  <a:srgbClr val="FFFFFF"/>
                </a:highlight>
                <a:latin typeface="Consolas"/>
                <a:ea typeface="SimSun"/>
                <a:cs typeface="Arial"/>
              </a:rPr>
              <a:t> NEXT </a:t>
            </a:r>
            <a:r>
              <a:rPr lang="en-US" sz="2000">
                <a:solidFill>
                  <a:srgbClr val="333333"/>
                </a:solidFill>
                <a:highlight>
                  <a:srgbClr val="FFFFFF"/>
                </a:highlight>
                <a:latin typeface="Consolas"/>
                <a:ea typeface="SimSun"/>
                <a:cs typeface="Arial"/>
              </a:rPr>
              <a:t>]</a:t>
            </a:r>
            <a:r>
              <a:rPr lang="en-US" sz="2000">
                <a:solidFill>
                  <a:srgbClr val="000000"/>
                </a:solidFill>
                <a:highlight>
                  <a:srgbClr val="FFFFFF"/>
                </a:highlight>
                <a:latin typeface="Consolas"/>
                <a:ea typeface="SimSun"/>
                <a:cs typeface="Arial"/>
              </a:rPr>
              <a:t> </a:t>
            </a:r>
            <a:r>
              <a:rPr lang="en-US" sz="2000" err="1">
                <a:solidFill>
                  <a:srgbClr val="000000"/>
                </a:solidFill>
                <a:highlight>
                  <a:srgbClr val="FFFFFF"/>
                </a:highlight>
                <a:latin typeface="Consolas"/>
                <a:ea typeface="SimSun"/>
                <a:cs typeface="Arial"/>
              </a:rPr>
              <a:t>number_</a:t>
            </a:r>
            <a:r>
              <a:rPr lang="en-US" sz="2000" err="1">
                <a:solidFill>
                  <a:schemeClr val="tx1"/>
                </a:solidFill>
                <a:highlight>
                  <a:srgbClr val="FFFFFF"/>
                </a:highlight>
                <a:latin typeface="Consolas"/>
                <a:ea typeface="SimSun"/>
                <a:cs typeface="Arial"/>
              </a:rPr>
              <a:t>of_rows</a:t>
            </a:r>
            <a:r>
              <a:rPr lang="en-US" sz="2000">
                <a:solidFill>
                  <a:schemeClr val="tx1"/>
                </a:solidFill>
                <a:highlight>
                  <a:srgbClr val="FFFFFF"/>
                </a:highlight>
                <a:latin typeface="Consolas"/>
                <a:ea typeface="SimSun"/>
                <a:cs typeface="Arial"/>
              </a:rPr>
              <a:t> </a:t>
            </a:r>
            <a:r>
              <a:rPr lang="en-US" sz="2000">
                <a:solidFill>
                  <a:srgbClr val="333333"/>
                </a:solidFill>
                <a:highlight>
                  <a:srgbClr val="FFFFFF"/>
                </a:highlight>
                <a:latin typeface="Consolas"/>
                <a:ea typeface="SimSun"/>
                <a:cs typeface="Arial"/>
              </a:rPr>
              <a:t>[</a:t>
            </a:r>
            <a:r>
              <a:rPr lang="en-US" sz="2000">
                <a:solidFill>
                  <a:schemeClr val="tx1"/>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ROW</a:t>
            </a:r>
            <a:r>
              <a:rPr lang="en-US" sz="2000">
                <a:solidFill>
                  <a:schemeClr val="tx1"/>
                </a:solidFill>
                <a:highlight>
                  <a:srgbClr val="FFFFFF"/>
                </a:highlight>
                <a:latin typeface="Consolas"/>
                <a:ea typeface="SimSun"/>
                <a:cs typeface="Arial"/>
              </a:rPr>
              <a:t> </a:t>
            </a:r>
            <a:r>
              <a:rPr lang="en-US" sz="2000">
                <a:solidFill>
                  <a:srgbClr val="333333"/>
                </a:solidFill>
                <a:highlight>
                  <a:srgbClr val="FFFFFF"/>
                </a:highlight>
                <a:latin typeface="Consolas"/>
                <a:ea typeface="SimSun"/>
                <a:cs typeface="Arial"/>
              </a:rPr>
              <a:t>|</a:t>
            </a:r>
            <a:r>
              <a:rPr lang="en-US" sz="2000">
                <a:solidFill>
                  <a:schemeClr val="tx1"/>
                </a:solidFill>
                <a:highlight>
                  <a:srgbClr val="FFFFFF"/>
                </a:highlight>
                <a:latin typeface="Consolas"/>
                <a:ea typeface="SimSun"/>
                <a:cs typeface="Arial"/>
              </a:rPr>
              <a:t> </a:t>
            </a:r>
            <a:r>
              <a:rPr lang="en-US" sz="2000">
                <a:solidFill>
                  <a:srgbClr val="0000FF"/>
                </a:solidFill>
                <a:highlight>
                  <a:srgbClr val="FFFFFF"/>
                </a:highlight>
                <a:latin typeface="Consolas"/>
                <a:ea typeface="SimSun"/>
                <a:cs typeface="Arial"/>
              </a:rPr>
              <a:t>ROWS</a:t>
            </a:r>
            <a:r>
              <a:rPr lang="en-US" sz="2000">
                <a:solidFill>
                  <a:srgbClr val="000000"/>
                </a:solidFill>
                <a:highlight>
                  <a:srgbClr val="FFFFFF"/>
                </a:highlight>
                <a:latin typeface="Consolas"/>
                <a:ea typeface="SimSun"/>
                <a:cs typeface="Arial"/>
              </a:rPr>
              <a:t> </a:t>
            </a:r>
            <a:r>
              <a:rPr lang="en-US" sz="2000">
                <a:solidFill>
                  <a:srgbClr val="333333"/>
                </a:solidFill>
                <a:highlight>
                  <a:srgbClr val="FFFFFF"/>
                </a:highlight>
                <a:latin typeface="Consolas"/>
                <a:ea typeface="SimSun"/>
                <a:cs typeface="Arial"/>
              </a:rPr>
              <a:t>]</a:t>
            </a:r>
            <a:r>
              <a:rPr lang="en-US" sz="2000">
                <a:solidFill>
                  <a:srgbClr val="000000"/>
                </a:solidFill>
                <a:highlight>
                  <a:srgbClr val="FFFFFF"/>
                </a:highlight>
                <a:latin typeface="Consolas"/>
                <a:ea typeface="SimSun"/>
                <a:cs typeface="Arial"/>
              </a:rPr>
              <a:t> ONLY</a:t>
            </a:r>
            <a:r>
              <a:rPr lang="en-US" sz="2000">
                <a:solidFill>
                  <a:srgbClr val="333333"/>
                </a:solidFill>
                <a:highlight>
                  <a:srgbClr val="FFFFFF"/>
                </a:highlight>
                <a:latin typeface="Consolas"/>
                <a:ea typeface="SimSun"/>
                <a:cs typeface="Arial"/>
              </a:rPr>
              <a:t>;</a:t>
            </a:r>
            <a:endParaRPr lang="en-US" sz="2000">
              <a:solidFill>
                <a:srgbClr val="000000"/>
              </a:solidFill>
              <a:highlight>
                <a:srgbClr val="FFFFFF"/>
              </a:highlight>
              <a:latin typeface="Calibri"/>
              <a:ea typeface="SimSun"/>
              <a:cs typeface="Arial"/>
            </a:endParaRPr>
          </a:p>
          <a:p>
            <a:pPr lvl="1" indent="0"/>
            <a:endParaRPr lang="en-US" sz="2000">
              <a:solidFill>
                <a:srgbClr val="333333"/>
              </a:solidFill>
              <a:highlight>
                <a:srgbClr val="FFFFFF"/>
              </a:highlight>
              <a:latin typeface="Consolas"/>
              <a:cs typeface="Arial" panose="020B0604020202020204" pitchFamily="34" charset="0"/>
            </a:endParaRPr>
          </a:p>
          <a:p>
            <a:pPr lvl="1"/>
            <a:r>
              <a:rPr lang="en-US" sz="2000">
                <a:solidFill>
                  <a:srgbClr val="0000FF"/>
                </a:solidFill>
                <a:highlight>
                  <a:srgbClr val="FFFFFF"/>
                </a:highlight>
                <a:latin typeface="Consolas"/>
                <a:ea typeface="SimSun"/>
                <a:cs typeface="Arial"/>
              </a:rPr>
              <a:t>SELECT</a:t>
            </a:r>
            <a:r>
              <a:rPr lang="en-US" sz="2000">
                <a:solidFill>
                  <a:srgbClr val="333333"/>
                </a:solidFill>
                <a:highlight>
                  <a:srgbClr val="FFFFFF"/>
                </a:highlight>
                <a:latin typeface="Calibri"/>
                <a:ea typeface="SimSun"/>
                <a:cs typeface="Arial"/>
              </a:rPr>
              <a:t> columns </a:t>
            </a:r>
            <a:r>
              <a:rPr lang="en-US" sz="2000">
                <a:solidFill>
                  <a:srgbClr val="0000FF"/>
                </a:solidFill>
                <a:highlight>
                  <a:srgbClr val="FFFFFF"/>
                </a:highlight>
                <a:latin typeface="Consolas"/>
                <a:ea typeface="SimSun"/>
                <a:cs typeface="Arial"/>
              </a:rPr>
              <a:t>FROM</a:t>
            </a:r>
            <a:r>
              <a:rPr lang="en-US" sz="2000">
                <a:solidFill>
                  <a:srgbClr val="333333"/>
                </a:solidFill>
                <a:highlight>
                  <a:srgbClr val="FFFFFF"/>
                </a:highlight>
                <a:latin typeface="Calibri"/>
                <a:ea typeface="SimSun"/>
                <a:cs typeface="Arial"/>
              </a:rPr>
              <a:t> </a:t>
            </a:r>
            <a:r>
              <a:rPr lang="en-US" sz="2000" err="1">
                <a:solidFill>
                  <a:srgbClr val="333333"/>
                </a:solidFill>
                <a:highlight>
                  <a:srgbClr val="FFFFFF"/>
                </a:highlight>
                <a:latin typeface="Calibri"/>
                <a:ea typeface="SimSun"/>
                <a:cs typeface="Arial"/>
              </a:rPr>
              <a:t>table_name</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ORDER</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BY</a:t>
            </a:r>
            <a:r>
              <a:rPr lang="en-US" sz="2000">
                <a:solidFill>
                  <a:srgbClr val="333333"/>
                </a:solidFill>
                <a:highlight>
                  <a:srgbClr val="FFFFFF"/>
                </a:highlight>
                <a:latin typeface="Calibri"/>
                <a:ea typeface="SimSun"/>
                <a:cs typeface="Arial"/>
              </a:rPr>
              <a:t> </a:t>
            </a:r>
            <a:r>
              <a:rPr lang="en-US" sz="2000" err="1">
                <a:solidFill>
                  <a:srgbClr val="333333"/>
                </a:solidFill>
                <a:highlight>
                  <a:srgbClr val="FFFFFF"/>
                </a:highlight>
                <a:latin typeface="Calibri"/>
                <a:ea typeface="SimSun"/>
                <a:cs typeface="Arial"/>
              </a:rPr>
              <a:t>column_name</a:t>
            </a:r>
            <a:endParaRPr lang="en-US" sz="2000">
              <a:latin typeface="Calibri"/>
              <a:ea typeface="SimSun"/>
              <a:cs typeface="Arial"/>
            </a:endParaRPr>
          </a:p>
          <a:p>
            <a:pPr lvl="1"/>
            <a:r>
              <a:rPr lang="en-US" sz="2000">
                <a:solidFill>
                  <a:srgbClr val="0000FF"/>
                </a:solidFill>
                <a:highlight>
                  <a:srgbClr val="FFFFFF"/>
                </a:highlight>
                <a:latin typeface="Consolas"/>
                <a:ea typeface="SimSun"/>
                <a:cs typeface="Arial"/>
              </a:rPr>
              <a:t>OFFSET</a:t>
            </a:r>
            <a:r>
              <a:rPr lang="en-US" sz="2000">
                <a:solidFill>
                  <a:srgbClr val="333333"/>
                </a:solidFill>
                <a:highlight>
                  <a:srgbClr val="FFFFFF"/>
                </a:highlight>
                <a:latin typeface="Calibri"/>
                <a:ea typeface="SimSun"/>
                <a:cs typeface="Arial"/>
              </a:rPr>
              <a:t> </a:t>
            </a:r>
            <a:r>
              <a:rPr lang="en-US" sz="2000" err="1">
                <a:solidFill>
                  <a:srgbClr val="333333"/>
                </a:solidFill>
                <a:highlight>
                  <a:srgbClr val="FFFFFF"/>
                </a:highlight>
                <a:latin typeface="Calibri"/>
                <a:ea typeface="SimSun"/>
                <a:cs typeface="Arial"/>
              </a:rPr>
              <a:t>offset_value</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ROWS FETCH</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NEXT</a:t>
            </a:r>
            <a:r>
              <a:rPr lang="en-US" sz="2000">
                <a:solidFill>
                  <a:srgbClr val="333333"/>
                </a:solidFill>
                <a:highlight>
                  <a:srgbClr val="FFFFFF"/>
                </a:highlight>
                <a:latin typeface="Calibri"/>
                <a:ea typeface="SimSun"/>
                <a:cs typeface="Arial"/>
              </a:rPr>
              <a:t> </a:t>
            </a:r>
            <a:r>
              <a:rPr lang="en-US" sz="2000" err="1">
                <a:solidFill>
                  <a:srgbClr val="333333"/>
                </a:solidFill>
                <a:highlight>
                  <a:srgbClr val="FFFFFF"/>
                </a:highlight>
                <a:latin typeface="Calibri"/>
                <a:ea typeface="SimSun"/>
                <a:cs typeface="Arial"/>
              </a:rPr>
              <a:t>page_size</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ROWS</a:t>
            </a:r>
            <a:r>
              <a:rPr lang="en-US" sz="2000">
                <a:solidFill>
                  <a:srgbClr val="333333"/>
                </a:solidFill>
                <a:highlight>
                  <a:srgbClr val="FFFFFF"/>
                </a:highlight>
                <a:latin typeface="Calibri"/>
                <a:ea typeface="SimSun"/>
                <a:cs typeface="Arial"/>
              </a:rPr>
              <a:t> </a:t>
            </a:r>
            <a:r>
              <a:rPr lang="en-US" sz="2000">
                <a:solidFill>
                  <a:srgbClr val="0000FF"/>
                </a:solidFill>
                <a:highlight>
                  <a:srgbClr val="FFFFFF"/>
                </a:highlight>
                <a:latin typeface="Consolas"/>
                <a:ea typeface="SimSun"/>
                <a:cs typeface="Arial"/>
              </a:rPr>
              <a:t>ONLY</a:t>
            </a:r>
            <a:r>
              <a:rPr lang="en-US" sz="2000">
                <a:solidFill>
                  <a:srgbClr val="333333"/>
                </a:solidFill>
                <a:highlight>
                  <a:srgbClr val="FFFFFF"/>
                </a:highlight>
                <a:latin typeface="Calibri"/>
                <a:ea typeface="SimSun"/>
                <a:cs typeface="Arial"/>
              </a:rPr>
              <a:t>;</a:t>
            </a:r>
            <a:endParaRPr lang="en-US" sz="2000">
              <a:latin typeface="Calibri"/>
              <a:ea typeface="SimSun"/>
              <a:cs typeface="Arial"/>
            </a:endParaRPr>
          </a:p>
          <a:p>
            <a:pPr lvl="1" indent="0"/>
            <a:endParaRPr lang="en-US" sz="2000">
              <a:solidFill>
                <a:srgbClr val="333333"/>
              </a:solidFill>
              <a:highlight>
                <a:srgbClr val="FFFFFF"/>
              </a:highlight>
              <a:latin typeface="Consolas"/>
              <a:cs typeface="Arial" panose="020B0604020202020204" pitchFamily="34" charset="0"/>
            </a:endParaRPr>
          </a:p>
        </p:txBody>
      </p:sp>
      <p:pic>
        <p:nvPicPr>
          <p:cNvPr id="6" name="Picture 5" descr="A close-up of a number&#10;&#10;AI-generated content may be incorrect.">
            <a:extLst>
              <a:ext uri="{FF2B5EF4-FFF2-40B4-BE49-F238E27FC236}">
                <a16:creationId xmlns:a16="http://schemas.microsoft.com/office/drawing/2014/main" id="{27BC7D13-07E7-B8EC-EAA5-377DC864DDD0}"/>
              </a:ext>
            </a:extLst>
          </p:cNvPr>
          <p:cNvPicPr>
            <a:picLocks noChangeAspect="1"/>
          </p:cNvPicPr>
          <p:nvPr/>
        </p:nvPicPr>
        <p:blipFill>
          <a:blip r:embed="rId3"/>
          <a:stretch>
            <a:fillRect/>
          </a:stretch>
        </p:blipFill>
        <p:spPr>
          <a:xfrm>
            <a:off x="1012303" y="4859086"/>
            <a:ext cx="6746450" cy="1184290"/>
          </a:xfrm>
          <a:prstGeom prst="rect">
            <a:avLst/>
          </a:prstGeom>
        </p:spPr>
      </p:pic>
    </p:spTree>
    <p:extLst>
      <p:ext uri="{BB962C8B-B14F-4D97-AF65-F5344CB8AC3E}">
        <p14:creationId xmlns:p14="http://schemas.microsoft.com/office/powerpoint/2010/main" val="353590365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828800" y="2819400"/>
            <a:ext cx="52578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6" name="WordArt 2"/>
          <p:cNvSpPr>
            <a:spLocks noChangeArrowheads="1" noChangeShapeType="1" noTextEdit="1"/>
          </p:cNvSpPr>
          <p:nvPr/>
        </p:nvSpPr>
        <p:spPr bwMode="auto">
          <a:xfrm>
            <a:off x="2700338" y="3060700"/>
            <a:ext cx="4138612" cy="21510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Wave1">
              <a:avLst>
                <a:gd name="adj1" fmla="val 6481"/>
                <a:gd name="adj2" fmla="val 0"/>
              </a:avLst>
            </a:prstTxWarp>
          </a:bodyPr>
          <a:lstStyle/>
          <a:p>
            <a:pPr algn="ctr"/>
            <a:r>
              <a:rPr lang="en-US" kern="10" spc="-72">
                <a:solidFill>
                  <a:srgbClr val="1E4649"/>
                </a:solidFill>
                <a:latin typeface="Thorndale"/>
              </a:rPr>
              <a:t> </a:t>
            </a:r>
          </a:p>
        </p:txBody>
      </p:sp>
      <p:sp>
        <p:nvSpPr>
          <p:cNvPr id="8" name="Rectangle 3"/>
          <p:cNvSpPr>
            <a:spLocks noChangeArrowheads="1"/>
          </p:cNvSpPr>
          <p:nvPr/>
        </p:nvSpPr>
        <p:spPr bwMode="auto">
          <a:xfrm>
            <a:off x="4479925" y="2967038"/>
            <a:ext cx="184150"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
        <p:nvSpPr>
          <p:cNvPr id="11" name="Rectangle 10"/>
          <p:cNvSpPr/>
          <p:nvPr/>
        </p:nvSpPr>
        <p:spPr>
          <a:xfrm>
            <a:off x="76200" y="2498003"/>
            <a:ext cx="8991600" cy="646331"/>
          </a:xfrm>
          <a:prstGeom prst="rect">
            <a:avLst/>
          </a:prstGeom>
          <a:noFill/>
        </p:spPr>
        <p:txBody>
          <a:bodyPr lIns="91440" tIns="45720" rIns="91440" bIns="45720" anchor="t">
            <a:spAutoFit/>
          </a:bodyPr>
          <a:lstStyle/>
          <a:p>
            <a:pPr algn="ctr">
              <a:buFont typeface="Times New Roman" pitchFamily="16" charset="0"/>
              <a:buNone/>
              <a:defRPr/>
            </a:pPr>
            <a:r>
              <a:rPr lang="en-US" altLang="en-US" sz="3600" b="1">
                <a:ln w="12700">
                  <a:solidFill>
                    <a:schemeClr val="tx2">
                      <a:satMod val="155000"/>
                    </a:schemeClr>
                  </a:solidFill>
                  <a:prstDash val="solid"/>
                </a:ln>
                <a:solidFill>
                  <a:srgbClr val="002060"/>
                </a:solidFill>
                <a:effectLst>
                  <a:outerShdw blurRad="41275" dist="20320" dir="1800000" algn="tl" rotWithShape="0">
                    <a:srgbClr val="000000">
                      <a:alpha val="40000"/>
                    </a:srgbClr>
                  </a:outerShdw>
                </a:effectLst>
                <a:latin typeface="Calibri"/>
                <a:ea typeface="SimSun"/>
                <a:cs typeface="Calibri"/>
              </a:rPr>
              <a:t>THANK YOU</a:t>
            </a:r>
            <a:endParaRPr lang="en-US" sz="3600" b="1">
              <a:ln w="12700">
                <a:solidFill>
                  <a:srgbClr val="000000">
                    <a:satMod val="155000"/>
                  </a:srgbClr>
                </a:solidFill>
                <a:prstDash val="solid"/>
              </a:ln>
              <a:solidFill>
                <a:srgbClr val="002060"/>
              </a:solidFill>
              <a:effectLst>
                <a:outerShdw blurRad="41275" dist="20320" dir="1800000" algn="tl" rotWithShape="0">
                  <a:srgbClr val="000000">
                    <a:alpha val="40000"/>
                  </a:srgbClr>
                </a:outerShdw>
              </a:effectLst>
              <a:latin typeface="Calibri"/>
              <a:ea typeface="SimSun"/>
              <a:cs typeface="Calibri"/>
            </a:endParaRPr>
          </a:p>
        </p:txBody>
      </p:sp>
      <p:sp>
        <p:nvSpPr>
          <p:cNvPr id="12" name="Rectangle 11"/>
          <p:cNvSpPr/>
          <p:nvPr/>
        </p:nvSpPr>
        <p:spPr>
          <a:xfrm>
            <a:off x="76200" y="3810899"/>
            <a:ext cx="8991600" cy="646331"/>
          </a:xfrm>
          <a:prstGeom prst="rect">
            <a:avLst/>
          </a:prstGeom>
          <a:noFill/>
        </p:spPr>
        <p:txBody>
          <a:bodyPr lIns="91440" tIns="45720" rIns="91440" bIns="45720" anchor="t">
            <a:spAutoFit/>
          </a:bodyPr>
          <a:lstStyle/>
          <a:p>
            <a:pPr algn="ctr">
              <a:buFont typeface="Times New Roman" pitchFamily="16" charset="0"/>
              <a:buNone/>
              <a:defRPr/>
            </a:pPr>
            <a:r>
              <a:rPr lang="en-US" altLang="en-US" sz="3600" b="1">
                <a:ln w="12700">
                  <a:solidFill>
                    <a:schemeClr val="tx2">
                      <a:satMod val="155000"/>
                    </a:schemeClr>
                  </a:solidFill>
                  <a:prstDash val="solid"/>
                </a:ln>
                <a:solidFill>
                  <a:srgbClr val="002060"/>
                </a:solidFill>
                <a:effectLst>
                  <a:outerShdw blurRad="41275" dist="20320" dir="1800000" algn="tl" rotWithShape="0">
                    <a:srgbClr val="000000">
                      <a:alpha val="40000"/>
                    </a:srgbClr>
                  </a:outerShdw>
                </a:effectLst>
                <a:latin typeface="Calibri"/>
                <a:ea typeface="SimSun"/>
                <a:cs typeface="Calibri"/>
              </a:rPr>
              <a:t>ANY QUESTIONS ?</a:t>
            </a:r>
            <a:endParaRPr lang="en-US" sz="3600" b="1">
              <a:ln w="12700">
                <a:solidFill>
                  <a:srgbClr val="000000">
                    <a:satMod val="155000"/>
                  </a:srgbClr>
                </a:solidFill>
                <a:prstDash val="solid"/>
              </a:ln>
              <a:solidFill>
                <a:srgbClr val="002060"/>
              </a:solidFill>
              <a:effectLst>
                <a:outerShdw blurRad="41275" dist="20320" dir="1800000" algn="tl" rotWithShape="0">
                  <a:srgbClr val="000000">
                    <a:alpha val="40000"/>
                  </a:srgbClr>
                </a:outerShdw>
              </a:effectLst>
              <a:latin typeface="Calibri"/>
              <a:ea typeface="SimSun"/>
              <a:cs typeface="Calibri"/>
            </a:endParaRPr>
          </a:p>
        </p:txBody>
      </p:sp>
    </p:spTree>
    <p:extLst>
      <p:ext uri="{BB962C8B-B14F-4D97-AF65-F5344CB8AC3E}">
        <p14:creationId xmlns:p14="http://schemas.microsoft.com/office/powerpoint/2010/main" val="2588652655"/>
      </p:ext>
    </p:extLst>
  </p:cSld>
  <p:clrMapOvr>
    <a:masterClrMapping/>
  </p:clrMapOvr>
  <p:transition>
    <p:fade thruBlk="1"/>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200" b="0" i="0" u="none" strike="noStrike" cap="none" normalizeH="0" baseline="0" smtClean="0">
            <a:ln>
              <a:noFill/>
            </a:ln>
            <a:solidFill>
              <a:schemeClr val="bg1"/>
            </a:solidFill>
            <a:effectLst/>
            <a:latin typeface="Arial" charset="0"/>
            <a:ea typeface="SimSun"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200" b="0" i="0" u="none" strike="noStrike" cap="none" normalizeH="0" baseline="0" smtClean="0">
            <a:ln>
              <a:noFill/>
            </a:ln>
            <a:solidFill>
              <a:schemeClr val="bg1"/>
            </a:solidFill>
            <a:effectLst/>
            <a:latin typeface="Arial" charset="0"/>
            <a:ea typeface="SimSun"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28</Slides>
  <Notes>28</Notes>
  <HiddenSlides>0</HiddenSlide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1_Default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revision>1</cp:revision>
  <cp:lastPrinted>1601-01-01T00:00:00Z</cp:lastPrinted>
  <dcterms:created xsi:type="dcterms:W3CDTF">2005-05-22T08:55:10Z</dcterms:created>
  <dcterms:modified xsi:type="dcterms:W3CDTF">2026-01-13T12:00:24Z</dcterms:modified>
</cp:coreProperties>
</file>