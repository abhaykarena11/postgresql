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672" r:id="rId2"/>
  </p:sldMasterIdLst>
  <p:notesMasterIdLst>
    <p:notesMasterId r:id="rId80"/>
  </p:notesMasterIdLst>
  <p:sldIdLst>
    <p:sldId id="299" r:id="rId3"/>
    <p:sldId id="393" r:id="rId4"/>
    <p:sldId id="300" r:id="rId5"/>
    <p:sldId id="354" r:id="rId6"/>
    <p:sldId id="364" r:id="rId7"/>
    <p:sldId id="365" r:id="rId8"/>
    <p:sldId id="425" r:id="rId9"/>
    <p:sldId id="427" r:id="rId10"/>
    <p:sldId id="429" r:id="rId11"/>
    <p:sldId id="428" r:id="rId12"/>
    <p:sldId id="366" r:id="rId13"/>
    <p:sldId id="367" r:id="rId14"/>
    <p:sldId id="370" r:id="rId15"/>
    <p:sldId id="363" r:id="rId16"/>
    <p:sldId id="355" r:id="rId17"/>
    <p:sldId id="356" r:id="rId18"/>
    <p:sldId id="357" r:id="rId19"/>
    <p:sldId id="358" r:id="rId20"/>
    <p:sldId id="359" r:id="rId21"/>
    <p:sldId id="362" r:id="rId22"/>
    <p:sldId id="318" r:id="rId23"/>
    <p:sldId id="347" r:id="rId24"/>
    <p:sldId id="348" r:id="rId25"/>
    <p:sldId id="349" r:id="rId26"/>
    <p:sldId id="350" r:id="rId27"/>
    <p:sldId id="351" r:id="rId28"/>
    <p:sldId id="352" r:id="rId29"/>
    <p:sldId id="372" r:id="rId30"/>
    <p:sldId id="373" r:id="rId31"/>
    <p:sldId id="374" r:id="rId32"/>
    <p:sldId id="371" r:id="rId33"/>
    <p:sldId id="353" r:id="rId34"/>
    <p:sldId id="375" r:id="rId35"/>
    <p:sldId id="376" r:id="rId36"/>
    <p:sldId id="394" r:id="rId37"/>
    <p:sldId id="395" r:id="rId38"/>
    <p:sldId id="396" r:id="rId39"/>
    <p:sldId id="397" r:id="rId40"/>
    <p:sldId id="398" r:id="rId41"/>
    <p:sldId id="399" r:id="rId42"/>
    <p:sldId id="400" r:id="rId43"/>
    <p:sldId id="401" r:id="rId44"/>
    <p:sldId id="402" r:id="rId45"/>
    <p:sldId id="403" r:id="rId46"/>
    <p:sldId id="377" r:id="rId47"/>
    <p:sldId id="378" r:id="rId48"/>
    <p:sldId id="379" r:id="rId49"/>
    <p:sldId id="380" r:id="rId50"/>
    <p:sldId id="381" r:id="rId51"/>
    <p:sldId id="382" r:id="rId52"/>
    <p:sldId id="385" r:id="rId53"/>
    <p:sldId id="386" r:id="rId54"/>
    <p:sldId id="387" r:id="rId55"/>
    <p:sldId id="388" r:id="rId56"/>
    <p:sldId id="389" r:id="rId57"/>
    <p:sldId id="390" r:id="rId58"/>
    <p:sldId id="391" r:id="rId59"/>
    <p:sldId id="392" r:id="rId60"/>
    <p:sldId id="404" r:id="rId61"/>
    <p:sldId id="406" r:id="rId62"/>
    <p:sldId id="422" r:id="rId63"/>
    <p:sldId id="423" r:id="rId64"/>
    <p:sldId id="424" r:id="rId65"/>
    <p:sldId id="409" r:id="rId66"/>
    <p:sldId id="410" r:id="rId67"/>
    <p:sldId id="411" r:id="rId68"/>
    <p:sldId id="412" r:id="rId69"/>
    <p:sldId id="413" r:id="rId70"/>
    <p:sldId id="414" r:id="rId71"/>
    <p:sldId id="415" r:id="rId72"/>
    <p:sldId id="416" r:id="rId73"/>
    <p:sldId id="417" r:id="rId74"/>
    <p:sldId id="418" r:id="rId75"/>
    <p:sldId id="419" r:id="rId76"/>
    <p:sldId id="420" r:id="rId77"/>
    <p:sldId id="421" r:id="rId78"/>
    <p:sldId id="317" r:id="rId79"/>
  </p:sldIdLst>
  <p:sldSz cx="9144000" cy="6858000" type="screen4x3"/>
  <p:notesSz cx="6858000" cy="91440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64683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25B75-D098-B952-07B1-9E2BDB7D003F}" v="4" dt="2026-01-13T07:40:45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 Kukadiya" userId="S::akhil.kukadiya@tatvasoft.com::f739c6cb-6fd2-470d-a4ab-8ce914b02e38" providerId="AD" clId="Web-{6170754E-3C86-8EFB-D0B9-02230A369347}"/>
    <pc:docChg chg="addSld delSld modSld sldOrd">
      <pc:chgData name="Akhil Kukadiya" userId="S::akhil.kukadiya@tatvasoft.com::f739c6cb-6fd2-470d-a4ab-8ce914b02e38" providerId="AD" clId="Web-{6170754E-3C86-8EFB-D0B9-02230A369347}" dt="2026-01-05T10:19:18.278" v="204" actId="20577"/>
      <pc:docMkLst>
        <pc:docMk/>
      </pc:docMkLst>
      <pc:sldChg chg="modSp">
        <pc:chgData name="Akhil Kukadiya" userId="S::akhil.kukadiya@tatvasoft.com::f739c6cb-6fd2-470d-a4ab-8ce914b02e38" providerId="AD" clId="Web-{6170754E-3C86-8EFB-D0B9-02230A369347}" dt="2026-01-05T09:47:06.525" v="47" actId="20577"/>
        <pc:sldMkLst>
          <pc:docMk/>
          <pc:sldMk cId="4092130073" sldId="393"/>
        </pc:sldMkLst>
        <pc:spChg chg="mod">
          <ac:chgData name="Akhil Kukadiya" userId="S::akhil.kukadiya@tatvasoft.com::f739c6cb-6fd2-470d-a4ab-8ce914b02e38" providerId="AD" clId="Web-{6170754E-3C86-8EFB-D0B9-02230A369347}" dt="2026-01-05T09:47:06.525" v="47" actId="20577"/>
          <ac:spMkLst>
            <pc:docMk/>
            <pc:sldMk cId="4092130073" sldId="393"/>
            <ac:spMk id="4" creationId="{3EA46482-3414-5CA2-CB06-65CD8F1D2EA9}"/>
          </ac:spMkLst>
        </pc:spChg>
      </pc:sldChg>
      <pc:sldChg chg="addSp delSp modSp add replId">
        <pc:chgData name="Akhil Kukadiya" userId="S::akhil.kukadiya@tatvasoft.com::f739c6cb-6fd2-470d-a4ab-8ce914b02e38" providerId="AD" clId="Web-{6170754E-3C86-8EFB-D0B9-02230A369347}" dt="2026-01-05T09:49:08.810" v="89" actId="20577"/>
        <pc:sldMkLst>
          <pc:docMk/>
          <pc:sldMk cId="1602152739" sldId="404"/>
        </pc:sldMkLst>
        <pc:spChg chg="mod">
          <ac:chgData name="Akhil Kukadiya" userId="S::akhil.kukadiya@tatvasoft.com::f739c6cb-6fd2-470d-a4ab-8ce914b02e38" providerId="AD" clId="Web-{6170754E-3C86-8EFB-D0B9-02230A369347}" dt="2026-01-05T09:48:23.433" v="71" actId="20577"/>
          <ac:spMkLst>
            <pc:docMk/>
            <pc:sldMk cId="1602152739" sldId="404"/>
            <ac:spMk id="2" creationId="{30C5139C-2411-5953-A873-1437DB36826B}"/>
          </ac:spMkLst>
        </pc:spChg>
        <pc:spChg chg="mod">
          <ac:chgData name="Akhil Kukadiya" userId="S::akhil.kukadiya@tatvasoft.com::f739c6cb-6fd2-470d-a4ab-8ce914b02e38" providerId="AD" clId="Web-{6170754E-3C86-8EFB-D0B9-02230A369347}" dt="2026-01-05T09:47:46.447" v="57" actId="20577"/>
          <ac:spMkLst>
            <pc:docMk/>
            <pc:sldMk cId="1602152739" sldId="404"/>
            <ac:spMk id="3" creationId="{3097CBDD-DE2B-E037-22D7-C41AE49666E1}"/>
          </ac:spMkLst>
        </pc:spChg>
      </pc:sldChg>
      <pc:sldChg chg="addSp modSp add replId">
        <pc:chgData name="Akhil Kukadiya" userId="S::akhil.kukadiya@tatvasoft.com::f739c6cb-6fd2-470d-a4ab-8ce914b02e38" providerId="AD" clId="Web-{6170754E-3C86-8EFB-D0B9-02230A369347}" dt="2026-01-05T09:51:40.814" v="145" actId="1076"/>
        <pc:sldMkLst>
          <pc:docMk/>
          <pc:sldMk cId="4070960100" sldId="406"/>
        </pc:sldMkLst>
      </pc:sldChg>
    </pc:docChg>
  </pc:docChgLst>
  <pc:docChgLst>
    <pc:chgData name="om.malaviya@etatvasoft.com" userId="S::urn:spo:guest#om.malaviya@etatvasoft.com::" providerId="AD" clId="Web-{5F925B75-D098-B952-07B1-9E2BDB7D003F}"/>
    <pc:docChg chg="addSld delSld">
      <pc:chgData name="om.malaviya@etatvasoft.com" userId="S::urn:spo:guest#om.malaviya@etatvasoft.com::" providerId="AD" clId="Web-{5F925B75-D098-B952-07B1-9E2BDB7D003F}" dt="2026-01-13T07:40:45.851" v="3"/>
      <pc:docMkLst>
        <pc:docMk/>
      </pc:docMkLst>
      <pc:sldChg chg="new del">
        <pc:chgData name="om.malaviya@etatvasoft.com" userId="S::urn:spo:guest#om.malaviya@etatvasoft.com::" providerId="AD" clId="Web-{5F925B75-D098-B952-07B1-9E2BDB7D003F}" dt="2026-01-13T07:40:43.617" v="2"/>
        <pc:sldMkLst>
          <pc:docMk/>
          <pc:sldMk cId="2801899693" sldId="430"/>
        </pc:sldMkLst>
      </pc:sldChg>
      <pc:sldChg chg="add del replId">
        <pc:chgData name="om.malaviya@etatvasoft.com" userId="S::urn:spo:guest#om.malaviya@etatvasoft.com::" providerId="AD" clId="Web-{5F925B75-D098-B952-07B1-9E2BDB7D003F}" dt="2026-01-13T07:40:45.851" v="3"/>
        <pc:sldMkLst>
          <pc:docMk/>
          <pc:sldMk cId="3200437760" sldId="431"/>
        </pc:sldMkLst>
      </pc:sldChg>
    </pc:docChg>
  </pc:docChgLst>
  <pc:docChgLst>
    <pc:chgData name="Parth Modi" userId="S::parth.modi@tatvasoft.com::daa4fcb5-95ba-4aa8-bf2b-a898ea60fc48" providerId="AD" clId="Web-{AFBBD83E-0DB5-9DBD-8C59-18AB4D40E8DF}"/>
    <pc:docChg chg="addSld modSld sldOrd">
      <pc:chgData name="Parth Modi" userId="S::parth.modi@tatvasoft.com::daa4fcb5-95ba-4aa8-bf2b-a898ea60fc48" providerId="AD" clId="Web-{AFBBD83E-0DB5-9DBD-8C59-18AB4D40E8DF}" dt="2026-01-01T10:51:55.787" v="134" actId="20577"/>
      <pc:docMkLst>
        <pc:docMk/>
      </pc:docMkLst>
      <pc:sldChg chg="modSp">
        <pc:chgData name="Parth Modi" userId="S::parth.modi@tatvasoft.com::daa4fcb5-95ba-4aa8-bf2b-a898ea60fc48" providerId="AD" clId="Web-{AFBBD83E-0DB5-9DBD-8C59-18AB4D40E8DF}" dt="2026-01-01T10:35:36.932" v="7" actId="20577"/>
        <pc:sldMkLst>
          <pc:docMk/>
          <pc:sldMk cId="3610702949" sldId="299"/>
        </pc:sldMkLst>
        <pc:spChg chg="mod">
          <ac:chgData name="Parth Modi" userId="S::parth.modi@tatvasoft.com::daa4fcb5-95ba-4aa8-bf2b-a898ea60fc48" providerId="AD" clId="Web-{AFBBD83E-0DB5-9DBD-8C59-18AB4D40E8DF}" dt="2026-01-01T10:35:36.932" v="7" actId="20577"/>
          <ac:spMkLst>
            <pc:docMk/>
            <pc:sldMk cId="3610702949" sldId="299"/>
            <ac:spMk id="2" creationId="{9818273A-033E-22FC-1600-18C371CDD49F}"/>
          </ac:spMkLst>
        </pc:spChg>
      </pc:sldChg>
      <pc:sldChg chg="modSp">
        <pc:chgData name="Parth Modi" userId="S::parth.modi@tatvasoft.com::daa4fcb5-95ba-4aa8-bf2b-a898ea60fc48" providerId="AD" clId="Web-{AFBBD83E-0DB5-9DBD-8C59-18AB4D40E8DF}" dt="2026-01-01T10:38:59.262" v="50"/>
        <pc:sldMkLst>
          <pc:docMk/>
          <pc:sldMk cId="4115986924" sldId="347"/>
        </pc:sldMkLst>
        <pc:picChg chg="mod">
          <ac:chgData name="Parth Modi" userId="S::parth.modi@tatvasoft.com::daa4fcb5-95ba-4aa8-bf2b-a898ea60fc48" providerId="AD" clId="Web-{AFBBD83E-0DB5-9DBD-8C59-18AB4D40E8DF}" dt="2026-01-01T10:38:59.262" v="50"/>
          <ac:picMkLst>
            <pc:docMk/>
            <pc:sldMk cId="4115986924" sldId="347"/>
            <ac:picMk id="5" creationId="{0F00F860-7AE9-E3BC-E72D-5E5CE2749685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9:02.731" v="51"/>
        <pc:sldMkLst>
          <pc:docMk/>
          <pc:sldMk cId="4074718065" sldId="348"/>
        </pc:sldMkLst>
        <pc:picChg chg="mod">
          <ac:chgData name="Parth Modi" userId="S::parth.modi@tatvasoft.com::daa4fcb5-95ba-4aa8-bf2b-a898ea60fc48" providerId="AD" clId="Web-{AFBBD83E-0DB5-9DBD-8C59-18AB4D40E8DF}" dt="2026-01-01T10:39:02.731" v="51"/>
          <ac:picMkLst>
            <pc:docMk/>
            <pc:sldMk cId="4074718065" sldId="348"/>
            <ac:picMk id="2" creationId="{225DF85F-1229-4FCB-FD7A-FC42CDBBA8EE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9:05.637" v="52"/>
        <pc:sldMkLst>
          <pc:docMk/>
          <pc:sldMk cId="1677760017" sldId="349"/>
        </pc:sldMkLst>
        <pc:picChg chg="mod">
          <ac:chgData name="Parth Modi" userId="S::parth.modi@tatvasoft.com::daa4fcb5-95ba-4aa8-bf2b-a898ea60fc48" providerId="AD" clId="Web-{AFBBD83E-0DB5-9DBD-8C59-18AB4D40E8DF}" dt="2026-01-01T10:39:05.637" v="52"/>
          <ac:picMkLst>
            <pc:docMk/>
            <pc:sldMk cId="1677760017" sldId="349"/>
            <ac:picMk id="5" creationId="{50B0678A-5AFB-D59D-A52C-1F129A90913F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43:01.228" v="95" actId="20577"/>
        <pc:sldMkLst>
          <pc:docMk/>
          <pc:sldMk cId="3864561215" sldId="350"/>
        </pc:sldMkLst>
        <pc:spChg chg="mod">
          <ac:chgData name="Parth Modi" userId="S::parth.modi@tatvasoft.com::daa4fcb5-95ba-4aa8-bf2b-a898ea60fc48" providerId="AD" clId="Web-{AFBBD83E-0DB5-9DBD-8C59-18AB4D40E8DF}" dt="2026-01-01T10:43:01.228" v="95" actId="20577"/>
          <ac:spMkLst>
            <pc:docMk/>
            <pc:sldMk cId="3864561215" sldId="350"/>
            <ac:spMk id="4" creationId="{425B3237-2A52-8C38-3690-3085D8376577}"/>
          </ac:spMkLst>
        </pc:spChg>
        <pc:picChg chg="mod">
          <ac:chgData name="Parth Modi" userId="S::parth.modi@tatvasoft.com::daa4fcb5-95ba-4aa8-bf2b-a898ea60fc48" providerId="AD" clId="Web-{AFBBD83E-0DB5-9DBD-8C59-18AB4D40E8DF}" dt="2026-01-01T10:39:08.356" v="53"/>
          <ac:picMkLst>
            <pc:docMk/>
            <pc:sldMk cId="3864561215" sldId="350"/>
            <ac:picMk id="2" creationId="{E757A5FD-20D7-8B92-AB04-C99463EBB74E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9:11.621" v="54"/>
        <pc:sldMkLst>
          <pc:docMk/>
          <pc:sldMk cId="2742861981" sldId="351"/>
        </pc:sldMkLst>
        <pc:picChg chg="mod">
          <ac:chgData name="Parth Modi" userId="S::parth.modi@tatvasoft.com::daa4fcb5-95ba-4aa8-bf2b-a898ea60fc48" providerId="AD" clId="Web-{AFBBD83E-0DB5-9DBD-8C59-18AB4D40E8DF}" dt="2026-01-01T10:39:11.621" v="54"/>
          <ac:picMkLst>
            <pc:docMk/>
            <pc:sldMk cId="2742861981" sldId="351"/>
            <ac:picMk id="5" creationId="{CE99B6D3-3140-08D7-B800-F84DEF1767F2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8:18.402" v="44"/>
        <pc:sldMkLst>
          <pc:docMk/>
          <pc:sldMk cId="1448540417" sldId="355"/>
        </pc:sldMkLst>
        <pc:picChg chg="mod">
          <ac:chgData name="Parth Modi" userId="S::parth.modi@tatvasoft.com::daa4fcb5-95ba-4aa8-bf2b-a898ea60fc48" providerId="AD" clId="Web-{AFBBD83E-0DB5-9DBD-8C59-18AB4D40E8DF}" dt="2026-01-01T10:38:18.402" v="44"/>
          <ac:picMkLst>
            <pc:docMk/>
            <pc:sldMk cId="1448540417" sldId="355"/>
            <ac:picMk id="2" creationId="{08BF0A6E-39FC-9694-80EE-25C8E7F2EF90}"/>
          </ac:picMkLst>
        </pc:picChg>
        <pc:picChg chg="mod">
          <ac:chgData name="Parth Modi" userId="S::parth.modi@tatvasoft.com::daa4fcb5-95ba-4aa8-bf2b-a898ea60fc48" providerId="AD" clId="Web-{AFBBD83E-0DB5-9DBD-8C59-18AB4D40E8DF}" dt="2026-01-01T10:38:16.324" v="43"/>
          <ac:picMkLst>
            <pc:docMk/>
            <pc:sldMk cId="1448540417" sldId="355"/>
            <ac:picMk id="5" creationId="{8594C587-E0A7-62E9-FC00-B8A5E749B6FA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8:26.746" v="47"/>
        <pc:sldMkLst>
          <pc:docMk/>
          <pc:sldMk cId="1767804512" sldId="356"/>
        </pc:sldMkLst>
        <pc:picChg chg="mod">
          <ac:chgData name="Parth Modi" userId="S::parth.modi@tatvasoft.com::daa4fcb5-95ba-4aa8-bf2b-a898ea60fc48" providerId="AD" clId="Web-{AFBBD83E-0DB5-9DBD-8C59-18AB4D40E8DF}" dt="2026-01-01T10:38:24.887" v="46"/>
          <ac:picMkLst>
            <pc:docMk/>
            <pc:sldMk cId="1767804512" sldId="356"/>
            <ac:picMk id="6" creationId="{48C67277-E23B-B636-BB46-D9AD4C02769C}"/>
          </ac:picMkLst>
        </pc:picChg>
        <pc:picChg chg="mod">
          <ac:chgData name="Parth Modi" userId="S::parth.modi@tatvasoft.com::daa4fcb5-95ba-4aa8-bf2b-a898ea60fc48" providerId="AD" clId="Web-{AFBBD83E-0DB5-9DBD-8C59-18AB4D40E8DF}" dt="2026-01-01T10:38:26.746" v="47"/>
          <ac:picMkLst>
            <pc:docMk/>
            <pc:sldMk cId="1767804512" sldId="356"/>
            <ac:picMk id="7" creationId="{C8E853B5-C69F-2C7B-A830-72F3F1C55B87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8:29.637" v="48"/>
        <pc:sldMkLst>
          <pc:docMk/>
          <pc:sldMk cId="1934583974" sldId="357"/>
        </pc:sldMkLst>
        <pc:picChg chg="mod">
          <ac:chgData name="Parth Modi" userId="S::parth.modi@tatvasoft.com::daa4fcb5-95ba-4aa8-bf2b-a898ea60fc48" providerId="AD" clId="Web-{AFBBD83E-0DB5-9DBD-8C59-18AB4D40E8DF}" dt="2026-01-01T10:38:22.153" v="45"/>
          <ac:picMkLst>
            <pc:docMk/>
            <pc:sldMk cId="1934583974" sldId="357"/>
            <ac:picMk id="2" creationId="{E05A9D4F-7878-8001-D6A0-913E5DBBA787}"/>
          </ac:picMkLst>
        </pc:picChg>
        <pc:picChg chg="mod">
          <ac:chgData name="Parth Modi" userId="S::parth.modi@tatvasoft.com::daa4fcb5-95ba-4aa8-bf2b-a898ea60fc48" providerId="AD" clId="Web-{AFBBD83E-0DB5-9DBD-8C59-18AB4D40E8DF}" dt="2026-01-01T10:38:29.637" v="48"/>
          <ac:picMkLst>
            <pc:docMk/>
            <pc:sldMk cId="1934583974" sldId="357"/>
            <ac:picMk id="5" creationId="{D78D57CA-47B0-6C14-B970-DF8CA0D77DA2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8:34.793" v="49"/>
        <pc:sldMkLst>
          <pc:docMk/>
          <pc:sldMk cId="779712943" sldId="359"/>
        </pc:sldMkLst>
        <pc:picChg chg="mod">
          <ac:chgData name="Parth Modi" userId="S::parth.modi@tatvasoft.com::daa4fcb5-95ba-4aa8-bf2b-a898ea60fc48" providerId="AD" clId="Web-{AFBBD83E-0DB5-9DBD-8C59-18AB4D40E8DF}" dt="2026-01-01T10:38:34.793" v="49"/>
          <ac:picMkLst>
            <pc:docMk/>
            <pc:sldMk cId="779712943" sldId="359"/>
            <ac:picMk id="2" creationId="{20F0B64A-4763-F308-351D-2C3874DEBC6C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7:58.762" v="39"/>
        <pc:sldMkLst>
          <pc:docMk/>
          <pc:sldMk cId="893795697" sldId="364"/>
        </pc:sldMkLst>
        <pc:picChg chg="mod">
          <ac:chgData name="Parth Modi" userId="S::parth.modi@tatvasoft.com::daa4fcb5-95ba-4aa8-bf2b-a898ea60fc48" providerId="AD" clId="Web-{AFBBD83E-0DB5-9DBD-8C59-18AB4D40E8DF}" dt="2026-01-01T10:37:58.762" v="39"/>
          <ac:picMkLst>
            <pc:docMk/>
            <pc:sldMk cId="893795697" sldId="364"/>
            <ac:picMk id="2" creationId="{E2D9EA41-0AEA-DEF6-4163-73D0EBFA8E35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8:02.168" v="40"/>
        <pc:sldMkLst>
          <pc:docMk/>
          <pc:sldMk cId="3346337561" sldId="365"/>
        </pc:sldMkLst>
      </pc:sldChg>
      <pc:sldChg chg="modSp">
        <pc:chgData name="Parth Modi" userId="S::parth.modi@tatvasoft.com::daa4fcb5-95ba-4aa8-bf2b-a898ea60fc48" providerId="AD" clId="Web-{AFBBD83E-0DB5-9DBD-8C59-18AB4D40E8DF}" dt="2026-01-01T10:38:06.184" v="41"/>
        <pc:sldMkLst>
          <pc:docMk/>
          <pc:sldMk cId="3768052557" sldId="366"/>
        </pc:sldMkLst>
        <pc:picChg chg="mod">
          <ac:chgData name="Parth Modi" userId="S::parth.modi@tatvasoft.com::daa4fcb5-95ba-4aa8-bf2b-a898ea60fc48" providerId="AD" clId="Web-{AFBBD83E-0DB5-9DBD-8C59-18AB4D40E8DF}" dt="2026-01-01T10:38:06.184" v="41"/>
          <ac:picMkLst>
            <pc:docMk/>
            <pc:sldMk cId="3768052557" sldId="366"/>
            <ac:picMk id="2" creationId="{F067856E-A90C-F65F-AEA4-51743F428D49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8:10.356" v="42"/>
        <pc:sldMkLst>
          <pc:docMk/>
          <pc:sldMk cId="732360158" sldId="367"/>
        </pc:sldMkLst>
        <pc:picChg chg="mod">
          <ac:chgData name="Parth Modi" userId="S::parth.modi@tatvasoft.com::daa4fcb5-95ba-4aa8-bf2b-a898ea60fc48" providerId="AD" clId="Web-{AFBBD83E-0DB5-9DBD-8C59-18AB4D40E8DF}" dt="2026-01-01T10:38:10.356" v="42"/>
          <ac:picMkLst>
            <pc:docMk/>
            <pc:sldMk cId="732360158" sldId="367"/>
            <ac:picMk id="5" creationId="{5E35DEEB-8A12-D115-C549-CBD077468EA0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9:28.715" v="58"/>
        <pc:sldMkLst>
          <pc:docMk/>
          <pc:sldMk cId="1899743609" sldId="371"/>
        </pc:sldMkLst>
        <pc:picChg chg="mod">
          <ac:chgData name="Parth Modi" userId="S::parth.modi@tatvasoft.com::daa4fcb5-95ba-4aa8-bf2b-a898ea60fc48" providerId="AD" clId="Web-{AFBBD83E-0DB5-9DBD-8C59-18AB4D40E8DF}" dt="2026-01-01T10:39:28.715" v="58"/>
          <ac:picMkLst>
            <pc:docMk/>
            <pc:sldMk cId="1899743609" sldId="371"/>
            <ac:picMk id="2" creationId="{03602E55-EB83-FEED-E50C-ABD66E95BD38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9:21.309" v="56"/>
        <pc:sldMkLst>
          <pc:docMk/>
          <pc:sldMk cId="1169970373" sldId="372"/>
        </pc:sldMkLst>
        <pc:picChg chg="mod">
          <ac:chgData name="Parth Modi" userId="S::parth.modi@tatvasoft.com::daa4fcb5-95ba-4aa8-bf2b-a898ea60fc48" providerId="AD" clId="Web-{AFBBD83E-0DB5-9DBD-8C59-18AB4D40E8DF}" dt="2026-01-01T10:39:19.496" v="55"/>
          <ac:picMkLst>
            <pc:docMk/>
            <pc:sldMk cId="1169970373" sldId="372"/>
            <ac:picMk id="2" creationId="{9B525FEB-2740-8DAD-2277-6E0285C47F10}"/>
          </ac:picMkLst>
        </pc:picChg>
        <pc:picChg chg="mod">
          <ac:chgData name="Parth Modi" userId="S::parth.modi@tatvasoft.com::daa4fcb5-95ba-4aa8-bf2b-a898ea60fc48" providerId="AD" clId="Web-{AFBBD83E-0DB5-9DBD-8C59-18AB4D40E8DF}" dt="2026-01-01T10:39:21.309" v="56"/>
          <ac:picMkLst>
            <pc:docMk/>
            <pc:sldMk cId="1169970373" sldId="372"/>
            <ac:picMk id="5" creationId="{34293F66-B7B0-7F5D-42D1-93C6B745204B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9:24.590" v="57"/>
        <pc:sldMkLst>
          <pc:docMk/>
          <pc:sldMk cId="3932013448" sldId="373"/>
        </pc:sldMkLst>
        <pc:picChg chg="mod">
          <ac:chgData name="Parth Modi" userId="S::parth.modi@tatvasoft.com::daa4fcb5-95ba-4aa8-bf2b-a898ea60fc48" providerId="AD" clId="Web-{AFBBD83E-0DB5-9DBD-8C59-18AB4D40E8DF}" dt="2026-01-01T10:39:24.590" v="57"/>
          <ac:picMkLst>
            <pc:docMk/>
            <pc:sldMk cId="3932013448" sldId="373"/>
            <ac:picMk id="6" creationId="{01766967-3431-746D-50BA-53C3859E8BA5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9:38.668" v="59"/>
        <pc:sldMkLst>
          <pc:docMk/>
          <pc:sldMk cId="1886690478" sldId="376"/>
        </pc:sldMkLst>
        <pc:picChg chg="mod">
          <ac:chgData name="Parth Modi" userId="S::parth.modi@tatvasoft.com::daa4fcb5-95ba-4aa8-bf2b-a898ea60fc48" providerId="AD" clId="Web-{AFBBD83E-0DB5-9DBD-8C59-18AB4D40E8DF}" dt="2026-01-01T10:39:38.668" v="59"/>
          <ac:picMkLst>
            <pc:docMk/>
            <pc:sldMk cId="1886690478" sldId="376"/>
            <ac:picMk id="2" creationId="{BE1A21B0-0EFD-77CB-61B4-C9145C09E977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47:28.969" v="100" actId="1076"/>
        <pc:sldMkLst>
          <pc:docMk/>
          <pc:sldMk cId="475761271" sldId="377"/>
        </pc:sldMkLst>
        <pc:spChg chg="mod">
          <ac:chgData name="Parth Modi" userId="S::parth.modi@tatvasoft.com::daa4fcb5-95ba-4aa8-bf2b-a898ea60fc48" providerId="AD" clId="Web-{AFBBD83E-0DB5-9DBD-8C59-18AB4D40E8DF}" dt="2026-01-01T10:47:28.969" v="100" actId="1076"/>
          <ac:spMkLst>
            <pc:docMk/>
            <pc:sldMk cId="475761271" sldId="377"/>
            <ac:spMk id="3" creationId="{66E77E5E-E7CC-11AE-2652-0362103D51AF}"/>
          </ac:spMkLst>
        </pc:spChg>
      </pc:sldChg>
      <pc:sldChg chg="modSp">
        <pc:chgData name="Parth Modi" userId="S::parth.modi@tatvasoft.com::daa4fcb5-95ba-4aa8-bf2b-a898ea60fc48" providerId="AD" clId="Web-{AFBBD83E-0DB5-9DBD-8C59-18AB4D40E8DF}" dt="2026-01-01T10:39:48.543" v="62"/>
        <pc:sldMkLst>
          <pc:docMk/>
          <pc:sldMk cId="3389552020" sldId="379"/>
        </pc:sldMkLst>
        <pc:picChg chg="mod">
          <ac:chgData name="Parth Modi" userId="S::parth.modi@tatvasoft.com::daa4fcb5-95ba-4aa8-bf2b-a898ea60fc48" providerId="AD" clId="Web-{AFBBD83E-0DB5-9DBD-8C59-18AB4D40E8DF}" dt="2026-01-01T10:39:44.575" v="60"/>
          <ac:picMkLst>
            <pc:docMk/>
            <pc:sldMk cId="3389552020" sldId="379"/>
            <ac:picMk id="4" creationId="{BD23A509-6198-6EEF-DB65-4AC9DF66EE06}"/>
          </ac:picMkLst>
        </pc:picChg>
        <pc:picChg chg="mod">
          <ac:chgData name="Parth Modi" userId="S::parth.modi@tatvasoft.com::daa4fcb5-95ba-4aa8-bf2b-a898ea60fc48" providerId="AD" clId="Web-{AFBBD83E-0DB5-9DBD-8C59-18AB4D40E8DF}" dt="2026-01-01T10:39:46.575" v="61"/>
          <ac:picMkLst>
            <pc:docMk/>
            <pc:sldMk cId="3389552020" sldId="379"/>
            <ac:picMk id="5" creationId="{2F8E7C15-1BB9-A75A-5619-A6DD32204B07}"/>
          </ac:picMkLst>
        </pc:picChg>
        <pc:picChg chg="mod">
          <ac:chgData name="Parth Modi" userId="S::parth.modi@tatvasoft.com::daa4fcb5-95ba-4aa8-bf2b-a898ea60fc48" providerId="AD" clId="Web-{AFBBD83E-0DB5-9DBD-8C59-18AB4D40E8DF}" dt="2026-01-01T10:39:48.543" v="62"/>
          <ac:picMkLst>
            <pc:docMk/>
            <pc:sldMk cId="3389552020" sldId="379"/>
            <ac:picMk id="6" creationId="{24BCF455-2626-F924-4E74-295B44170EA2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9:52.106" v="63"/>
        <pc:sldMkLst>
          <pc:docMk/>
          <pc:sldMk cId="2300389835" sldId="380"/>
        </pc:sldMkLst>
        <pc:picChg chg="mod">
          <ac:chgData name="Parth Modi" userId="S::parth.modi@tatvasoft.com::daa4fcb5-95ba-4aa8-bf2b-a898ea60fc48" providerId="AD" clId="Web-{AFBBD83E-0DB5-9DBD-8C59-18AB4D40E8DF}" dt="2026-01-01T10:39:52.106" v="63"/>
          <ac:picMkLst>
            <pc:docMk/>
            <pc:sldMk cId="2300389835" sldId="380"/>
            <ac:picMk id="2" creationId="{90B7CEB3-CB86-9AA6-E29F-0D3DF8FE5D72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9:55.215" v="64"/>
        <pc:sldMkLst>
          <pc:docMk/>
          <pc:sldMk cId="142016692" sldId="381"/>
        </pc:sldMkLst>
        <pc:picChg chg="mod">
          <ac:chgData name="Parth Modi" userId="S::parth.modi@tatvasoft.com::daa4fcb5-95ba-4aa8-bf2b-a898ea60fc48" providerId="AD" clId="Web-{AFBBD83E-0DB5-9DBD-8C59-18AB4D40E8DF}" dt="2026-01-01T10:39:55.215" v="64"/>
          <ac:picMkLst>
            <pc:docMk/>
            <pc:sldMk cId="142016692" sldId="381"/>
            <ac:picMk id="4" creationId="{2E0DFDD2-7314-C9E2-84FB-5A66169C20E9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39:59.903" v="66"/>
        <pc:sldMkLst>
          <pc:docMk/>
          <pc:sldMk cId="1434561451" sldId="382"/>
        </pc:sldMkLst>
        <pc:picChg chg="mod">
          <ac:chgData name="Parth Modi" userId="S::parth.modi@tatvasoft.com::daa4fcb5-95ba-4aa8-bf2b-a898ea60fc48" providerId="AD" clId="Web-{AFBBD83E-0DB5-9DBD-8C59-18AB4D40E8DF}" dt="2026-01-01T10:39:58.059" v="65"/>
          <ac:picMkLst>
            <pc:docMk/>
            <pc:sldMk cId="1434561451" sldId="382"/>
            <ac:picMk id="6" creationId="{3EF5822B-92F4-7DC4-F5E1-C24A5FA8D5B7}"/>
          </ac:picMkLst>
        </pc:picChg>
        <pc:picChg chg="mod">
          <ac:chgData name="Parth Modi" userId="S::parth.modi@tatvasoft.com::daa4fcb5-95ba-4aa8-bf2b-a898ea60fc48" providerId="AD" clId="Web-{AFBBD83E-0DB5-9DBD-8C59-18AB4D40E8DF}" dt="2026-01-01T10:39:59.903" v="66"/>
          <ac:picMkLst>
            <pc:docMk/>
            <pc:sldMk cId="1434561451" sldId="382"/>
            <ac:picMk id="8" creationId="{23950CA2-9248-D820-C5DD-3B28FB73CD30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40:03.434" v="67"/>
        <pc:sldMkLst>
          <pc:docMk/>
          <pc:sldMk cId="1542477637" sldId="385"/>
        </pc:sldMkLst>
        <pc:picChg chg="mod">
          <ac:chgData name="Parth Modi" userId="S::parth.modi@tatvasoft.com::daa4fcb5-95ba-4aa8-bf2b-a898ea60fc48" providerId="AD" clId="Web-{AFBBD83E-0DB5-9DBD-8C59-18AB4D40E8DF}" dt="2026-01-01T10:40:03.434" v="67"/>
          <ac:picMkLst>
            <pc:docMk/>
            <pc:sldMk cId="1542477637" sldId="385"/>
            <ac:picMk id="7" creationId="{5DB80AD2-02FE-C30A-1BDB-428A5E8E54BE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40:06.856" v="68"/>
        <pc:sldMkLst>
          <pc:docMk/>
          <pc:sldMk cId="2391346630" sldId="386"/>
        </pc:sldMkLst>
        <pc:picChg chg="mod">
          <ac:chgData name="Parth Modi" userId="S::parth.modi@tatvasoft.com::daa4fcb5-95ba-4aa8-bf2b-a898ea60fc48" providerId="AD" clId="Web-{AFBBD83E-0DB5-9DBD-8C59-18AB4D40E8DF}" dt="2026-01-01T10:40:06.856" v="68"/>
          <ac:picMkLst>
            <pc:docMk/>
            <pc:sldMk cId="2391346630" sldId="386"/>
            <ac:picMk id="6" creationId="{6FD93E31-B690-94A8-45AB-D50030C07B13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40:09.106" v="69"/>
        <pc:sldMkLst>
          <pc:docMk/>
          <pc:sldMk cId="3574880438" sldId="387"/>
        </pc:sldMkLst>
        <pc:picChg chg="mod">
          <ac:chgData name="Parth Modi" userId="S::parth.modi@tatvasoft.com::daa4fcb5-95ba-4aa8-bf2b-a898ea60fc48" providerId="AD" clId="Web-{AFBBD83E-0DB5-9DBD-8C59-18AB4D40E8DF}" dt="2026-01-01T10:40:09.106" v="69"/>
          <ac:picMkLst>
            <pc:docMk/>
            <pc:sldMk cId="3574880438" sldId="387"/>
            <ac:picMk id="5" creationId="{E25C865B-59B0-5A8B-19E0-109B2892AF44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40:11.684" v="70"/>
        <pc:sldMkLst>
          <pc:docMk/>
          <pc:sldMk cId="855505410" sldId="388"/>
        </pc:sldMkLst>
        <pc:picChg chg="mod">
          <ac:chgData name="Parth Modi" userId="S::parth.modi@tatvasoft.com::daa4fcb5-95ba-4aa8-bf2b-a898ea60fc48" providerId="AD" clId="Web-{AFBBD83E-0DB5-9DBD-8C59-18AB4D40E8DF}" dt="2026-01-01T10:40:11.684" v="70"/>
          <ac:picMkLst>
            <pc:docMk/>
            <pc:sldMk cId="855505410" sldId="388"/>
            <ac:picMk id="7" creationId="{B0D4FDCD-C9BB-BFF9-BFE0-035445418A1E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40:15.028" v="71"/>
        <pc:sldMkLst>
          <pc:docMk/>
          <pc:sldMk cId="3079644588" sldId="389"/>
        </pc:sldMkLst>
        <pc:picChg chg="mod">
          <ac:chgData name="Parth Modi" userId="S::parth.modi@tatvasoft.com::daa4fcb5-95ba-4aa8-bf2b-a898ea60fc48" providerId="AD" clId="Web-{AFBBD83E-0DB5-9DBD-8C59-18AB4D40E8DF}" dt="2026-01-01T10:40:15.028" v="71"/>
          <ac:picMkLst>
            <pc:docMk/>
            <pc:sldMk cId="3079644588" sldId="389"/>
            <ac:picMk id="6" creationId="{2BABDECE-AB93-D79A-5231-9E5B86EEF8E1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40:18.856" v="72"/>
        <pc:sldMkLst>
          <pc:docMk/>
          <pc:sldMk cId="271117805" sldId="390"/>
        </pc:sldMkLst>
        <pc:picChg chg="mod">
          <ac:chgData name="Parth Modi" userId="S::parth.modi@tatvasoft.com::daa4fcb5-95ba-4aa8-bf2b-a898ea60fc48" providerId="AD" clId="Web-{AFBBD83E-0DB5-9DBD-8C59-18AB4D40E8DF}" dt="2026-01-01T10:40:18.856" v="72"/>
          <ac:picMkLst>
            <pc:docMk/>
            <pc:sldMk cId="271117805" sldId="390"/>
            <ac:picMk id="5" creationId="{D92E16EF-BAB7-22D1-BC96-71DD244950F5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40:22.168" v="73"/>
        <pc:sldMkLst>
          <pc:docMk/>
          <pc:sldMk cId="4244431255" sldId="391"/>
        </pc:sldMkLst>
        <pc:picChg chg="mod">
          <ac:chgData name="Parth Modi" userId="S::parth.modi@tatvasoft.com::daa4fcb5-95ba-4aa8-bf2b-a898ea60fc48" providerId="AD" clId="Web-{AFBBD83E-0DB5-9DBD-8C59-18AB4D40E8DF}" dt="2026-01-01T10:40:22.168" v="73"/>
          <ac:picMkLst>
            <pc:docMk/>
            <pc:sldMk cId="4244431255" sldId="391"/>
            <ac:picMk id="4" creationId="{23D2A88C-0E05-5659-6EF4-D832592FF8D5}"/>
          </ac:picMkLst>
        </pc:picChg>
      </pc:sldChg>
      <pc:sldChg chg="modSp">
        <pc:chgData name="Parth Modi" userId="S::parth.modi@tatvasoft.com::daa4fcb5-95ba-4aa8-bf2b-a898ea60fc48" providerId="AD" clId="Web-{AFBBD83E-0DB5-9DBD-8C59-18AB4D40E8DF}" dt="2026-01-01T10:40:26.153" v="74"/>
        <pc:sldMkLst>
          <pc:docMk/>
          <pc:sldMk cId="3488863819" sldId="392"/>
        </pc:sldMkLst>
        <pc:picChg chg="mod">
          <ac:chgData name="Parth Modi" userId="S::parth.modi@tatvasoft.com::daa4fcb5-95ba-4aa8-bf2b-a898ea60fc48" providerId="AD" clId="Web-{AFBBD83E-0DB5-9DBD-8C59-18AB4D40E8DF}" dt="2026-01-01T10:40:26.153" v="74"/>
          <ac:picMkLst>
            <pc:docMk/>
            <pc:sldMk cId="3488863819" sldId="392"/>
            <ac:picMk id="5" creationId="{EB80AD36-6EA6-ED7A-8A7A-380CEA218B7C}"/>
          </ac:picMkLst>
        </pc:picChg>
      </pc:sldChg>
      <pc:sldChg chg="addSp delSp modSp add ord replId">
        <pc:chgData name="Parth Modi" userId="S::parth.modi@tatvasoft.com::daa4fcb5-95ba-4aa8-bf2b-a898ea60fc48" providerId="AD" clId="Web-{AFBBD83E-0DB5-9DBD-8C59-18AB4D40E8DF}" dt="2026-01-01T10:51:55.787" v="134" actId="20577"/>
        <pc:sldMkLst>
          <pc:docMk/>
          <pc:sldMk cId="4092130073" sldId="393"/>
        </pc:sldMkLst>
        <pc:spChg chg="mod">
          <ac:chgData name="Parth Modi" userId="S::parth.modi@tatvasoft.com::daa4fcb5-95ba-4aa8-bf2b-a898ea60fc48" providerId="AD" clId="Web-{AFBBD83E-0DB5-9DBD-8C59-18AB4D40E8DF}" dt="2026-01-01T10:36:15.089" v="14" actId="20577"/>
          <ac:spMkLst>
            <pc:docMk/>
            <pc:sldMk cId="4092130073" sldId="393"/>
            <ac:spMk id="3" creationId="{793CC428-40FB-4E20-F8F6-FAEA2702A1B5}"/>
          </ac:spMkLst>
        </pc:spChg>
        <pc:spChg chg="add mod">
          <ac:chgData name="Parth Modi" userId="S::parth.modi@tatvasoft.com::daa4fcb5-95ba-4aa8-bf2b-a898ea60fc48" providerId="AD" clId="Web-{AFBBD83E-0DB5-9DBD-8C59-18AB4D40E8DF}" dt="2026-01-01T10:51:55.787" v="134" actId="20577"/>
          <ac:spMkLst>
            <pc:docMk/>
            <pc:sldMk cId="4092130073" sldId="393"/>
            <ac:spMk id="4" creationId="{3EA46482-3414-5CA2-CB06-65CD8F1D2EA9}"/>
          </ac:spMkLst>
        </pc:spChg>
      </pc:sldChg>
    </pc:docChg>
  </pc:docChgLst>
  <pc:docChgLst>
    <pc:chgData name="Akhil Kukadiya" userId="S::akhil.kukadiya@tatvasoft.com::f739c6cb-6fd2-470d-a4ab-8ce914b02e38" providerId="AD" clId="Web-{312E9A90-8CD5-55C9-2916-57B5F2436E7A}"/>
    <pc:docChg chg="addSld delSld modSld sldOrd">
      <pc:chgData name="Akhil Kukadiya" userId="S::akhil.kukadiya@tatvasoft.com::f739c6cb-6fd2-470d-a4ab-8ce914b02e38" providerId="AD" clId="Web-{312E9A90-8CD5-55C9-2916-57B5F2436E7A}" dt="2025-12-30T12:02:26.581" v="1897"/>
      <pc:docMkLst>
        <pc:docMk/>
      </pc:docMkLst>
      <pc:sldChg chg="modSp">
        <pc:chgData name="Akhil Kukadiya" userId="S::akhil.kukadiya@tatvasoft.com::f739c6cb-6fd2-470d-a4ab-8ce914b02e38" providerId="AD" clId="Web-{312E9A90-8CD5-55C9-2916-57B5F2436E7A}" dt="2025-12-30T06:43:42.975" v="68" actId="20577"/>
        <pc:sldMkLst>
          <pc:docMk/>
          <pc:sldMk cId="3610702949" sldId="299"/>
        </pc:sldMkLst>
        <pc:spChg chg="mod">
          <ac:chgData name="Akhil Kukadiya" userId="S::akhil.kukadiya@tatvasoft.com::f739c6cb-6fd2-470d-a4ab-8ce914b02e38" providerId="AD" clId="Web-{312E9A90-8CD5-55C9-2916-57B5F2436E7A}" dt="2025-12-30T06:43:42.975" v="68" actId="20577"/>
          <ac:spMkLst>
            <pc:docMk/>
            <pc:sldMk cId="3610702949" sldId="299"/>
            <ac:spMk id="2" creationId="{9818273A-033E-22FC-1600-18C371CDD49F}"/>
          </ac:spMkLst>
        </pc:spChg>
      </pc:sldChg>
      <pc:sldChg chg="modSp">
        <pc:chgData name="Akhil Kukadiya" userId="S::akhil.kukadiya@tatvasoft.com::f739c6cb-6fd2-470d-a4ab-8ce914b02e38" providerId="AD" clId="Web-{312E9A90-8CD5-55C9-2916-57B5F2436E7A}" dt="2025-12-30T09:19:34.858" v="649" actId="20577"/>
        <pc:sldMkLst>
          <pc:docMk/>
          <pc:sldMk cId="2182333227" sldId="300"/>
        </pc:sldMkLst>
        <pc:spChg chg="mod">
          <ac:chgData name="Akhil Kukadiya" userId="S::akhil.kukadiya@tatvasoft.com::f739c6cb-6fd2-470d-a4ab-8ce914b02e38" providerId="AD" clId="Web-{312E9A90-8CD5-55C9-2916-57B5F2436E7A}" dt="2025-12-30T09:19:34.858" v="649" actId="20577"/>
          <ac:spMkLst>
            <pc:docMk/>
            <pc:sldMk cId="2182333227" sldId="300"/>
            <ac:spMk id="2" creationId="{6BD8D2E6-41C6-CBA5-4F04-30EA59B309C8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6:49:49.709" v="81" actId="20577"/>
          <ac:spMkLst>
            <pc:docMk/>
            <pc:sldMk cId="2182333227" sldId="300"/>
            <ac:spMk id="3" creationId="{1D2E9C93-3002-C352-FC29-67E064F46CA5}"/>
          </ac:spMkLst>
        </pc:spChg>
      </pc:sldChg>
      <pc:sldChg chg="modSp">
        <pc:chgData name="Akhil Kukadiya" userId="S::akhil.kukadiya@tatvasoft.com::f739c6cb-6fd2-470d-a4ab-8ce914b02e38" providerId="AD" clId="Web-{312E9A90-8CD5-55C9-2916-57B5F2436E7A}" dt="2025-12-30T11:53:36.240" v="1867" actId="20577"/>
        <pc:sldMkLst>
          <pc:docMk/>
          <pc:sldMk cId="3703177003" sldId="318"/>
        </pc:sldMkLst>
        <pc:spChg chg="mod">
          <ac:chgData name="Akhil Kukadiya" userId="S::akhil.kukadiya@tatvasoft.com::f739c6cb-6fd2-470d-a4ab-8ce914b02e38" providerId="AD" clId="Web-{312E9A90-8CD5-55C9-2916-57B5F2436E7A}" dt="2025-12-30T06:51:32.162" v="106" actId="20577"/>
          <ac:spMkLst>
            <pc:docMk/>
            <pc:sldMk cId="3703177003" sldId="318"/>
            <ac:spMk id="3" creationId="{B73D08E6-ECD1-0C5A-0BD8-42F38ECC7ABF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53:36.240" v="1867" actId="20577"/>
          <ac:spMkLst>
            <pc:docMk/>
            <pc:sldMk cId="3703177003" sldId="318"/>
            <ac:spMk id="4" creationId="{7BC958F2-2B8D-807E-7CC9-1560837AA38F}"/>
          </ac:spMkLst>
        </pc:sp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53:44.772" v="1869"/>
        <pc:sldMkLst>
          <pc:docMk/>
          <pc:sldMk cId="4115986924" sldId="347"/>
        </pc:sldMkLst>
        <pc:spChg chg="mod">
          <ac:chgData name="Akhil Kukadiya" userId="S::akhil.kukadiya@tatvasoft.com::f739c6cb-6fd2-470d-a4ab-8ce914b02e38" providerId="AD" clId="Web-{312E9A90-8CD5-55C9-2916-57B5F2436E7A}" dt="2025-12-30T06:51:23.162" v="104" actId="20577"/>
          <ac:spMkLst>
            <pc:docMk/>
            <pc:sldMk cId="4115986924" sldId="347"/>
            <ac:spMk id="3" creationId="{AE66AB58-D7F7-F8B6-8FBF-F5F6EB6DDA6D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6:58:21.129" v="141" actId="20577"/>
          <ac:spMkLst>
            <pc:docMk/>
            <pc:sldMk cId="4115986924" sldId="347"/>
            <ac:spMk id="4" creationId="{3C4A4608-3939-8AB8-7CF8-83F659BD9C88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53:44.772" v="1869"/>
          <ac:picMkLst>
            <pc:docMk/>
            <pc:sldMk cId="4115986924" sldId="347"/>
            <ac:picMk id="5" creationId="{0F00F860-7AE9-E3BC-E72D-5E5CE2749685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53:57.928" v="1871"/>
        <pc:sldMkLst>
          <pc:docMk/>
          <pc:sldMk cId="4074718065" sldId="348"/>
        </pc:sldMkLst>
        <pc:spChg chg="mod">
          <ac:chgData name="Akhil Kukadiya" userId="S::akhil.kukadiya@tatvasoft.com::f739c6cb-6fd2-470d-a4ab-8ce914b02e38" providerId="AD" clId="Web-{312E9A90-8CD5-55C9-2916-57B5F2436E7A}" dt="2025-12-30T08:17:48.578" v="148" actId="20577"/>
          <ac:spMkLst>
            <pc:docMk/>
            <pc:sldMk cId="4074718065" sldId="348"/>
            <ac:spMk id="3" creationId="{6A4B7FDE-F80B-0D4E-ABF2-3B77298E9BA9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8:19:37.774" v="176" actId="20577"/>
          <ac:spMkLst>
            <pc:docMk/>
            <pc:sldMk cId="4074718065" sldId="348"/>
            <ac:spMk id="4" creationId="{FE645308-32EB-1454-4FEE-11D6691F4540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53:57.928" v="1871"/>
          <ac:picMkLst>
            <pc:docMk/>
            <pc:sldMk cId="4074718065" sldId="348"/>
            <ac:picMk id="2" creationId="{225DF85F-1229-4FCB-FD7A-FC42CDBBA8EE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54:08.522" v="1873"/>
        <pc:sldMkLst>
          <pc:docMk/>
          <pc:sldMk cId="1677760017" sldId="349"/>
        </pc:sldMkLst>
        <pc:spChg chg="mod">
          <ac:chgData name="Akhil Kukadiya" userId="S::akhil.kukadiya@tatvasoft.com::f739c6cb-6fd2-470d-a4ab-8ce914b02e38" providerId="AD" clId="Web-{312E9A90-8CD5-55C9-2916-57B5F2436E7A}" dt="2025-12-30T08:18:57.959" v="158" actId="20577"/>
          <ac:spMkLst>
            <pc:docMk/>
            <pc:sldMk cId="1677760017" sldId="349"/>
            <ac:spMk id="3" creationId="{EB2D85F0-9149-FC9D-DD1D-630E0D99E947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8:20:32.667" v="187" actId="20577"/>
          <ac:spMkLst>
            <pc:docMk/>
            <pc:sldMk cId="1677760017" sldId="349"/>
            <ac:spMk id="4" creationId="{D9A7C77C-C7FD-001E-9B9B-071E56828F49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54:08.522" v="1873"/>
          <ac:picMkLst>
            <pc:docMk/>
            <pc:sldMk cId="1677760017" sldId="349"/>
            <ac:picMk id="5" creationId="{50B0678A-5AFB-D59D-A52C-1F129A90913F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54:22.147" v="1875"/>
        <pc:sldMkLst>
          <pc:docMk/>
          <pc:sldMk cId="3864561215" sldId="350"/>
        </pc:sldMkLst>
        <pc:spChg chg="mod">
          <ac:chgData name="Akhil Kukadiya" userId="S::akhil.kukadiya@tatvasoft.com::f739c6cb-6fd2-470d-a4ab-8ce914b02e38" providerId="AD" clId="Web-{312E9A90-8CD5-55C9-2916-57B5F2436E7A}" dt="2025-12-30T08:22:20.750" v="194" actId="20577"/>
          <ac:spMkLst>
            <pc:docMk/>
            <pc:sldMk cId="3864561215" sldId="350"/>
            <ac:spMk id="3" creationId="{AC0D5EE9-5B6E-1F8B-7D9E-222C6927B467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8:23:32.049" v="206" actId="20577"/>
          <ac:spMkLst>
            <pc:docMk/>
            <pc:sldMk cId="3864561215" sldId="350"/>
            <ac:spMk id="4" creationId="{425B3237-2A52-8C38-3690-3085D8376577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54:22.147" v="1875"/>
          <ac:picMkLst>
            <pc:docMk/>
            <pc:sldMk cId="3864561215" sldId="350"/>
            <ac:picMk id="2" creationId="{E757A5FD-20D7-8B92-AB04-C99463EBB74E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57:00.134" v="1877"/>
        <pc:sldMkLst>
          <pc:docMk/>
          <pc:sldMk cId="2742861981" sldId="351"/>
        </pc:sldMkLst>
        <pc:spChg chg="mod">
          <ac:chgData name="Akhil Kukadiya" userId="S::akhil.kukadiya@tatvasoft.com::f739c6cb-6fd2-470d-a4ab-8ce914b02e38" providerId="AD" clId="Web-{312E9A90-8CD5-55C9-2916-57B5F2436E7A}" dt="2025-12-30T08:23:42.175" v="209" actId="20577"/>
          <ac:spMkLst>
            <pc:docMk/>
            <pc:sldMk cId="2742861981" sldId="351"/>
            <ac:spMk id="3" creationId="{BAC3F425-23CE-506A-77C7-5ED122C8E815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8:24:24.254" v="217" actId="20577"/>
          <ac:spMkLst>
            <pc:docMk/>
            <pc:sldMk cId="2742861981" sldId="351"/>
            <ac:spMk id="4" creationId="{6AA2C7E4-9C19-97CC-A02C-E9F533B95AC1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57:00.134" v="1877"/>
          <ac:picMkLst>
            <pc:docMk/>
            <pc:sldMk cId="2742861981" sldId="351"/>
            <ac:picMk id="5" creationId="{CE99B6D3-3140-08D7-B800-F84DEF1767F2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57:14.354" v="1879" actId="20577"/>
        <pc:sldMkLst>
          <pc:docMk/>
          <pc:sldMk cId="2799722864" sldId="352"/>
        </pc:sldMkLst>
        <pc:spChg chg="mod">
          <ac:chgData name="Akhil Kukadiya" userId="S::akhil.kukadiya@tatvasoft.com::f739c6cb-6fd2-470d-a4ab-8ce914b02e38" providerId="AD" clId="Web-{312E9A90-8CD5-55C9-2916-57B5F2436E7A}" dt="2025-12-30T09:57:13.265" v="966" actId="20577"/>
          <ac:spMkLst>
            <pc:docMk/>
            <pc:sldMk cId="2799722864" sldId="352"/>
            <ac:spMk id="3" creationId="{A6411A15-ED37-F1C0-98A7-42DB36F71978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57:14.354" v="1879" actId="20577"/>
          <ac:spMkLst>
            <pc:docMk/>
            <pc:sldMk cId="2799722864" sldId="352"/>
            <ac:spMk id="4" creationId="{C00981BE-0999-C8DF-059B-1D13958A7610}"/>
          </ac:spMkLst>
        </pc:spChg>
      </pc:sldChg>
      <pc:sldChg chg="delSp modSp add replId">
        <pc:chgData name="Akhil Kukadiya" userId="S::akhil.kukadiya@tatvasoft.com::f739c6cb-6fd2-470d-a4ab-8ce914b02e38" providerId="AD" clId="Web-{312E9A90-8CD5-55C9-2916-57B5F2436E7A}" dt="2025-12-30T08:34:54.804" v="285" actId="20577"/>
        <pc:sldMkLst>
          <pc:docMk/>
          <pc:sldMk cId="4066220313" sldId="353"/>
        </pc:sldMkLst>
        <pc:spChg chg="mod">
          <ac:chgData name="Akhil Kukadiya" userId="S::akhil.kukadiya@tatvasoft.com::f739c6cb-6fd2-470d-a4ab-8ce914b02e38" providerId="AD" clId="Web-{312E9A90-8CD5-55C9-2916-57B5F2436E7A}" dt="2025-12-30T08:34:35.506" v="279" actId="20577"/>
          <ac:spMkLst>
            <pc:docMk/>
            <pc:sldMk cId="4066220313" sldId="353"/>
            <ac:spMk id="3" creationId="{E28C62A6-EE37-678E-7F55-71361CC64966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8:34:54.804" v="285" actId="20577"/>
          <ac:spMkLst>
            <pc:docMk/>
            <pc:sldMk cId="4066220313" sldId="353"/>
            <ac:spMk id="4" creationId="{79F6E3E0-19F6-CDAE-A8F2-52767CA22935}"/>
          </ac:spMkLst>
        </pc:spChg>
      </pc:sldChg>
      <pc:sldChg chg="modSp add ord replId">
        <pc:chgData name="Akhil Kukadiya" userId="S::akhil.kukadiya@tatvasoft.com::f739c6cb-6fd2-470d-a4ab-8ce914b02e38" providerId="AD" clId="Web-{312E9A90-8CD5-55C9-2916-57B5F2436E7A}" dt="2025-12-30T09:21:02.953" v="707" actId="20577"/>
        <pc:sldMkLst>
          <pc:docMk/>
          <pc:sldMk cId="2422210328" sldId="354"/>
        </pc:sldMkLst>
        <pc:spChg chg="mod">
          <ac:chgData name="Akhil Kukadiya" userId="S::akhil.kukadiya@tatvasoft.com::f739c6cb-6fd2-470d-a4ab-8ce914b02e38" providerId="AD" clId="Web-{312E9A90-8CD5-55C9-2916-57B5F2436E7A}" dt="2025-12-30T09:19:52.967" v="654" actId="20577"/>
          <ac:spMkLst>
            <pc:docMk/>
            <pc:sldMk cId="2422210328" sldId="354"/>
            <ac:spMk id="3" creationId="{637134B2-CBDB-901C-3FD8-215D017E2124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9:21:02.953" v="707" actId="20577"/>
          <ac:spMkLst>
            <pc:docMk/>
            <pc:sldMk cId="2422210328" sldId="354"/>
            <ac:spMk id="4" creationId="{22DABAD5-4646-B4A8-373C-A55BADBA89E2}"/>
          </ac:spMkLst>
        </pc:spChg>
      </pc:sldChg>
      <pc:sldChg chg="addSp modSp add replId">
        <pc:chgData name="Akhil Kukadiya" userId="S::akhil.kukadiya@tatvasoft.com::f739c6cb-6fd2-470d-a4ab-8ce914b02e38" providerId="AD" clId="Web-{312E9A90-8CD5-55C9-2916-57B5F2436E7A}" dt="2025-12-30T08:50:37.428" v="469" actId="1076"/>
        <pc:sldMkLst>
          <pc:docMk/>
          <pc:sldMk cId="1448540417" sldId="355"/>
        </pc:sldMkLst>
        <pc:spChg chg="mod">
          <ac:chgData name="Akhil Kukadiya" userId="S::akhil.kukadiya@tatvasoft.com::f739c6cb-6fd2-470d-a4ab-8ce914b02e38" providerId="AD" clId="Web-{312E9A90-8CD5-55C9-2916-57B5F2436E7A}" dt="2025-12-30T08:42:31.262" v="357" actId="20577"/>
          <ac:spMkLst>
            <pc:docMk/>
            <pc:sldMk cId="1448540417" sldId="355"/>
            <ac:spMk id="3" creationId="{30F876F1-5D7B-CF01-0B5E-3597C012FB99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8:45:49.922" v="409" actId="20577"/>
          <ac:spMkLst>
            <pc:docMk/>
            <pc:sldMk cId="1448540417" sldId="355"/>
            <ac:spMk id="4" creationId="{714AFAEB-4B6D-70CB-C9FD-EA07A5EB3954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08:50:37.428" v="469" actId="1076"/>
          <ac:picMkLst>
            <pc:docMk/>
            <pc:sldMk cId="1448540417" sldId="355"/>
            <ac:picMk id="2" creationId="{08BF0A6E-39FC-9694-80EE-25C8E7F2EF90}"/>
          </ac:picMkLst>
        </pc:picChg>
        <pc:picChg chg="add mod">
          <ac:chgData name="Akhil Kukadiya" userId="S::akhil.kukadiya@tatvasoft.com::f739c6cb-6fd2-470d-a4ab-8ce914b02e38" providerId="AD" clId="Web-{312E9A90-8CD5-55C9-2916-57B5F2436E7A}" dt="2025-12-30T08:48:55.581" v="426"/>
          <ac:picMkLst>
            <pc:docMk/>
            <pc:sldMk cId="1448540417" sldId="355"/>
            <ac:picMk id="5" creationId="{8594C587-E0A7-62E9-FC00-B8A5E749B6FA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52:57.646" v="1857" actId="1076"/>
        <pc:sldMkLst>
          <pc:docMk/>
          <pc:sldMk cId="1767804512" sldId="356"/>
        </pc:sldMkLst>
        <pc:spChg chg="mod">
          <ac:chgData name="Akhil Kukadiya" userId="S::akhil.kukadiya@tatvasoft.com::f739c6cb-6fd2-470d-a4ab-8ce914b02e38" providerId="AD" clId="Web-{312E9A90-8CD5-55C9-2916-57B5F2436E7A}" dt="2025-12-30T08:49:35.738" v="431" actId="20577"/>
          <ac:spMkLst>
            <pc:docMk/>
            <pc:sldMk cId="1767804512" sldId="356"/>
            <ac:spMk id="3" creationId="{E5929921-B7EA-2B2D-788C-AA01A38500E5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8:50:58.649" v="472" actId="20577"/>
          <ac:spMkLst>
            <pc:docMk/>
            <pc:sldMk cId="1767804512" sldId="356"/>
            <ac:spMk id="4" creationId="{57B01EB1-27ED-51DB-A915-B3ECCD172FF5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08:52:59.503" v="487" actId="1076"/>
          <ac:picMkLst>
            <pc:docMk/>
            <pc:sldMk cId="1767804512" sldId="356"/>
            <ac:picMk id="6" creationId="{48C67277-E23B-B636-BB46-D9AD4C02769C}"/>
          </ac:picMkLst>
        </pc:picChg>
        <pc:picChg chg="add mod">
          <ac:chgData name="Akhil Kukadiya" userId="S::akhil.kukadiya@tatvasoft.com::f739c6cb-6fd2-470d-a4ab-8ce914b02e38" providerId="AD" clId="Web-{312E9A90-8CD5-55C9-2916-57B5F2436E7A}" dt="2025-12-30T11:52:57.646" v="1857" actId="1076"/>
          <ac:picMkLst>
            <pc:docMk/>
            <pc:sldMk cId="1767804512" sldId="356"/>
            <ac:picMk id="7" creationId="{C8E853B5-C69F-2C7B-A830-72F3F1C55B87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08:59:35.019" v="514"/>
        <pc:sldMkLst>
          <pc:docMk/>
          <pc:sldMk cId="1934583974" sldId="357"/>
        </pc:sldMkLst>
        <pc:spChg chg="mod">
          <ac:chgData name="Akhil Kukadiya" userId="S::akhil.kukadiya@tatvasoft.com::f739c6cb-6fd2-470d-a4ab-8ce914b02e38" providerId="AD" clId="Web-{312E9A90-8CD5-55C9-2916-57B5F2436E7A}" dt="2025-12-30T08:54:00.288" v="492" actId="20577"/>
          <ac:spMkLst>
            <pc:docMk/>
            <pc:sldMk cId="1934583974" sldId="357"/>
            <ac:spMk id="3" creationId="{F71DD9FE-FC8A-BA95-C300-2EE258376483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8:57:31.641" v="502" actId="20577"/>
          <ac:spMkLst>
            <pc:docMk/>
            <pc:sldMk cId="1934583974" sldId="357"/>
            <ac:spMk id="4" creationId="{797E7189-D8E7-B56F-D87D-1B4619A561D5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08:58:44.455" v="509"/>
          <ac:picMkLst>
            <pc:docMk/>
            <pc:sldMk cId="1934583974" sldId="357"/>
            <ac:picMk id="2" creationId="{E05A9D4F-7878-8001-D6A0-913E5DBBA787}"/>
          </ac:picMkLst>
        </pc:picChg>
        <pc:picChg chg="add mod">
          <ac:chgData name="Akhil Kukadiya" userId="S::akhil.kukadiya@tatvasoft.com::f739c6cb-6fd2-470d-a4ab-8ce914b02e38" providerId="AD" clId="Web-{312E9A90-8CD5-55C9-2916-57B5F2436E7A}" dt="2025-12-30T08:59:35.019" v="514"/>
          <ac:picMkLst>
            <pc:docMk/>
            <pc:sldMk cId="1934583974" sldId="357"/>
            <ac:picMk id="5" creationId="{D78D57CA-47B0-6C14-B970-DF8CA0D77DA2}"/>
          </ac:picMkLst>
        </pc:picChg>
      </pc:sldChg>
      <pc:sldChg chg="delSp modSp add replId">
        <pc:chgData name="Akhil Kukadiya" userId="S::akhil.kukadiya@tatvasoft.com::f739c6cb-6fd2-470d-a4ab-8ce914b02e38" providerId="AD" clId="Web-{312E9A90-8CD5-55C9-2916-57B5F2436E7A}" dt="2025-12-30T09:04:01.946" v="526" actId="20577"/>
        <pc:sldMkLst>
          <pc:docMk/>
          <pc:sldMk cId="581974987" sldId="358"/>
        </pc:sldMkLst>
        <pc:spChg chg="mod">
          <ac:chgData name="Akhil Kukadiya" userId="S::akhil.kukadiya@tatvasoft.com::f739c6cb-6fd2-470d-a4ab-8ce914b02e38" providerId="AD" clId="Web-{312E9A90-8CD5-55C9-2916-57B5F2436E7A}" dt="2025-12-30T09:03:16.508" v="520" actId="20577"/>
          <ac:spMkLst>
            <pc:docMk/>
            <pc:sldMk cId="581974987" sldId="358"/>
            <ac:spMk id="3" creationId="{E665BAE9-7995-DABB-442D-342E1EC5FB03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9:04:01.946" v="526" actId="20577"/>
          <ac:spMkLst>
            <pc:docMk/>
            <pc:sldMk cId="581974987" sldId="358"/>
            <ac:spMk id="4" creationId="{374969C0-4EA1-4517-1EFA-140C2B232C47}"/>
          </ac:spMkLst>
        </pc:spChg>
      </pc:sldChg>
      <pc:sldChg chg="addSp delSp modSp add replId">
        <pc:chgData name="Akhil Kukadiya" userId="S::akhil.kukadiya@tatvasoft.com::f739c6cb-6fd2-470d-a4ab-8ce914b02e38" providerId="AD" clId="Web-{312E9A90-8CD5-55C9-2916-57B5F2436E7A}" dt="2025-12-30T09:11:34.406" v="567" actId="20577"/>
        <pc:sldMkLst>
          <pc:docMk/>
          <pc:sldMk cId="779712943" sldId="359"/>
        </pc:sldMkLst>
        <pc:spChg chg="mod">
          <ac:chgData name="Akhil Kukadiya" userId="S::akhil.kukadiya@tatvasoft.com::f739c6cb-6fd2-470d-a4ab-8ce914b02e38" providerId="AD" clId="Web-{312E9A90-8CD5-55C9-2916-57B5F2436E7A}" dt="2025-12-30T09:11:34.406" v="567" actId="20577"/>
          <ac:spMkLst>
            <pc:docMk/>
            <pc:sldMk cId="779712943" sldId="359"/>
            <ac:spMk id="3" creationId="{9BD8E20D-A1AA-C5D9-C03A-5416D477008B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9:07:37.544" v="538" actId="20577"/>
          <ac:spMkLst>
            <pc:docMk/>
            <pc:sldMk cId="779712943" sldId="359"/>
            <ac:spMk id="4" creationId="{2043F647-E674-B5F6-99ED-17924B63FC23}"/>
          </ac:spMkLst>
        </pc:spChg>
        <pc:spChg chg="add mod">
          <ac:chgData name="Akhil Kukadiya" userId="S::akhil.kukadiya@tatvasoft.com::f739c6cb-6fd2-470d-a4ab-8ce914b02e38" providerId="AD" clId="Web-{312E9A90-8CD5-55C9-2916-57B5F2436E7A}" dt="2025-12-30T09:09:55.962" v="552" actId="20577"/>
          <ac:spMkLst>
            <pc:docMk/>
            <pc:sldMk cId="779712943" sldId="359"/>
            <ac:spMk id="7" creationId="{9713F459-EA70-7B39-2380-E2FEB36741DD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09:10:52.216" v="554"/>
          <ac:picMkLst>
            <pc:docMk/>
            <pc:sldMk cId="779712943" sldId="359"/>
            <ac:picMk id="2" creationId="{20F0B64A-4763-F308-351D-2C3874DEBC6C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09:14:27.116" v="638"/>
        <pc:sldMkLst>
          <pc:docMk/>
          <pc:sldMk cId="82266400" sldId="362"/>
        </pc:sldMkLst>
        <pc:spChg chg="mod">
          <ac:chgData name="Akhil Kukadiya" userId="S::akhil.kukadiya@tatvasoft.com::f739c6cb-6fd2-470d-a4ab-8ce914b02e38" providerId="AD" clId="Web-{312E9A90-8CD5-55C9-2916-57B5F2436E7A}" dt="2025-12-30T09:12:57.160" v="590" actId="20577"/>
          <ac:spMkLst>
            <pc:docMk/>
            <pc:sldMk cId="82266400" sldId="362"/>
            <ac:spMk id="3" creationId="{2559D151-44FB-2C0E-126D-695635E47A84}"/>
          </ac:spMkLst>
        </pc:spChg>
        <pc:graphicFrameChg chg="add mod modGraphic">
          <ac:chgData name="Akhil Kukadiya" userId="S::akhil.kukadiya@tatvasoft.com::f739c6cb-6fd2-470d-a4ab-8ce914b02e38" providerId="AD" clId="Web-{312E9A90-8CD5-55C9-2916-57B5F2436E7A}" dt="2025-12-30T09:14:27.116" v="638"/>
          <ac:graphicFrameMkLst>
            <pc:docMk/>
            <pc:sldMk cId="82266400" sldId="362"/>
            <ac:graphicFrameMk id="6" creationId="{8E2D6632-4A90-C987-05B6-1D92D94FDBFE}"/>
          </ac:graphicFrameMkLst>
        </pc:graphicFrameChg>
      </pc:sldChg>
      <pc:sldChg chg="add replId">
        <pc:chgData name="Akhil Kukadiya" userId="S::akhil.kukadiya@tatvasoft.com::f739c6cb-6fd2-470d-a4ab-8ce914b02e38" providerId="AD" clId="Web-{312E9A90-8CD5-55C9-2916-57B5F2436E7A}" dt="2025-12-30T09:19:40.467" v="650"/>
        <pc:sldMkLst>
          <pc:docMk/>
          <pc:sldMk cId="3216947096" sldId="363"/>
        </pc:sldMkLst>
      </pc:sldChg>
      <pc:sldChg chg="addSp modSp add del replId">
        <pc:chgData name="Akhil Kukadiya" userId="S::akhil.kukadiya@tatvasoft.com::f739c6cb-6fd2-470d-a4ab-8ce914b02e38" providerId="AD" clId="Web-{312E9A90-8CD5-55C9-2916-57B5F2436E7A}" dt="2025-12-30T09:24:55.177" v="735"/>
        <pc:sldMkLst>
          <pc:docMk/>
          <pc:sldMk cId="893795697" sldId="364"/>
        </pc:sldMkLst>
        <pc:spChg chg="mod">
          <ac:chgData name="Akhil Kukadiya" userId="S::akhil.kukadiya@tatvasoft.com::f739c6cb-6fd2-470d-a4ab-8ce914b02e38" providerId="AD" clId="Web-{312E9A90-8CD5-55C9-2916-57B5F2436E7A}" dt="2025-12-30T09:23:28.471" v="713" actId="20577"/>
          <ac:spMkLst>
            <pc:docMk/>
            <pc:sldMk cId="893795697" sldId="364"/>
            <ac:spMk id="3" creationId="{6E0EB572-1EBD-10B1-5D4A-28068DDE43C7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9:24:21.425" v="730" actId="20577"/>
          <ac:spMkLst>
            <pc:docMk/>
            <pc:sldMk cId="893795697" sldId="364"/>
            <ac:spMk id="4" creationId="{C3443028-D58F-CB71-4A4C-C06E19586BEB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09:24:31.769" v="733"/>
          <ac:picMkLst>
            <pc:docMk/>
            <pc:sldMk cId="893795697" sldId="364"/>
            <ac:picMk id="2" creationId="{E2D9EA41-0AEA-DEF6-4163-73D0EBFA8E35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09:26:31.123" v="753" actId="20577"/>
        <pc:sldMkLst>
          <pc:docMk/>
          <pc:sldMk cId="3346337561" sldId="365"/>
        </pc:sldMkLst>
        <pc:spChg chg="mod">
          <ac:chgData name="Akhil Kukadiya" userId="S::akhil.kukadiya@tatvasoft.com::f739c6cb-6fd2-470d-a4ab-8ce914b02e38" providerId="AD" clId="Web-{312E9A90-8CD5-55C9-2916-57B5F2436E7A}" dt="2025-12-30T09:25:11.710" v="741" actId="20577"/>
          <ac:spMkLst>
            <pc:docMk/>
            <pc:sldMk cId="3346337561" sldId="365"/>
            <ac:spMk id="3" creationId="{DC403912-A1DD-CA9A-0D8B-BB10174FB09B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09:26:31.123" v="753" actId="20577"/>
          <ac:spMkLst>
            <pc:docMk/>
            <pc:sldMk cId="3346337561" sldId="365"/>
            <ac:spMk id="4" creationId="{673EA232-FD48-AFD4-C52C-ADD4FB0851B1}"/>
          </ac:spMkLst>
        </pc:sp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52:23.989" v="1854" actId="20577"/>
        <pc:sldMkLst>
          <pc:docMk/>
          <pc:sldMk cId="3768052557" sldId="366"/>
        </pc:sldMkLst>
        <pc:spChg chg="mod">
          <ac:chgData name="Akhil Kukadiya" userId="S::akhil.kukadiya@tatvasoft.com::f739c6cb-6fd2-470d-a4ab-8ce914b02e38" providerId="AD" clId="Web-{312E9A90-8CD5-55C9-2916-57B5F2436E7A}" dt="2025-12-30T09:26:59.703" v="760" actId="20577"/>
          <ac:spMkLst>
            <pc:docMk/>
            <pc:sldMk cId="3768052557" sldId="366"/>
            <ac:spMk id="3" creationId="{9F7429B3-BA10-598F-0D81-3406A7B7CBB1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52:23.989" v="1854" actId="20577"/>
          <ac:spMkLst>
            <pc:docMk/>
            <pc:sldMk cId="3768052557" sldId="366"/>
            <ac:spMk id="4" creationId="{A15164B2-A47E-9464-A5A2-D20C6A35B75B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09:28:07.004" v="768"/>
          <ac:picMkLst>
            <pc:docMk/>
            <pc:sldMk cId="3768052557" sldId="366"/>
            <ac:picMk id="2" creationId="{F067856E-A90C-F65F-AEA4-51743F428D49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52:30.802" v="1856" actId="20577"/>
        <pc:sldMkLst>
          <pc:docMk/>
          <pc:sldMk cId="732360158" sldId="367"/>
        </pc:sldMkLst>
        <pc:spChg chg="mod">
          <ac:chgData name="Akhil Kukadiya" userId="S::akhil.kukadiya@tatvasoft.com::f739c6cb-6fd2-470d-a4ab-8ce914b02e38" providerId="AD" clId="Web-{312E9A90-8CD5-55C9-2916-57B5F2436E7A}" dt="2025-12-30T09:28:49.959" v="774" actId="20577"/>
          <ac:spMkLst>
            <pc:docMk/>
            <pc:sldMk cId="732360158" sldId="367"/>
            <ac:spMk id="3" creationId="{E9BC812C-9002-463A-5CE9-7FA629AD5343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52:30.802" v="1856" actId="20577"/>
          <ac:spMkLst>
            <pc:docMk/>
            <pc:sldMk cId="732360158" sldId="367"/>
            <ac:spMk id="4" creationId="{C814FBC3-5E2E-EBF3-83FC-DB890076D946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09:31:09.012" v="824"/>
          <ac:picMkLst>
            <pc:docMk/>
            <pc:sldMk cId="732360158" sldId="367"/>
            <ac:picMk id="5" creationId="{5E35DEEB-8A12-D115-C549-CBD077468EA0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09:37:05.225" v="951" actId="1076"/>
        <pc:sldMkLst>
          <pc:docMk/>
          <pc:sldMk cId="339767943" sldId="370"/>
        </pc:sldMkLst>
        <pc:spChg chg="mod">
          <ac:chgData name="Akhil Kukadiya" userId="S::akhil.kukadiya@tatvasoft.com::f739c6cb-6fd2-470d-a4ab-8ce914b02e38" providerId="AD" clId="Web-{312E9A90-8CD5-55C9-2916-57B5F2436E7A}" dt="2025-12-30T09:33:46.260" v="864" actId="20577"/>
          <ac:spMkLst>
            <pc:docMk/>
            <pc:sldMk cId="339767943" sldId="370"/>
            <ac:spMk id="3" creationId="{EE04F9E6-5548-35A2-9F36-735FB636693B}"/>
          </ac:spMkLst>
        </pc:spChg>
        <pc:spChg chg="add mod">
          <ac:chgData name="Akhil Kukadiya" userId="S::akhil.kukadiya@tatvasoft.com::f739c6cb-6fd2-470d-a4ab-8ce914b02e38" providerId="AD" clId="Web-{312E9A90-8CD5-55C9-2916-57B5F2436E7A}" dt="2025-12-30T09:37:05.225" v="951" actId="1076"/>
          <ac:spMkLst>
            <pc:docMk/>
            <pc:sldMk cId="339767943" sldId="370"/>
            <ac:spMk id="9" creationId="{7D10AE22-5B5E-0168-EC47-6D1487969F70}"/>
          </ac:spMkLst>
        </pc:spChg>
        <pc:graphicFrameChg chg="add mod modGraphic">
          <ac:chgData name="Akhil Kukadiya" userId="S::akhil.kukadiya@tatvasoft.com::f739c6cb-6fd2-470d-a4ab-8ce914b02e38" providerId="AD" clId="Web-{312E9A90-8CD5-55C9-2916-57B5F2436E7A}" dt="2025-12-30T09:35:56.314" v="943"/>
          <ac:graphicFrameMkLst>
            <pc:docMk/>
            <pc:sldMk cId="339767943" sldId="370"/>
            <ac:graphicFrameMk id="8" creationId="{97E79F2E-32B1-1549-B259-0A9ED6BA7F2E}"/>
          </ac:graphicFrameMkLst>
        </pc:graphicFrameChg>
      </pc:sldChg>
      <pc:sldChg chg="modSp add replId">
        <pc:chgData name="Akhil Kukadiya" userId="S::akhil.kukadiya@tatvasoft.com::f739c6cb-6fd2-470d-a4ab-8ce914b02e38" providerId="AD" clId="Web-{312E9A90-8CD5-55C9-2916-57B5F2436E7A}" dt="2025-12-30T11:57:33.388" v="1881"/>
        <pc:sldMkLst>
          <pc:docMk/>
          <pc:sldMk cId="1899743609" sldId="371"/>
        </pc:sldMkLst>
        <pc:picChg chg="mod">
          <ac:chgData name="Akhil Kukadiya" userId="S::akhil.kukadiya@tatvasoft.com::f739c6cb-6fd2-470d-a4ab-8ce914b02e38" providerId="AD" clId="Web-{312E9A90-8CD5-55C9-2916-57B5F2436E7A}" dt="2025-12-30T11:57:33.388" v="1881"/>
          <ac:picMkLst>
            <pc:docMk/>
            <pc:sldMk cId="1899743609" sldId="371"/>
            <ac:picMk id="2" creationId="{03602E55-EB83-FEED-E50C-ABD66E95BD38}"/>
          </ac:picMkLst>
        </pc:picChg>
      </pc:sldChg>
      <pc:sldChg chg="addSp modSp add replId">
        <pc:chgData name="Akhil Kukadiya" userId="S::akhil.kukadiya@tatvasoft.com::f739c6cb-6fd2-470d-a4ab-8ce914b02e38" providerId="AD" clId="Web-{312E9A90-8CD5-55C9-2916-57B5F2436E7A}" dt="2025-12-30T10:01:20.807" v="1016" actId="1076"/>
        <pc:sldMkLst>
          <pc:docMk/>
          <pc:sldMk cId="1169970373" sldId="372"/>
        </pc:sldMkLst>
        <pc:spChg chg="mod">
          <ac:chgData name="Akhil Kukadiya" userId="S::akhil.kukadiya@tatvasoft.com::f739c6cb-6fd2-470d-a4ab-8ce914b02e38" providerId="AD" clId="Web-{312E9A90-8CD5-55C9-2916-57B5F2436E7A}" dt="2025-12-30T09:58:01.328" v="981" actId="20577"/>
          <ac:spMkLst>
            <pc:docMk/>
            <pc:sldMk cId="1169970373" sldId="372"/>
            <ac:spMk id="3" creationId="{E82578E4-2C19-FC13-08BF-D14DDCFB157C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0:00:07.110" v="1006" actId="20577"/>
          <ac:spMkLst>
            <pc:docMk/>
            <pc:sldMk cId="1169970373" sldId="372"/>
            <ac:spMk id="4" creationId="{5269AC1A-6B45-8EB1-43C2-88AA743F5D9F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0:01:05.071" v="1011" actId="1076"/>
          <ac:picMkLst>
            <pc:docMk/>
            <pc:sldMk cId="1169970373" sldId="372"/>
            <ac:picMk id="2" creationId="{9B525FEB-2740-8DAD-2277-6E0285C47F10}"/>
          </ac:picMkLst>
        </pc:picChg>
        <pc:picChg chg="add mod">
          <ac:chgData name="Akhil Kukadiya" userId="S::akhil.kukadiya@tatvasoft.com::f739c6cb-6fd2-470d-a4ab-8ce914b02e38" providerId="AD" clId="Web-{312E9A90-8CD5-55C9-2916-57B5F2436E7A}" dt="2025-12-30T10:01:20.807" v="1016" actId="1076"/>
          <ac:picMkLst>
            <pc:docMk/>
            <pc:sldMk cId="1169970373" sldId="372"/>
            <ac:picMk id="5" creationId="{34293F66-B7B0-7F5D-42D1-93C6B745204B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0:03:28.295" v="1070" actId="1076"/>
        <pc:sldMkLst>
          <pc:docMk/>
          <pc:sldMk cId="3932013448" sldId="373"/>
        </pc:sldMkLst>
        <pc:spChg chg="mod">
          <ac:chgData name="Akhil Kukadiya" userId="S::akhil.kukadiya@tatvasoft.com::f739c6cb-6fd2-470d-a4ab-8ce914b02e38" providerId="AD" clId="Web-{312E9A90-8CD5-55C9-2916-57B5F2436E7A}" dt="2025-12-30T10:01:43.121" v="1023" actId="20577"/>
          <ac:spMkLst>
            <pc:docMk/>
            <pc:sldMk cId="3932013448" sldId="373"/>
            <ac:spMk id="3" creationId="{17C5E5C5-1DE8-4D08-7C17-E44A8ACCD4A3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0:02:27.935" v="1063" actId="20577"/>
          <ac:spMkLst>
            <pc:docMk/>
            <pc:sldMk cId="3932013448" sldId="373"/>
            <ac:spMk id="4" creationId="{F94AFE1B-7FF1-ACFD-4B5D-5FA859351557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0:03:28.295" v="1070" actId="1076"/>
          <ac:picMkLst>
            <pc:docMk/>
            <pc:sldMk cId="3932013448" sldId="373"/>
            <ac:picMk id="6" creationId="{01766967-3431-746D-50BA-53C3859E8BA5}"/>
          </ac:picMkLst>
        </pc:picChg>
      </pc:sldChg>
      <pc:sldChg chg="delSp modSp add replId">
        <pc:chgData name="Akhil Kukadiya" userId="S::akhil.kukadiya@tatvasoft.com::f739c6cb-6fd2-470d-a4ab-8ce914b02e38" providerId="AD" clId="Web-{312E9A90-8CD5-55C9-2916-57B5F2436E7A}" dt="2025-12-30T10:04:51.469" v="1090" actId="20577"/>
        <pc:sldMkLst>
          <pc:docMk/>
          <pc:sldMk cId="4007865462" sldId="374"/>
        </pc:sldMkLst>
        <pc:spChg chg="mod">
          <ac:chgData name="Akhil Kukadiya" userId="S::akhil.kukadiya@tatvasoft.com::f739c6cb-6fd2-470d-a4ab-8ce914b02e38" providerId="AD" clId="Web-{312E9A90-8CD5-55C9-2916-57B5F2436E7A}" dt="2025-12-30T10:04:26.515" v="1082" actId="20577"/>
          <ac:spMkLst>
            <pc:docMk/>
            <pc:sldMk cId="4007865462" sldId="374"/>
            <ac:spMk id="3" creationId="{E7F02724-5D43-BB4B-D1BD-40D0F6C4B86B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0:04:51.469" v="1090" actId="20577"/>
          <ac:spMkLst>
            <pc:docMk/>
            <pc:sldMk cId="4007865462" sldId="374"/>
            <ac:spMk id="4" creationId="{A1EA9561-791E-EB36-0CDD-ADB66350A37C}"/>
          </ac:spMkLst>
        </pc:spChg>
      </pc:sldChg>
      <pc:sldChg chg="modSp add replId">
        <pc:chgData name="Akhil Kukadiya" userId="S::akhil.kukadiya@tatvasoft.com::f739c6cb-6fd2-470d-a4ab-8ce914b02e38" providerId="AD" clId="Web-{312E9A90-8CD5-55C9-2916-57B5F2436E7A}" dt="2025-12-30T10:10:50.315" v="1132" actId="1076"/>
        <pc:sldMkLst>
          <pc:docMk/>
          <pc:sldMk cId="950816795" sldId="375"/>
        </pc:sldMkLst>
        <pc:spChg chg="mod">
          <ac:chgData name="Akhil Kukadiya" userId="S::akhil.kukadiya@tatvasoft.com::f739c6cb-6fd2-470d-a4ab-8ce914b02e38" providerId="AD" clId="Web-{312E9A90-8CD5-55C9-2916-57B5F2436E7A}" dt="2025-12-30T10:09:16.548" v="1094" actId="20577"/>
          <ac:spMkLst>
            <pc:docMk/>
            <pc:sldMk cId="950816795" sldId="375"/>
            <ac:spMk id="3" creationId="{E9369E7F-091C-9A1A-9F5E-14480B9B35B4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0:10:50.315" v="1132" actId="1076"/>
          <ac:spMkLst>
            <pc:docMk/>
            <pc:sldMk cId="950816795" sldId="375"/>
            <ac:spMk id="4" creationId="{DAC5BA84-CD00-0042-662E-716E4F38272A}"/>
          </ac:spMkLst>
        </pc:spChg>
      </pc:sldChg>
      <pc:sldChg chg="addSp modSp add replId">
        <pc:chgData name="Akhil Kukadiya" userId="S::akhil.kukadiya@tatvasoft.com::f739c6cb-6fd2-470d-a4ab-8ce914b02e38" providerId="AD" clId="Web-{312E9A90-8CD5-55C9-2916-57B5F2436E7A}" dt="2025-12-30T10:16:16.799" v="1221" actId="20577"/>
        <pc:sldMkLst>
          <pc:docMk/>
          <pc:sldMk cId="1886690478" sldId="376"/>
        </pc:sldMkLst>
        <pc:spChg chg="mod">
          <ac:chgData name="Akhil Kukadiya" userId="S::akhil.kukadiya@tatvasoft.com::f739c6cb-6fd2-470d-a4ab-8ce914b02e38" providerId="AD" clId="Web-{312E9A90-8CD5-55C9-2916-57B5F2436E7A}" dt="2025-12-30T10:11:49.268" v="1144" actId="20577"/>
          <ac:spMkLst>
            <pc:docMk/>
            <pc:sldMk cId="1886690478" sldId="376"/>
            <ac:spMk id="3" creationId="{25573A7E-89F1-C430-0E0F-3FD2F1A6C15E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0:16:16.799" v="1221" actId="20577"/>
          <ac:spMkLst>
            <pc:docMk/>
            <pc:sldMk cId="1886690478" sldId="376"/>
            <ac:spMk id="4" creationId="{9404E2F6-28D0-390D-9777-291CDDEC371F}"/>
          </ac:spMkLst>
        </pc:spChg>
        <pc:spChg chg="add mod">
          <ac:chgData name="Akhil Kukadiya" userId="S::akhil.kukadiya@tatvasoft.com::f739c6cb-6fd2-470d-a4ab-8ce914b02e38" providerId="AD" clId="Web-{312E9A90-8CD5-55C9-2916-57B5F2436E7A}" dt="2025-12-30T10:15:58.486" v="1215" actId="20577"/>
          <ac:spMkLst>
            <pc:docMk/>
            <pc:sldMk cId="1886690478" sldId="376"/>
            <ac:spMk id="5" creationId="{436E60D5-F789-B306-C4EE-9CDB749EE44B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0:13:23.355" v="1154"/>
          <ac:picMkLst>
            <pc:docMk/>
            <pc:sldMk cId="1886690478" sldId="376"/>
            <ac:picMk id="2" creationId="{BE1A21B0-0EFD-77CB-61B4-C9145C09E977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57:56.515" v="1886"/>
        <pc:sldMkLst>
          <pc:docMk/>
          <pc:sldMk cId="475761271" sldId="377"/>
        </pc:sldMkLst>
        <pc:spChg chg="mod">
          <ac:chgData name="Akhil Kukadiya" userId="S::akhil.kukadiya@tatvasoft.com::f739c6cb-6fd2-470d-a4ab-8ce914b02e38" providerId="AD" clId="Web-{312E9A90-8CD5-55C9-2916-57B5F2436E7A}" dt="2025-12-30T10:17:44.538" v="1234" actId="20577"/>
          <ac:spMkLst>
            <pc:docMk/>
            <pc:sldMk cId="475761271" sldId="377"/>
            <ac:spMk id="3" creationId="{66E77E5E-E7CC-11AE-2652-0362103D51AF}"/>
          </ac:spMkLst>
        </pc:spChg>
        <pc:spChg chg="add mod">
          <ac:chgData name="Akhil Kukadiya" userId="S::akhil.kukadiya@tatvasoft.com::f739c6cb-6fd2-470d-a4ab-8ce914b02e38" providerId="AD" clId="Web-{312E9A90-8CD5-55C9-2916-57B5F2436E7A}" dt="2025-12-30T10:20:25.902" v="1271" actId="20577"/>
          <ac:spMkLst>
            <pc:docMk/>
            <pc:sldMk cId="475761271" sldId="377"/>
            <ac:spMk id="10" creationId="{3605BA85-615B-7379-7177-DD30C939BDE4}"/>
          </ac:spMkLst>
        </pc:spChg>
      </pc:sldChg>
      <pc:sldChg chg="delSp modSp add replId">
        <pc:chgData name="Akhil Kukadiya" userId="S::akhil.kukadiya@tatvasoft.com::f739c6cb-6fd2-470d-a4ab-8ce914b02e38" providerId="AD" clId="Web-{312E9A90-8CD5-55C9-2916-57B5F2436E7A}" dt="2025-12-30T10:34:11.401" v="1311" actId="20577"/>
        <pc:sldMkLst>
          <pc:docMk/>
          <pc:sldMk cId="758849573" sldId="378"/>
        </pc:sldMkLst>
        <pc:spChg chg="mod">
          <ac:chgData name="Akhil Kukadiya" userId="S::akhil.kukadiya@tatvasoft.com::f739c6cb-6fd2-470d-a4ab-8ce914b02e38" providerId="AD" clId="Web-{312E9A90-8CD5-55C9-2916-57B5F2436E7A}" dt="2025-12-30T10:22:07.091" v="1289" actId="20577"/>
          <ac:spMkLst>
            <pc:docMk/>
            <pc:sldMk cId="758849573" sldId="378"/>
            <ac:spMk id="3" creationId="{5F4C919C-8356-E6DB-4585-15DCB1C69C16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0:34:11.401" v="1311" actId="20577"/>
          <ac:spMkLst>
            <pc:docMk/>
            <pc:sldMk cId="758849573" sldId="378"/>
            <ac:spMk id="10" creationId="{43AFBD2F-3962-1CA4-5C31-B7244E1664DA}"/>
          </ac:spMkLst>
        </pc:sp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0:43:02.216" v="1349"/>
        <pc:sldMkLst>
          <pc:docMk/>
          <pc:sldMk cId="3389552020" sldId="379"/>
        </pc:sldMkLst>
        <pc:spChg chg="mod">
          <ac:chgData name="Akhil Kukadiya" userId="S::akhil.kukadiya@tatvasoft.com::f739c6cb-6fd2-470d-a4ab-8ce914b02e38" providerId="AD" clId="Web-{312E9A90-8CD5-55C9-2916-57B5F2436E7A}" dt="2025-12-30T10:37:36.559" v="1320" actId="20577"/>
          <ac:spMkLst>
            <pc:docMk/>
            <pc:sldMk cId="3389552020" sldId="379"/>
            <ac:spMk id="3" creationId="{20FF4392-72FD-0FEA-0EFB-AC8B1D2D355B}"/>
          </ac:spMkLst>
        </pc:spChg>
        <pc:spChg chg="add mod">
          <ac:chgData name="Akhil Kukadiya" userId="S::akhil.kukadiya@tatvasoft.com::f739c6cb-6fd2-470d-a4ab-8ce914b02e38" providerId="AD" clId="Web-{312E9A90-8CD5-55C9-2916-57B5F2436E7A}" dt="2025-12-30T10:42:40.934" v="1343" actId="20577"/>
          <ac:spMkLst>
            <pc:docMk/>
            <pc:sldMk cId="3389552020" sldId="379"/>
            <ac:spMk id="7" creationId="{962635A6-85D1-FE54-2EF3-0E3476D26452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0:42:50.325" v="1345"/>
          <ac:picMkLst>
            <pc:docMk/>
            <pc:sldMk cId="3389552020" sldId="379"/>
            <ac:picMk id="4" creationId="{BD23A509-6198-6EEF-DB65-4AC9DF66EE06}"/>
          </ac:picMkLst>
        </pc:picChg>
        <pc:picChg chg="add mod">
          <ac:chgData name="Akhil Kukadiya" userId="S::akhil.kukadiya@tatvasoft.com::f739c6cb-6fd2-470d-a4ab-8ce914b02e38" providerId="AD" clId="Web-{312E9A90-8CD5-55C9-2916-57B5F2436E7A}" dt="2025-12-30T10:42:56.794" v="1347"/>
          <ac:picMkLst>
            <pc:docMk/>
            <pc:sldMk cId="3389552020" sldId="379"/>
            <ac:picMk id="5" creationId="{2F8E7C15-1BB9-A75A-5619-A6DD32204B07}"/>
          </ac:picMkLst>
        </pc:picChg>
        <pc:picChg chg="add mod">
          <ac:chgData name="Akhil Kukadiya" userId="S::akhil.kukadiya@tatvasoft.com::f739c6cb-6fd2-470d-a4ab-8ce914b02e38" providerId="AD" clId="Web-{312E9A90-8CD5-55C9-2916-57B5F2436E7A}" dt="2025-12-30T10:43:02.216" v="1349"/>
          <ac:picMkLst>
            <pc:docMk/>
            <pc:sldMk cId="3389552020" sldId="379"/>
            <ac:picMk id="6" creationId="{24BCF455-2626-F924-4E74-295B44170EA2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0:56:17.238" v="1488" actId="1076"/>
        <pc:sldMkLst>
          <pc:docMk/>
          <pc:sldMk cId="2300389835" sldId="380"/>
        </pc:sldMkLst>
        <pc:spChg chg="add del mod">
          <ac:chgData name="Akhil Kukadiya" userId="S::akhil.kukadiya@tatvasoft.com::f739c6cb-6fd2-470d-a4ab-8ce914b02e38" providerId="AD" clId="Web-{312E9A90-8CD5-55C9-2916-57B5F2436E7A}" dt="2025-12-30T10:48:36.772" v="1364" actId="20577"/>
          <ac:spMkLst>
            <pc:docMk/>
            <pc:sldMk cId="2300389835" sldId="380"/>
            <ac:spMk id="3" creationId="{5704BC20-C0EC-A8B1-6EBA-7DD43906D756}"/>
          </ac:spMkLst>
        </pc:spChg>
        <pc:spChg chg="add del mod">
          <ac:chgData name="Akhil Kukadiya" userId="S::akhil.kukadiya@tatvasoft.com::f739c6cb-6fd2-470d-a4ab-8ce914b02e38" providerId="AD" clId="Web-{312E9A90-8CD5-55C9-2916-57B5F2436E7A}" dt="2025-12-30T10:52:06.699" v="1431" actId="20577"/>
          <ac:spMkLst>
            <pc:docMk/>
            <pc:sldMk cId="2300389835" sldId="380"/>
            <ac:spMk id="7" creationId="{62028174-903A-28EB-9310-2D91C32AD423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0:56:17.238" v="1488" actId="1076"/>
          <ac:picMkLst>
            <pc:docMk/>
            <pc:sldMk cId="2300389835" sldId="380"/>
            <ac:picMk id="2" creationId="{90B7CEB3-CB86-9AA6-E29F-0D3DF8FE5D72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0:56:07.253" v="1487"/>
        <pc:sldMkLst>
          <pc:docMk/>
          <pc:sldMk cId="142016692" sldId="381"/>
        </pc:sldMkLst>
        <pc:spChg chg="mod">
          <ac:chgData name="Akhil Kukadiya" userId="S::akhil.kukadiya@tatvasoft.com::f739c6cb-6fd2-470d-a4ab-8ce914b02e38" providerId="AD" clId="Web-{312E9A90-8CD5-55C9-2916-57B5F2436E7A}" dt="2025-12-30T10:53:13.810" v="1443" actId="20577"/>
          <ac:spMkLst>
            <pc:docMk/>
            <pc:sldMk cId="142016692" sldId="381"/>
            <ac:spMk id="3" creationId="{A03DA6CA-C57B-FAC0-927E-8286624D6454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0:55:55.580" v="1482" actId="20577"/>
          <ac:spMkLst>
            <pc:docMk/>
            <pc:sldMk cId="142016692" sldId="381"/>
            <ac:spMk id="7" creationId="{D0123175-A446-B099-77D0-1A3994B279E4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0:56:07.253" v="1487"/>
          <ac:picMkLst>
            <pc:docMk/>
            <pc:sldMk cId="142016692" sldId="381"/>
            <ac:picMk id="4" creationId="{2E0DFDD2-7314-C9E2-84FB-5A66169C20E9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2:01:48.985" v="1895"/>
        <pc:sldMkLst>
          <pc:docMk/>
          <pc:sldMk cId="1434561451" sldId="382"/>
        </pc:sldMkLst>
        <pc:spChg chg="mod">
          <ac:chgData name="Akhil Kukadiya" userId="S::akhil.kukadiya@tatvasoft.com::f739c6cb-6fd2-470d-a4ab-8ce914b02e38" providerId="AD" clId="Web-{312E9A90-8CD5-55C9-2916-57B5F2436E7A}" dt="2025-12-30T10:56:58.023" v="1500" actId="20577"/>
          <ac:spMkLst>
            <pc:docMk/>
            <pc:sldMk cId="1434561451" sldId="382"/>
            <ac:spMk id="3" creationId="{5D7E505B-6EB7-CD7A-4E21-5F8469558D92}"/>
          </ac:spMkLst>
        </pc:spChg>
        <pc:graphicFrameChg chg="add mod modGraphic">
          <ac:chgData name="Akhil Kukadiya" userId="S::akhil.kukadiya@tatvasoft.com::f739c6cb-6fd2-470d-a4ab-8ce914b02e38" providerId="AD" clId="Web-{312E9A90-8CD5-55C9-2916-57B5F2436E7A}" dt="2025-12-30T12:01:48.985" v="1895"/>
          <ac:graphicFrameMkLst>
            <pc:docMk/>
            <pc:sldMk cId="1434561451" sldId="382"/>
            <ac:graphicFrameMk id="5" creationId="{D9C8EBC4-9774-4901-5656-F671E9AA9B5D}"/>
          </ac:graphicFrameMkLst>
        </pc:graphicFrameChg>
        <pc:picChg chg="add mod">
          <ac:chgData name="Akhil Kukadiya" userId="S::akhil.kukadiya@tatvasoft.com::f739c6cb-6fd2-470d-a4ab-8ce914b02e38" providerId="AD" clId="Web-{312E9A90-8CD5-55C9-2916-57B5F2436E7A}" dt="2025-12-30T11:00:08.769" v="1519"/>
          <ac:picMkLst>
            <pc:docMk/>
            <pc:sldMk cId="1434561451" sldId="382"/>
            <ac:picMk id="6" creationId="{3EF5822B-92F4-7DC4-F5E1-C24A5FA8D5B7}"/>
          </ac:picMkLst>
        </pc:picChg>
        <pc:picChg chg="add mod">
          <ac:chgData name="Akhil Kukadiya" userId="S::akhil.kukadiya@tatvasoft.com::f739c6cb-6fd2-470d-a4ab-8ce914b02e38" providerId="AD" clId="Web-{312E9A90-8CD5-55C9-2916-57B5F2436E7A}" dt="2025-12-30T11:01:23.850" v="1527"/>
          <ac:picMkLst>
            <pc:docMk/>
            <pc:sldMk cId="1434561451" sldId="382"/>
            <ac:picMk id="8" creationId="{23950CA2-9248-D820-C5DD-3B28FB73CD30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11:29.944" v="1597" actId="20577"/>
        <pc:sldMkLst>
          <pc:docMk/>
          <pc:sldMk cId="1542477637" sldId="385"/>
        </pc:sldMkLst>
        <pc:spChg chg="mod">
          <ac:chgData name="Akhil Kukadiya" userId="S::akhil.kukadiya@tatvasoft.com::f739c6cb-6fd2-470d-a4ab-8ce914b02e38" providerId="AD" clId="Web-{312E9A90-8CD5-55C9-2916-57B5F2436E7A}" dt="2025-12-30T11:11:29.944" v="1597" actId="20577"/>
          <ac:spMkLst>
            <pc:docMk/>
            <pc:sldMk cId="1542477637" sldId="385"/>
            <ac:spMk id="5" creationId="{579D44F8-4AB7-118B-B614-CEF45D28B72D}"/>
          </ac:spMkLst>
        </pc:sp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13:14.620" v="1624"/>
        <pc:sldMkLst>
          <pc:docMk/>
          <pc:sldMk cId="2391346630" sldId="386"/>
        </pc:sldMkLst>
        <pc:spChg chg="mod">
          <ac:chgData name="Akhil Kukadiya" userId="S::akhil.kukadiya@tatvasoft.com::f739c6cb-6fd2-470d-a4ab-8ce914b02e38" providerId="AD" clId="Web-{312E9A90-8CD5-55C9-2916-57B5F2436E7A}" dt="2025-12-30T11:13:02.556" v="1620" actId="20577"/>
          <ac:spMkLst>
            <pc:docMk/>
            <pc:sldMk cId="2391346630" sldId="386"/>
            <ac:spMk id="2" creationId="{705B4B73-A0F6-36F9-783B-7EB52FFA262E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12:43.196" v="1612" actId="20577"/>
          <ac:spMkLst>
            <pc:docMk/>
            <pc:sldMk cId="2391346630" sldId="386"/>
            <ac:spMk id="3" creationId="{19469C2D-A2E5-54F8-7AC6-D46B5764730B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13:14.620" v="1624"/>
          <ac:picMkLst>
            <pc:docMk/>
            <pc:sldMk cId="2391346630" sldId="386"/>
            <ac:picMk id="6" creationId="{6FD93E31-B690-94A8-45AB-D50030C07B13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32:10.505" v="1673" actId="20577"/>
        <pc:sldMkLst>
          <pc:docMk/>
          <pc:sldMk cId="3574880438" sldId="387"/>
        </pc:sldMkLst>
        <pc:spChg chg="mod">
          <ac:chgData name="Akhil Kukadiya" userId="S::akhil.kukadiya@tatvasoft.com::f739c6cb-6fd2-470d-a4ab-8ce914b02e38" providerId="AD" clId="Web-{312E9A90-8CD5-55C9-2916-57B5F2436E7A}" dt="2025-12-30T11:13:59.716" v="1640" actId="20577"/>
          <ac:spMkLst>
            <pc:docMk/>
            <pc:sldMk cId="3574880438" sldId="387"/>
            <ac:spMk id="2" creationId="{80999F22-CEE6-A9CC-8DE6-EE04BD69B666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13:42.606" v="1636" actId="20577"/>
          <ac:spMkLst>
            <pc:docMk/>
            <pc:sldMk cId="3574880438" sldId="387"/>
            <ac:spMk id="3" creationId="{609873E5-B893-2958-CCEC-8E0338BF09C1}"/>
          </ac:spMkLst>
        </pc:spChg>
        <pc:spChg chg="add mod">
          <ac:chgData name="Akhil Kukadiya" userId="S::akhil.kukadiya@tatvasoft.com::f739c6cb-6fd2-470d-a4ab-8ce914b02e38" providerId="AD" clId="Web-{312E9A90-8CD5-55C9-2916-57B5F2436E7A}" dt="2025-12-30T11:31:35.535" v="1658" actId="1076"/>
          <ac:spMkLst>
            <pc:docMk/>
            <pc:sldMk cId="3574880438" sldId="387"/>
            <ac:spMk id="4" creationId="{EA53C08E-9A6E-A095-BC75-643B67584179}"/>
          </ac:spMkLst>
        </pc:spChg>
        <pc:spChg chg="add mod">
          <ac:chgData name="Akhil Kukadiya" userId="S::akhil.kukadiya@tatvasoft.com::f739c6cb-6fd2-470d-a4ab-8ce914b02e38" providerId="AD" clId="Web-{312E9A90-8CD5-55C9-2916-57B5F2436E7A}" dt="2025-12-30T11:32:10.505" v="1673" actId="20577"/>
          <ac:spMkLst>
            <pc:docMk/>
            <pc:sldMk cId="3574880438" sldId="387"/>
            <ac:spMk id="6" creationId="{C08918F1-063A-721E-7C0F-909BC78B62EE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31:19.660" v="1657" actId="1076"/>
          <ac:picMkLst>
            <pc:docMk/>
            <pc:sldMk cId="3574880438" sldId="387"/>
            <ac:picMk id="5" creationId="{E25C865B-59B0-5A8B-19E0-109B2892AF44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34:03.180" v="1700" actId="1076"/>
        <pc:sldMkLst>
          <pc:docMk/>
          <pc:sldMk cId="855505410" sldId="388"/>
        </pc:sldMkLst>
        <pc:spChg chg="mod">
          <ac:chgData name="Akhil Kukadiya" userId="S::akhil.kukadiya@tatvasoft.com::f739c6cb-6fd2-470d-a4ab-8ce914b02e38" providerId="AD" clId="Web-{312E9A90-8CD5-55C9-2916-57B5F2436E7A}" dt="2025-12-30T11:33:09.335" v="1693" actId="20577"/>
          <ac:spMkLst>
            <pc:docMk/>
            <pc:sldMk cId="855505410" sldId="388"/>
            <ac:spMk id="2" creationId="{7A3B17EC-0AFF-50A6-FA74-A3F4D3653D34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32:46.990" v="1685" actId="20577"/>
          <ac:spMkLst>
            <pc:docMk/>
            <pc:sldMk cId="855505410" sldId="388"/>
            <ac:spMk id="3" creationId="{F2554409-410B-80A1-954E-3D0051E07790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34:03.180" v="1700" actId="1076"/>
          <ac:picMkLst>
            <pc:docMk/>
            <pc:sldMk cId="855505410" sldId="388"/>
            <ac:picMk id="7" creationId="{B0D4FDCD-C9BB-BFF9-BFE0-035445418A1E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39:19.560" v="1758" actId="1076"/>
        <pc:sldMkLst>
          <pc:docMk/>
          <pc:sldMk cId="3079644588" sldId="389"/>
        </pc:sldMkLst>
        <pc:spChg chg="mod">
          <ac:chgData name="Akhil Kukadiya" userId="S::akhil.kukadiya@tatvasoft.com::f739c6cb-6fd2-470d-a4ab-8ce914b02e38" providerId="AD" clId="Web-{312E9A90-8CD5-55C9-2916-57B5F2436E7A}" dt="2025-12-30T11:36:16.151" v="1728" actId="20577"/>
          <ac:spMkLst>
            <pc:docMk/>
            <pc:sldMk cId="3079644588" sldId="389"/>
            <ac:spMk id="2" creationId="{080456C3-8C49-7F49-23B3-D2F95A861702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35:30.713" v="1710" actId="20577"/>
          <ac:spMkLst>
            <pc:docMk/>
            <pc:sldMk cId="3079644588" sldId="389"/>
            <ac:spMk id="3" creationId="{3F241510-383B-F59D-FB44-D098AA162073}"/>
          </ac:spMkLst>
        </pc:spChg>
        <pc:spChg chg="add mod">
          <ac:chgData name="Akhil Kukadiya" userId="S::akhil.kukadiya@tatvasoft.com::f739c6cb-6fd2-470d-a4ab-8ce914b02e38" providerId="AD" clId="Web-{312E9A90-8CD5-55C9-2916-57B5F2436E7A}" dt="2025-12-30T11:38:12.465" v="1741" actId="1076"/>
          <ac:spMkLst>
            <pc:docMk/>
            <pc:sldMk cId="3079644588" sldId="389"/>
            <ac:spMk id="4" creationId="{50D76EB7-BF9F-94FC-2307-398AD8E7D2D3}"/>
          </ac:spMkLst>
        </pc:spChg>
        <pc:spChg chg="add mod">
          <ac:chgData name="Akhil Kukadiya" userId="S::akhil.kukadiya@tatvasoft.com::f739c6cb-6fd2-470d-a4ab-8ce914b02e38" providerId="AD" clId="Web-{312E9A90-8CD5-55C9-2916-57B5F2436E7A}" dt="2025-12-30T11:39:19.560" v="1758" actId="1076"/>
          <ac:spMkLst>
            <pc:docMk/>
            <pc:sldMk cId="3079644588" sldId="389"/>
            <ac:spMk id="8" creationId="{C3CC3085-6D3D-57D9-9B34-BB6E81D1DC14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38:21.762" v="1744"/>
          <ac:picMkLst>
            <pc:docMk/>
            <pc:sldMk cId="3079644588" sldId="389"/>
            <ac:picMk id="6" creationId="{2BABDECE-AB93-D79A-5231-9E5B86EEF8E1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44:26.911" v="1805" actId="20577"/>
        <pc:sldMkLst>
          <pc:docMk/>
          <pc:sldMk cId="271117805" sldId="390"/>
        </pc:sldMkLst>
        <pc:spChg chg="mod">
          <ac:chgData name="Akhil Kukadiya" userId="S::akhil.kukadiya@tatvasoft.com::f739c6cb-6fd2-470d-a4ab-8ce914b02e38" providerId="AD" clId="Web-{312E9A90-8CD5-55C9-2916-57B5F2436E7A}" dt="2025-12-30T11:40:11.203" v="1767" actId="20577"/>
          <ac:spMkLst>
            <pc:docMk/>
            <pc:sldMk cId="271117805" sldId="390"/>
            <ac:spMk id="2" creationId="{D5088EF3-09FA-C3D9-B6B5-C353217B2FA4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39:50.795" v="1764" actId="20577"/>
          <ac:spMkLst>
            <pc:docMk/>
            <pc:sldMk cId="271117805" sldId="390"/>
            <ac:spMk id="3" creationId="{EC70F2B6-F46E-BCB6-C604-6BEA22D809A5}"/>
          </ac:spMkLst>
        </pc:spChg>
        <pc:spChg chg="add mod">
          <ac:chgData name="Akhil Kukadiya" userId="S::akhil.kukadiya@tatvasoft.com::f739c6cb-6fd2-470d-a4ab-8ce914b02e38" providerId="AD" clId="Web-{312E9A90-8CD5-55C9-2916-57B5F2436E7A}" dt="2025-12-30T11:44:26.911" v="1805" actId="20577"/>
          <ac:spMkLst>
            <pc:docMk/>
            <pc:sldMk cId="271117805" sldId="390"/>
            <ac:spMk id="7" creationId="{4E302EC9-0535-AB29-EFB5-9C538A4E7D8F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44:22.849" v="1803"/>
          <ac:picMkLst>
            <pc:docMk/>
            <pc:sldMk cId="271117805" sldId="390"/>
            <ac:picMk id="5" creationId="{D92E16EF-BAB7-22D1-BC96-71DD244950F5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44:59.241" v="1811" actId="14100"/>
        <pc:sldMkLst>
          <pc:docMk/>
          <pc:sldMk cId="4244431255" sldId="391"/>
        </pc:sldMkLst>
        <pc:spChg chg="mod">
          <ac:chgData name="Akhil Kukadiya" userId="S::akhil.kukadiya@tatvasoft.com::f739c6cb-6fd2-470d-a4ab-8ce914b02e38" providerId="AD" clId="Web-{312E9A90-8CD5-55C9-2916-57B5F2436E7A}" dt="2025-12-30T11:44:11.301" v="1798" actId="20577"/>
          <ac:spMkLst>
            <pc:docMk/>
            <pc:sldMk cId="4244431255" sldId="391"/>
            <ac:spMk id="2" creationId="{DD2DE225-51F1-4FE0-7ACC-C2461685DF92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43:39.799" v="1796" actId="20577"/>
          <ac:spMkLst>
            <pc:docMk/>
            <pc:sldMk cId="4244431255" sldId="391"/>
            <ac:spMk id="3" creationId="{EEF6A7ED-5856-D6F5-8817-BB15D7BF179F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44:59.241" v="1811" actId="14100"/>
          <ac:spMkLst>
            <pc:docMk/>
            <pc:sldMk cId="4244431255" sldId="391"/>
            <ac:spMk id="7" creationId="{9FC92CC7-8C0D-6246-4A1D-992E821208B1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44:37.881" v="1807"/>
          <ac:picMkLst>
            <pc:docMk/>
            <pc:sldMk cId="4244431255" sldId="391"/>
            <ac:picMk id="4" creationId="{23D2A88C-0E05-5659-6EF4-D832592FF8D5}"/>
          </ac:picMkLst>
        </pc:picChg>
      </pc:sldChg>
      <pc:sldChg chg="addSp delSp modSp add replId">
        <pc:chgData name="Akhil Kukadiya" userId="S::akhil.kukadiya@tatvasoft.com::f739c6cb-6fd2-470d-a4ab-8ce914b02e38" providerId="AD" clId="Web-{312E9A90-8CD5-55C9-2916-57B5F2436E7A}" dt="2025-12-30T11:51:17.347" v="1831" actId="1076"/>
        <pc:sldMkLst>
          <pc:docMk/>
          <pc:sldMk cId="3488863819" sldId="392"/>
        </pc:sldMkLst>
        <pc:spChg chg="mod">
          <ac:chgData name="Akhil Kukadiya" userId="S::akhil.kukadiya@tatvasoft.com::f739c6cb-6fd2-470d-a4ab-8ce914b02e38" providerId="AD" clId="Web-{312E9A90-8CD5-55C9-2916-57B5F2436E7A}" dt="2025-12-30T11:45:58.510" v="1823" actId="20577"/>
          <ac:spMkLst>
            <pc:docMk/>
            <pc:sldMk cId="3488863819" sldId="392"/>
            <ac:spMk id="2" creationId="{402604AA-CB77-4BA4-231E-3FF135C04DED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45:48.197" v="1819" actId="20577"/>
          <ac:spMkLst>
            <pc:docMk/>
            <pc:sldMk cId="3488863819" sldId="392"/>
            <ac:spMk id="3" creationId="{BC2DE149-4D29-0C3E-7C5F-882F812EB472}"/>
          </ac:spMkLst>
        </pc:spChg>
        <pc:spChg chg="mod">
          <ac:chgData name="Akhil Kukadiya" userId="S::akhil.kukadiya@tatvasoft.com::f739c6cb-6fd2-470d-a4ab-8ce914b02e38" providerId="AD" clId="Web-{312E9A90-8CD5-55C9-2916-57B5F2436E7A}" dt="2025-12-30T11:51:09.535" v="1830" actId="20577"/>
          <ac:spMkLst>
            <pc:docMk/>
            <pc:sldMk cId="3488863819" sldId="392"/>
            <ac:spMk id="7" creationId="{60E9F03B-DBEF-A243-BA8F-6FEF5A36E13D}"/>
          </ac:spMkLst>
        </pc:spChg>
        <pc:picChg chg="add mod">
          <ac:chgData name="Akhil Kukadiya" userId="S::akhil.kukadiya@tatvasoft.com::f739c6cb-6fd2-470d-a4ab-8ce914b02e38" providerId="AD" clId="Web-{312E9A90-8CD5-55C9-2916-57B5F2436E7A}" dt="2025-12-30T11:51:17.347" v="1831" actId="1076"/>
          <ac:picMkLst>
            <pc:docMk/>
            <pc:sldMk cId="3488863819" sldId="392"/>
            <ac:picMk id="5" creationId="{EB80AD36-6EA6-ED7A-8A7A-380CEA218B7C}"/>
          </ac:picMkLst>
        </pc:picChg>
      </pc:sldChg>
    </pc:docChg>
  </pc:docChgLst>
  <pc:docChgLst>
    <pc:chgData name="Akhil Kukadiya" userId="S::akhil.kukadiya@tatvasoft.com::f739c6cb-6fd2-470d-a4ab-8ce914b02e38" providerId="AD" clId="Web-{D28438B5-CE91-84D3-C9D4-D2043D5B3463}"/>
    <pc:docChg chg="addSld delSld modSld">
      <pc:chgData name="Akhil Kukadiya" userId="S::akhil.kukadiya@tatvasoft.com::f739c6cb-6fd2-470d-a4ab-8ce914b02e38" providerId="AD" clId="Web-{D28438B5-CE91-84D3-C9D4-D2043D5B3463}" dt="2026-01-01T12:54:10.846" v="736"/>
      <pc:docMkLst>
        <pc:docMk/>
      </pc:docMkLst>
      <pc:sldChg chg="modSp">
        <pc:chgData name="Akhil Kukadiya" userId="S::akhil.kukadiya@tatvasoft.com::f739c6cb-6fd2-470d-a4ab-8ce914b02e38" providerId="AD" clId="Web-{D28438B5-CE91-84D3-C9D4-D2043D5B3463}" dt="2026-01-01T12:50:11.098" v="646"/>
        <pc:sldMkLst>
          <pc:docMk/>
          <pc:sldMk cId="4115986924" sldId="347"/>
        </pc:sldMkLst>
        <pc:picChg chg="mod">
          <ac:chgData name="Akhil Kukadiya" userId="S::akhil.kukadiya@tatvasoft.com::f739c6cb-6fd2-470d-a4ab-8ce914b02e38" providerId="AD" clId="Web-{D28438B5-CE91-84D3-C9D4-D2043D5B3463}" dt="2026-01-01T12:50:11.098" v="646"/>
          <ac:picMkLst>
            <pc:docMk/>
            <pc:sldMk cId="4115986924" sldId="347"/>
            <ac:picMk id="5" creationId="{0F00F860-7AE9-E3BC-E72D-5E5CE2749685}"/>
          </ac:picMkLst>
        </pc:picChg>
      </pc:sldChg>
      <pc:sldChg chg="modSp">
        <pc:chgData name="Akhil Kukadiya" userId="S::akhil.kukadiya@tatvasoft.com::f739c6cb-6fd2-470d-a4ab-8ce914b02e38" providerId="AD" clId="Web-{D28438B5-CE91-84D3-C9D4-D2043D5B3463}" dt="2026-01-01T12:50:17.207" v="648"/>
        <pc:sldMkLst>
          <pc:docMk/>
          <pc:sldMk cId="4074718065" sldId="348"/>
        </pc:sldMkLst>
        <pc:picChg chg="mod">
          <ac:chgData name="Akhil Kukadiya" userId="S::akhil.kukadiya@tatvasoft.com::f739c6cb-6fd2-470d-a4ab-8ce914b02e38" providerId="AD" clId="Web-{D28438B5-CE91-84D3-C9D4-D2043D5B3463}" dt="2026-01-01T12:50:17.207" v="648"/>
          <ac:picMkLst>
            <pc:docMk/>
            <pc:sldMk cId="4074718065" sldId="348"/>
            <ac:picMk id="2" creationId="{225DF85F-1229-4FCB-FD7A-FC42CDBBA8EE}"/>
          </ac:picMkLst>
        </pc:picChg>
      </pc:sldChg>
      <pc:sldChg chg="modSp">
        <pc:chgData name="Akhil Kukadiya" userId="S::akhil.kukadiya@tatvasoft.com::f739c6cb-6fd2-470d-a4ab-8ce914b02e38" providerId="AD" clId="Web-{D28438B5-CE91-84D3-C9D4-D2043D5B3463}" dt="2026-01-01T12:50:29.238" v="651"/>
        <pc:sldMkLst>
          <pc:docMk/>
          <pc:sldMk cId="1677760017" sldId="349"/>
        </pc:sldMkLst>
        <pc:picChg chg="mod">
          <ac:chgData name="Akhil Kukadiya" userId="S::akhil.kukadiya@tatvasoft.com::f739c6cb-6fd2-470d-a4ab-8ce914b02e38" providerId="AD" clId="Web-{D28438B5-CE91-84D3-C9D4-D2043D5B3463}" dt="2026-01-01T12:50:29.238" v="651"/>
          <ac:picMkLst>
            <pc:docMk/>
            <pc:sldMk cId="1677760017" sldId="349"/>
            <ac:picMk id="5" creationId="{50B0678A-5AFB-D59D-A52C-1F129A90913F}"/>
          </ac:picMkLst>
        </pc:picChg>
      </pc:sldChg>
      <pc:sldChg chg="modSp">
        <pc:chgData name="Akhil Kukadiya" userId="S::akhil.kukadiya@tatvasoft.com::f739c6cb-6fd2-470d-a4ab-8ce914b02e38" providerId="AD" clId="Web-{D28438B5-CE91-84D3-C9D4-D2043D5B3463}" dt="2026-01-01T12:50:44.394" v="652"/>
        <pc:sldMkLst>
          <pc:docMk/>
          <pc:sldMk cId="3864561215" sldId="350"/>
        </pc:sldMkLst>
        <pc:picChg chg="mod">
          <ac:chgData name="Akhil Kukadiya" userId="S::akhil.kukadiya@tatvasoft.com::f739c6cb-6fd2-470d-a4ab-8ce914b02e38" providerId="AD" clId="Web-{D28438B5-CE91-84D3-C9D4-D2043D5B3463}" dt="2026-01-01T12:50:44.394" v="652"/>
          <ac:picMkLst>
            <pc:docMk/>
            <pc:sldMk cId="3864561215" sldId="350"/>
            <ac:picMk id="2" creationId="{E757A5FD-20D7-8B92-AB04-C99463EBB74E}"/>
          </ac:picMkLst>
        </pc:picChg>
      </pc:sldChg>
      <pc:sldChg chg="modSp">
        <pc:chgData name="Akhil Kukadiya" userId="S::akhil.kukadiya@tatvasoft.com::f739c6cb-6fd2-470d-a4ab-8ce914b02e38" providerId="AD" clId="Web-{D28438B5-CE91-84D3-C9D4-D2043D5B3463}" dt="2026-01-01T12:50:53.754" v="653"/>
        <pc:sldMkLst>
          <pc:docMk/>
          <pc:sldMk cId="2742861981" sldId="351"/>
        </pc:sldMkLst>
        <pc:picChg chg="mod">
          <ac:chgData name="Akhil Kukadiya" userId="S::akhil.kukadiya@tatvasoft.com::f739c6cb-6fd2-470d-a4ab-8ce914b02e38" providerId="AD" clId="Web-{D28438B5-CE91-84D3-C9D4-D2043D5B3463}" dt="2026-01-01T12:50:53.754" v="653"/>
          <ac:picMkLst>
            <pc:docMk/>
            <pc:sldMk cId="2742861981" sldId="351"/>
            <ac:picMk id="5" creationId="{CE99B6D3-3140-08D7-B800-F84DEF1767F2}"/>
          </ac:picMkLst>
        </pc:picChg>
      </pc:sldChg>
      <pc:sldChg chg="modSp">
        <pc:chgData name="Akhil Kukadiya" userId="S::akhil.kukadiya@tatvasoft.com::f739c6cb-6fd2-470d-a4ab-8ce914b02e38" providerId="AD" clId="Web-{D28438B5-CE91-84D3-C9D4-D2043D5B3463}" dt="2026-01-01T12:50:03.348" v="644"/>
        <pc:sldMkLst>
          <pc:docMk/>
          <pc:sldMk cId="779712943" sldId="359"/>
        </pc:sldMkLst>
        <pc:picChg chg="mod">
          <ac:chgData name="Akhil Kukadiya" userId="S::akhil.kukadiya@tatvasoft.com::f739c6cb-6fd2-470d-a4ab-8ce914b02e38" providerId="AD" clId="Web-{D28438B5-CE91-84D3-C9D4-D2043D5B3463}" dt="2026-01-01T12:50:03.348" v="644"/>
          <ac:picMkLst>
            <pc:docMk/>
            <pc:sldMk cId="779712943" sldId="359"/>
            <ac:picMk id="2" creationId="{20F0B64A-4763-F308-351D-2C3874DEBC6C}"/>
          </ac:picMkLst>
        </pc:picChg>
      </pc:sldChg>
      <pc:sldChg chg="modSp">
        <pc:chgData name="Akhil Kukadiya" userId="S::akhil.kukadiya@tatvasoft.com::f739c6cb-6fd2-470d-a4ab-8ce914b02e38" providerId="AD" clId="Web-{D28438B5-CE91-84D3-C9D4-D2043D5B3463}" dt="2026-01-01T12:51:52.894" v="657"/>
        <pc:sldMkLst>
          <pc:docMk/>
          <pc:sldMk cId="1899743609" sldId="371"/>
        </pc:sldMkLst>
        <pc:picChg chg="mod">
          <ac:chgData name="Akhil Kukadiya" userId="S::akhil.kukadiya@tatvasoft.com::f739c6cb-6fd2-470d-a4ab-8ce914b02e38" providerId="AD" clId="Web-{D28438B5-CE91-84D3-C9D4-D2043D5B3463}" dt="2026-01-01T12:51:52.894" v="657"/>
          <ac:picMkLst>
            <pc:docMk/>
            <pc:sldMk cId="1899743609" sldId="371"/>
            <ac:picMk id="2" creationId="{03602E55-EB83-FEED-E50C-ABD66E95BD38}"/>
          </ac:picMkLst>
        </pc:picChg>
      </pc:sldChg>
      <pc:sldChg chg="modSp">
        <pc:chgData name="Akhil Kukadiya" userId="S::akhil.kukadiya@tatvasoft.com::f739c6cb-6fd2-470d-a4ab-8ce914b02e38" providerId="AD" clId="Web-{D28438B5-CE91-84D3-C9D4-D2043D5B3463}" dt="2026-01-01T12:51:46.613" v="655"/>
        <pc:sldMkLst>
          <pc:docMk/>
          <pc:sldMk cId="1169970373" sldId="372"/>
        </pc:sldMkLst>
        <pc:picChg chg="mod">
          <ac:chgData name="Akhil Kukadiya" userId="S::akhil.kukadiya@tatvasoft.com::f739c6cb-6fd2-470d-a4ab-8ce914b02e38" providerId="AD" clId="Web-{D28438B5-CE91-84D3-C9D4-D2043D5B3463}" dt="2026-01-01T12:51:44.644" v="654"/>
          <ac:picMkLst>
            <pc:docMk/>
            <pc:sldMk cId="1169970373" sldId="372"/>
            <ac:picMk id="2" creationId="{9B525FEB-2740-8DAD-2277-6E0285C47F10}"/>
          </ac:picMkLst>
        </pc:picChg>
        <pc:picChg chg="mod">
          <ac:chgData name="Akhil Kukadiya" userId="S::akhil.kukadiya@tatvasoft.com::f739c6cb-6fd2-470d-a4ab-8ce914b02e38" providerId="AD" clId="Web-{D28438B5-CE91-84D3-C9D4-D2043D5B3463}" dt="2026-01-01T12:51:46.613" v="655"/>
          <ac:picMkLst>
            <pc:docMk/>
            <pc:sldMk cId="1169970373" sldId="372"/>
            <ac:picMk id="5" creationId="{34293F66-B7B0-7F5D-42D1-93C6B745204B}"/>
          </ac:picMkLst>
        </pc:picChg>
      </pc:sldChg>
      <pc:sldChg chg="modSp">
        <pc:chgData name="Akhil Kukadiya" userId="S::akhil.kukadiya@tatvasoft.com::f739c6cb-6fd2-470d-a4ab-8ce914b02e38" providerId="AD" clId="Web-{D28438B5-CE91-84D3-C9D4-D2043D5B3463}" dt="2026-01-01T12:51:49.878" v="656"/>
        <pc:sldMkLst>
          <pc:docMk/>
          <pc:sldMk cId="3932013448" sldId="373"/>
        </pc:sldMkLst>
        <pc:picChg chg="mod">
          <ac:chgData name="Akhil Kukadiya" userId="S::akhil.kukadiya@tatvasoft.com::f739c6cb-6fd2-470d-a4ab-8ce914b02e38" providerId="AD" clId="Web-{D28438B5-CE91-84D3-C9D4-D2043D5B3463}" dt="2026-01-01T12:51:49.878" v="656"/>
          <ac:picMkLst>
            <pc:docMk/>
            <pc:sldMk cId="3932013448" sldId="373"/>
            <ac:picMk id="6" creationId="{01766967-3431-746D-50BA-53C3859E8BA5}"/>
          </ac:picMkLst>
        </pc:picChg>
      </pc:sldChg>
      <pc:sldChg chg="addSp delSp modSp">
        <pc:chgData name="Akhil Kukadiya" userId="S::akhil.kukadiya@tatvasoft.com::f739c6cb-6fd2-470d-a4ab-8ce914b02e38" providerId="AD" clId="Web-{D28438B5-CE91-84D3-C9D4-D2043D5B3463}" dt="2026-01-01T12:52:01.050" v="659"/>
        <pc:sldMkLst>
          <pc:docMk/>
          <pc:sldMk cId="1886690478" sldId="376"/>
        </pc:sldMkLst>
        <pc:picChg chg="add del mod">
          <ac:chgData name="Akhil Kukadiya" userId="S::akhil.kukadiya@tatvasoft.com::f739c6cb-6fd2-470d-a4ab-8ce914b02e38" providerId="AD" clId="Web-{D28438B5-CE91-84D3-C9D4-D2043D5B3463}" dt="2026-01-01T12:52:01.050" v="659"/>
          <ac:picMkLst>
            <pc:docMk/>
            <pc:sldMk cId="1886690478" sldId="376"/>
            <ac:picMk id="2" creationId="{BE1A21B0-0EFD-77CB-61B4-C9145C09E977}"/>
          </ac:picMkLst>
        </pc:picChg>
      </pc:sldChg>
      <pc:sldChg chg="delSp modSp">
        <pc:chgData name="Akhil Kukadiya" userId="S::akhil.kukadiya@tatvasoft.com::f739c6cb-6fd2-470d-a4ab-8ce914b02e38" providerId="AD" clId="Web-{D28438B5-CE91-84D3-C9D4-D2043D5B3463}" dt="2026-01-01T12:45:43.976" v="602" actId="1076"/>
        <pc:sldMkLst>
          <pc:docMk/>
          <pc:sldMk cId="475761271" sldId="377"/>
        </pc:sldMkLst>
        <pc:spChg chg="mod">
          <ac:chgData name="Akhil Kukadiya" userId="S::akhil.kukadiya@tatvasoft.com::f739c6cb-6fd2-470d-a4ab-8ce914b02e38" providerId="AD" clId="Web-{D28438B5-CE91-84D3-C9D4-D2043D5B3463}" dt="2026-01-01T12:44:54.007" v="583" actId="20577"/>
          <ac:spMkLst>
            <pc:docMk/>
            <pc:sldMk cId="475761271" sldId="377"/>
            <ac:spMk id="3" creationId="{66E77E5E-E7CC-11AE-2652-0362103D51AF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45:43.976" v="602" actId="1076"/>
          <ac:spMkLst>
            <pc:docMk/>
            <pc:sldMk cId="475761271" sldId="377"/>
            <ac:spMk id="10" creationId="{3605BA85-615B-7379-7177-DD30C939BDE4}"/>
          </ac:spMkLst>
        </pc:spChg>
      </pc:sldChg>
      <pc:sldChg chg="modSp">
        <pc:chgData name="Akhil Kukadiya" userId="S::akhil.kukadiya@tatvasoft.com::f739c6cb-6fd2-470d-a4ab-8ce914b02e38" providerId="AD" clId="Web-{D28438B5-CE91-84D3-C9D4-D2043D5B3463}" dt="2026-01-01T12:54:10.846" v="736"/>
        <pc:sldMkLst>
          <pc:docMk/>
          <pc:sldMk cId="1434561451" sldId="382"/>
        </pc:sldMkLst>
        <pc:graphicFrameChg chg="mod modGraphic">
          <ac:chgData name="Akhil Kukadiya" userId="S::akhil.kukadiya@tatvasoft.com::f739c6cb-6fd2-470d-a4ab-8ce914b02e38" providerId="AD" clId="Web-{D28438B5-CE91-84D3-C9D4-D2043D5B3463}" dt="2026-01-01T12:54:01.549" v="734"/>
          <ac:graphicFrameMkLst>
            <pc:docMk/>
            <pc:sldMk cId="1434561451" sldId="382"/>
            <ac:graphicFrameMk id="5" creationId="{D9C8EBC4-9774-4901-5656-F671E9AA9B5D}"/>
          </ac:graphicFrameMkLst>
        </pc:graphicFrameChg>
        <pc:picChg chg="mod">
          <ac:chgData name="Akhil Kukadiya" userId="S::akhil.kukadiya@tatvasoft.com::f739c6cb-6fd2-470d-a4ab-8ce914b02e38" providerId="AD" clId="Web-{D28438B5-CE91-84D3-C9D4-D2043D5B3463}" dt="2026-01-01T12:54:10.846" v="736"/>
          <ac:picMkLst>
            <pc:docMk/>
            <pc:sldMk cId="1434561451" sldId="382"/>
            <ac:picMk id="6" creationId="{3EF5822B-92F4-7DC4-F5E1-C24A5FA8D5B7}"/>
          </ac:picMkLst>
        </pc:picChg>
        <pc:picChg chg="mod">
          <ac:chgData name="Akhil Kukadiya" userId="S::akhil.kukadiya@tatvasoft.com::f739c6cb-6fd2-470d-a4ab-8ce914b02e38" providerId="AD" clId="Web-{D28438B5-CE91-84D3-C9D4-D2043D5B3463}" dt="2026-01-01T12:54:07.705" v="735"/>
          <ac:picMkLst>
            <pc:docMk/>
            <pc:sldMk cId="1434561451" sldId="382"/>
            <ac:picMk id="8" creationId="{23950CA2-9248-D820-C5DD-3B28FB73CD30}"/>
          </ac:picMkLst>
        </pc:picChg>
      </pc:sldChg>
      <pc:sldChg chg="delSp modSp add replId">
        <pc:chgData name="Akhil Kukadiya" userId="S::akhil.kukadiya@tatvasoft.com::f739c6cb-6fd2-470d-a4ab-8ce914b02e38" providerId="AD" clId="Web-{D28438B5-CE91-84D3-C9D4-D2043D5B3463}" dt="2026-01-01T12:02:19.365" v="32" actId="20577"/>
        <pc:sldMkLst>
          <pc:docMk/>
          <pc:sldMk cId="2094655427" sldId="394"/>
        </pc:sldMkLst>
        <pc:spChg chg="mod">
          <ac:chgData name="Akhil Kukadiya" userId="S::akhil.kukadiya@tatvasoft.com::f739c6cb-6fd2-470d-a4ab-8ce914b02e38" providerId="AD" clId="Web-{D28438B5-CE91-84D3-C9D4-D2043D5B3463}" dt="2026-01-01T12:01:22.319" v="8" actId="20577"/>
          <ac:spMkLst>
            <pc:docMk/>
            <pc:sldMk cId="2094655427" sldId="394"/>
            <ac:spMk id="3" creationId="{42029F98-5A87-932E-0F7B-1B54D6F0C435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02:19.365" v="32" actId="20577"/>
          <ac:spMkLst>
            <pc:docMk/>
            <pc:sldMk cId="2094655427" sldId="394"/>
            <ac:spMk id="4" creationId="{69093ECE-14B7-DCEE-4EAB-6F54A98BA2E8}"/>
          </ac:spMkLst>
        </pc:spChg>
      </pc:sldChg>
      <pc:sldChg chg="addSp modSp add replId">
        <pc:chgData name="Akhil Kukadiya" userId="S::akhil.kukadiya@tatvasoft.com::f739c6cb-6fd2-470d-a4ab-8ce914b02e38" providerId="AD" clId="Web-{D28438B5-CE91-84D3-C9D4-D2043D5B3463}" dt="2026-01-01T12:52:04.987" v="660"/>
        <pc:sldMkLst>
          <pc:docMk/>
          <pc:sldMk cId="3942684606" sldId="395"/>
        </pc:sldMkLst>
        <pc:spChg chg="mod">
          <ac:chgData name="Akhil Kukadiya" userId="S::akhil.kukadiya@tatvasoft.com::f739c6cb-6fd2-470d-a4ab-8ce914b02e38" providerId="AD" clId="Web-{D28438B5-CE91-84D3-C9D4-D2043D5B3463}" dt="2026-01-01T12:04:46.802" v="43" actId="20577"/>
          <ac:spMkLst>
            <pc:docMk/>
            <pc:sldMk cId="3942684606" sldId="395"/>
            <ac:spMk id="3" creationId="{93DF8B3F-CA51-AC24-9812-17F09407B6D1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05:19.974" v="63" actId="20577"/>
          <ac:spMkLst>
            <pc:docMk/>
            <pc:sldMk cId="3942684606" sldId="395"/>
            <ac:spMk id="4" creationId="{7CD54A22-FCFB-EC98-7F72-6DC0DD6C62C6}"/>
          </ac:spMkLst>
        </pc:spChg>
        <pc:picChg chg="add mod">
          <ac:chgData name="Akhil Kukadiya" userId="S::akhil.kukadiya@tatvasoft.com::f739c6cb-6fd2-470d-a4ab-8ce914b02e38" providerId="AD" clId="Web-{D28438B5-CE91-84D3-C9D4-D2043D5B3463}" dt="2026-01-01T12:52:04.987" v="660"/>
          <ac:picMkLst>
            <pc:docMk/>
            <pc:sldMk cId="3942684606" sldId="395"/>
            <ac:picMk id="2" creationId="{B557D67A-4583-D09F-81E1-303FEE3C2E05}"/>
          </ac:picMkLst>
        </pc:picChg>
      </pc:sldChg>
      <pc:sldChg chg="addSp delSp modSp add replId">
        <pc:chgData name="Akhil Kukadiya" userId="S::akhil.kukadiya@tatvasoft.com::f739c6cb-6fd2-470d-a4ab-8ce914b02e38" providerId="AD" clId="Web-{D28438B5-CE91-84D3-C9D4-D2043D5B3463}" dt="2026-01-01T12:52:09.081" v="661"/>
        <pc:sldMkLst>
          <pc:docMk/>
          <pc:sldMk cId="3951426153" sldId="396"/>
        </pc:sldMkLst>
        <pc:spChg chg="mod">
          <ac:chgData name="Akhil Kukadiya" userId="S::akhil.kukadiya@tatvasoft.com::f739c6cb-6fd2-470d-a4ab-8ce914b02e38" providerId="AD" clId="Web-{D28438B5-CE91-84D3-C9D4-D2043D5B3463}" dt="2026-01-01T12:07:02.286" v="74" actId="20577"/>
          <ac:spMkLst>
            <pc:docMk/>
            <pc:sldMk cId="3951426153" sldId="396"/>
            <ac:spMk id="3" creationId="{44DE622D-809B-D3CE-364E-DB214B72EF87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07:41.067" v="93" actId="20577"/>
          <ac:spMkLst>
            <pc:docMk/>
            <pc:sldMk cId="3951426153" sldId="396"/>
            <ac:spMk id="4" creationId="{24DCBBE7-BE8C-FCEA-543F-10AB496969E4}"/>
          </ac:spMkLst>
        </pc:spChg>
        <pc:spChg chg="add mod">
          <ac:chgData name="Akhil Kukadiya" userId="S::akhil.kukadiya@tatvasoft.com::f739c6cb-6fd2-470d-a4ab-8ce914b02e38" providerId="AD" clId="Web-{D28438B5-CE91-84D3-C9D4-D2043D5B3463}" dt="2026-01-01T12:08:58.832" v="115" actId="20577"/>
          <ac:spMkLst>
            <pc:docMk/>
            <pc:sldMk cId="3951426153" sldId="396"/>
            <ac:spMk id="6" creationId="{DFC865B5-4003-4416-DB7A-32E28749B23E}"/>
          </ac:spMkLst>
        </pc:spChg>
        <pc:picChg chg="add mod">
          <ac:chgData name="Akhil Kukadiya" userId="S::akhil.kukadiya@tatvasoft.com::f739c6cb-6fd2-470d-a4ab-8ce914b02e38" providerId="AD" clId="Web-{D28438B5-CE91-84D3-C9D4-D2043D5B3463}" dt="2026-01-01T12:52:09.081" v="661"/>
          <ac:picMkLst>
            <pc:docMk/>
            <pc:sldMk cId="3951426153" sldId="396"/>
            <ac:picMk id="5" creationId="{9C4E4DE5-F349-F229-5861-03FD84D0620A}"/>
          </ac:picMkLst>
        </pc:picChg>
      </pc:sldChg>
      <pc:sldChg chg="addSp delSp modSp add replId">
        <pc:chgData name="Akhil Kukadiya" userId="S::akhil.kukadiya@tatvasoft.com::f739c6cb-6fd2-470d-a4ab-8ce914b02e38" providerId="AD" clId="Web-{D28438B5-CE91-84D3-C9D4-D2043D5B3463}" dt="2026-01-01T12:52:16.925" v="663"/>
        <pc:sldMkLst>
          <pc:docMk/>
          <pc:sldMk cId="55920493" sldId="397"/>
        </pc:sldMkLst>
        <pc:spChg chg="mod">
          <ac:chgData name="Akhil Kukadiya" userId="S::akhil.kukadiya@tatvasoft.com::f739c6cb-6fd2-470d-a4ab-8ce914b02e38" providerId="AD" clId="Web-{D28438B5-CE91-84D3-C9D4-D2043D5B3463}" dt="2026-01-01T12:09:45.817" v="134" actId="20577"/>
          <ac:spMkLst>
            <pc:docMk/>
            <pc:sldMk cId="55920493" sldId="397"/>
            <ac:spMk id="3" creationId="{D878E883-0741-EA5F-F13A-57B3B1D3BC00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11:52.535" v="187" actId="20577"/>
          <ac:spMkLst>
            <pc:docMk/>
            <pc:sldMk cId="55920493" sldId="397"/>
            <ac:spMk id="4" creationId="{E1F95E22-5CB6-AB7A-B682-9E8334A2ADBB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11:22.832" v="178" actId="20577"/>
          <ac:spMkLst>
            <pc:docMk/>
            <pc:sldMk cId="55920493" sldId="397"/>
            <ac:spMk id="6" creationId="{71481F95-BDA6-E1D6-8914-F4FFA3C3CC23}"/>
          </ac:spMkLst>
        </pc:spChg>
        <pc:picChg chg="add mod">
          <ac:chgData name="Akhil Kukadiya" userId="S::akhil.kukadiya@tatvasoft.com::f739c6cb-6fd2-470d-a4ab-8ce914b02e38" providerId="AD" clId="Web-{D28438B5-CE91-84D3-C9D4-D2043D5B3463}" dt="2026-01-01T12:52:16.925" v="663"/>
          <ac:picMkLst>
            <pc:docMk/>
            <pc:sldMk cId="55920493" sldId="397"/>
            <ac:picMk id="2" creationId="{408C8DA3-B85B-4F79-B33F-B1C73C098280}"/>
          </ac:picMkLst>
        </pc:picChg>
      </pc:sldChg>
      <pc:sldChg chg="addSp modSp add replId">
        <pc:chgData name="Akhil Kukadiya" userId="S::akhil.kukadiya@tatvasoft.com::f739c6cb-6fd2-470d-a4ab-8ce914b02e38" providerId="AD" clId="Web-{D28438B5-CE91-84D3-C9D4-D2043D5B3463}" dt="2026-01-01T12:52:21.597" v="664"/>
        <pc:sldMkLst>
          <pc:docMk/>
          <pc:sldMk cId="1709022989" sldId="398"/>
        </pc:sldMkLst>
        <pc:spChg chg="mod">
          <ac:chgData name="Akhil Kukadiya" userId="S::akhil.kukadiya@tatvasoft.com::f739c6cb-6fd2-470d-a4ab-8ce914b02e38" providerId="AD" clId="Web-{D28438B5-CE91-84D3-C9D4-D2043D5B3463}" dt="2026-01-01T12:11:38.066" v="185" actId="20577"/>
          <ac:spMkLst>
            <pc:docMk/>
            <pc:sldMk cId="1709022989" sldId="398"/>
            <ac:spMk id="3" creationId="{7282C5E7-B6DD-7F84-F854-DE76CA611F6B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13:39.628" v="237" actId="20577"/>
          <ac:spMkLst>
            <pc:docMk/>
            <pc:sldMk cId="1709022989" sldId="398"/>
            <ac:spMk id="4" creationId="{8544FDD8-5DEA-815D-1115-115849F25E11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23:32.092" v="258" actId="20577"/>
          <ac:spMkLst>
            <pc:docMk/>
            <pc:sldMk cId="1709022989" sldId="398"/>
            <ac:spMk id="6" creationId="{06FCE310-C902-1F26-EAF2-57126DB7717C}"/>
          </ac:spMkLst>
        </pc:spChg>
        <pc:picChg chg="add mod">
          <ac:chgData name="Akhil Kukadiya" userId="S::akhil.kukadiya@tatvasoft.com::f739c6cb-6fd2-470d-a4ab-8ce914b02e38" providerId="AD" clId="Web-{D28438B5-CE91-84D3-C9D4-D2043D5B3463}" dt="2026-01-01T12:52:21.597" v="664"/>
          <ac:picMkLst>
            <pc:docMk/>
            <pc:sldMk cId="1709022989" sldId="398"/>
            <ac:picMk id="2" creationId="{99F5A801-529A-68E9-7419-E23E660BCEAD}"/>
          </ac:picMkLst>
        </pc:picChg>
      </pc:sldChg>
      <pc:sldChg chg="addSp delSp modSp add replId">
        <pc:chgData name="Akhil Kukadiya" userId="S::akhil.kukadiya@tatvasoft.com::f739c6cb-6fd2-470d-a4ab-8ce914b02e38" providerId="AD" clId="Web-{D28438B5-CE91-84D3-C9D4-D2043D5B3463}" dt="2026-01-01T12:52:29.737" v="666"/>
        <pc:sldMkLst>
          <pc:docMk/>
          <pc:sldMk cId="3921707445" sldId="399"/>
        </pc:sldMkLst>
        <pc:spChg chg="mod">
          <ac:chgData name="Akhil Kukadiya" userId="S::akhil.kukadiya@tatvasoft.com::f739c6cb-6fd2-470d-a4ab-8ce914b02e38" providerId="AD" clId="Web-{D28438B5-CE91-84D3-C9D4-D2043D5B3463}" dt="2026-01-01T12:23:55.139" v="262" actId="20577"/>
          <ac:spMkLst>
            <pc:docMk/>
            <pc:sldMk cId="3921707445" sldId="399"/>
            <ac:spMk id="3" creationId="{FCE5163A-AE24-8F28-5B3E-5E187A9A8C8C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25:57.935" v="295" actId="20577"/>
          <ac:spMkLst>
            <pc:docMk/>
            <pc:sldMk cId="3921707445" sldId="399"/>
            <ac:spMk id="4" creationId="{959B85B3-AE7C-60C9-B44C-643337BD4F5F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25:49.810" v="293" actId="20577"/>
          <ac:spMkLst>
            <pc:docMk/>
            <pc:sldMk cId="3921707445" sldId="399"/>
            <ac:spMk id="6" creationId="{6613C7FF-F132-525D-6FEB-358B33223C39}"/>
          </ac:spMkLst>
        </pc:spChg>
        <pc:picChg chg="add mod">
          <ac:chgData name="Akhil Kukadiya" userId="S::akhil.kukadiya@tatvasoft.com::f739c6cb-6fd2-470d-a4ab-8ce914b02e38" providerId="AD" clId="Web-{D28438B5-CE91-84D3-C9D4-D2043D5B3463}" dt="2026-01-01T12:52:29.737" v="666"/>
          <ac:picMkLst>
            <pc:docMk/>
            <pc:sldMk cId="3921707445" sldId="399"/>
            <ac:picMk id="5" creationId="{B3B662B3-7C4C-E101-055F-C5AF3F9A42FB}"/>
          </ac:picMkLst>
        </pc:picChg>
      </pc:sldChg>
      <pc:sldChg chg="addSp delSp modSp add replId">
        <pc:chgData name="Akhil Kukadiya" userId="S::akhil.kukadiya@tatvasoft.com::f739c6cb-6fd2-470d-a4ab-8ce914b02e38" providerId="AD" clId="Web-{D28438B5-CE91-84D3-C9D4-D2043D5B3463}" dt="2026-01-01T12:52:37.550" v="668"/>
        <pc:sldMkLst>
          <pc:docMk/>
          <pc:sldMk cId="2803200694" sldId="400"/>
        </pc:sldMkLst>
        <pc:spChg chg="mod">
          <ac:chgData name="Akhil Kukadiya" userId="S::akhil.kukadiya@tatvasoft.com::f739c6cb-6fd2-470d-a4ab-8ce914b02e38" providerId="AD" clId="Web-{D28438B5-CE91-84D3-C9D4-D2043D5B3463}" dt="2026-01-01T12:26:13.764" v="298" actId="20577"/>
          <ac:spMkLst>
            <pc:docMk/>
            <pc:sldMk cId="2803200694" sldId="400"/>
            <ac:spMk id="3" creationId="{18446590-78AE-AFEE-1EE0-8DDDD867B280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27:28.123" v="331" actId="20577"/>
          <ac:spMkLst>
            <pc:docMk/>
            <pc:sldMk cId="2803200694" sldId="400"/>
            <ac:spMk id="4" creationId="{A8B8A41B-0A59-8D49-1C01-2253358D0FA9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28:19.138" v="357" actId="20577"/>
          <ac:spMkLst>
            <pc:docMk/>
            <pc:sldMk cId="2803200694" sldId="400"/>
            <ac:spMk id="6" creationId="{B136B238-4237-569D-0947-0A7B07274841}"/>
          </ac:spMkLst>
        </pc:spChg>
        <pc:picChg chg="add mod">
          <ac:chgData name="Akhil Kukadiya" userId="S::akhil.kukadiya@tatvasoft.com::f739c6cb-6fd2-470d-a4ab-8ce914b02e38" providerId="AD" clId="Web-{D28438B5-CE91-84D3-C9D4-D2043D5B3463}" dt="2026-01-01T12:52:37.550" v="668"/>
          <ac:picMkLst>
            <pc:docMk/>
            <pc:sldMk cId="2803200694" sldId="400"/>
            <ac:picMk id="2" creationId="{217E137F-E075-4A59-55FA-0BBC4501E638}"/>
          </ac:picMkLst>
        </pc:picChg>
      </pc:sldChg>
      <pc:sldChg chg="addSp delSp modSp add replId">
        <pc:chgData name="Akhil Kukadiya" userId="S::akhil.kukadiya@tatvasoft.com::f739c6cb-6fd2-470d-a4ab-8ce914b02e38" providerId="AD" clId="Web-{D28438B5-CE91-84D3-C9D4-D2043D5B3463}" dt="2026-01-01T12:52:43.659" v="670"/>
        <pc:sldMkLst>
          <pc:docMk/>
          <pc:sldMk cId="1969872722" sldId="401"/>
        </pc:sldMkLst>
        <pc:spChg chg="mod">
          <ac:chgData name="Akhil Kukadiya" userId="S::akhil.kukadiya@tatvasoft.com::f739c6cb-6fd2-470d-a4ab-8ce914b02e38" providerId="AD" clId="Web-{D28438B5-CE91-84D3-C9D4-D2043D5B3463}" dt="2026-01-01T12:32:41.214" v="386" actId="20577"/>
          <ac:spMkLst>
            <pc:docMk/>
            <pc:sldMk cId="1969872722" sldId="401"/>
            <ac:spMk id="3" creationId="{6C7BA359-3678-8294-7A41-2CC5DBBCB3D2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32:49.292" v="389" actId="20577"/>
          <ac:spMkLst>
            <pc:docMk/>
            <pc:sldMk cId="1969872722" sldId="401"/>
            <ac:spMk id="4" creationId="{D2A76523-C190-3D46-5347-4788E8757FD8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49:14.473" v="640" actId="1076"/>
          <ac:spMkLst>
            <pc:docMk/>
            <pc:sldMk cId="1969872722" sldId="401"/>
            <ac:spMk id="6" creationId="{683CF9E1-B15D-7554-D4C8-CC4133633550}"/>
          </ac:spMkLst>
        </pc:spChg>
        <pc:picChg chg="add mod">
          <ac:chgData name="Akhil Kukadiya" userId="S::akhil.kukadiya@tatvasoft.com::f739c6cb-6fd2-470d-a4ab-8ce914b02e38" providerId="AD" clId="Web-{D28438B5-CE91-84D3-C9D4-D2043D5B3463}" dt="2026-01-01T12:52:43.659" v="670"/>
          <ac:picMkLst>
            <pc:docMk/>
            <pc:sldMk cId="1969872722" sldId="401"/>
            <ac:picMk id="7" creationId="{A96BD2E6-720E-53CC-7314-1EC367AE6116}"/>
          </ac:picMkLst>
        </pc:picChg>
      </pc:sldChg>
      <pc:sldChg chg="modSp add replId">
        <pc:chgData name="Akhil Kukadiya" userId="S::akhil.kukadiya@tatvasoft.com::f739c6cb-6fd2-470d-a4ab-8ce914b02e38" providerId="AD" clId="Web-{D28438B5-CE91-84D3-C9D4-D2043D5B3463}" dt="2026-01-01T12:49:49.364" v="642"/>
        <pc:sldMkLst>
          <pc:docMk/>
          <pc:sldMk cId="1732614357" sldId="402"/>
        </pc:sldMkLst>
        <pc:spChg chg="mod">
          <ac:chgData name="Akhil Kukadiya" userId="S::akhil.kukadiya@tatvasoft.com::f739c6cb-6fd2-470d-a4ab-8ce914b02e38" providerId="AD" clId="Web-{D28438B5-CE91-84D3-C9D4-D2043D5B3463}" dt="2026-01-01T12:34:28.541" v="447" actId="20577"/>
          <ac:spMkLst>
            <pc:docMk/>
            <pc:sldMk cId="1732614357" sldId="402"/>
            <ac:spMk id="3" creationId="{481C7237-10A6-42FD-0778-5A1C1AC12FEB}"/>
          </ac:spMkLst>
        </pc:spChg>
        <pc:spChg chg="mod">
          <ac:chgData name="Akhil Kukadiya" userId="S::akhil.kukadiya@tatvasoft.com::f739c6cb-6fd2-470d-a4ab-8ce914b02e38" providerId="AD" clId="Web-{D28438B5-CE91-84D3-C9D4-D2043D5B3463}" dt="2026-01-01T12:37:05.243" v="464" actId="20577"/>
          <ac:spMkLst>
            <pc:docMk/>
            <pc:sldMk cId="1732614357" sldId="402"/>
            <ac:spMk id="4" creationId="{EBDF8AD0-F29B-EDAE-CC64-A79DD2245A16}"/>
          </ac:spMkLst>
        </pc:spChg>
        <pc:picChg chg="mod">
          <ac:chgData name="Akhil Kukadiya" userId="S::akhil.kukadiya@tatvasoft.com::f739c6cb-6fd2-470d-a4ab-8ce914b02e38" providerId="AD" clId="Web-{D28438B5-CE91-84D3-C9D4-D2043D5B3463}" dt="2026-01-01T12:49:49.364" v="642"/>
          <ac:picMkLst>
            <pc:docMk/>
            <pc:sldMk cId="1732614357" sldId="402"/>
            <ac:picMk id="7" creationId="{9DE9CD28-F675-6319-FB26-C493662D032A}"/>
          </ac:picMkLst>
        </pc:picChg>
      </pc:sldChg>
      <pc:sldChg chg="addSp delSp modSp add replId">
        <pc:chgData name="Akhil Kukadiya" userId="S::akhil.kukadiya@tatvasoft.com::f739c6cb-6fd2-470d-a4ab-8ce914b02e38" providerId="AD" clId="Web-{D28438B5-CE91-84D3-C9D4-D2043D5B3463}" dt="2026-01-01T12:44:32.741" v="567"/>
        <pc:sldMkLst>
          <pc:docMk/>
          <pc:sldMk cId="1657216704" sldId="403"/>
        </pc:sldMkLst>
        <pc:spChg chg="mod">
          <ac:chgData name="Akhil Kukadiya" userId="S::akhil.kukadiya@tatvasoft.com::f739c6cb-6fd2-470d-a4ab-8ce914b02e38" providerId="AD" clId="Web-{D28438B5-CE91-84D3-C9D4-D2043D5B3463}" dt="2026-01-01T12:43:33.179" v="474" actId="20577"/>
          <ac:spMkLst>
            <pc:docMk/>
            <pc:sldMk cId="1657216704" sldId="403"/>
            <ac:spMk id="3" creationId="{CB321918-D33D-A687-7AAD-69E90F00E532}"/>
          </ac:spMkLst>
        </pc:spChg>
        <pc:graphicFrameChg chg="add mod modGraphic">
          <ac:chgData name="Akhil Kukadiya" userId="S::akhil.kukadiya@tatvasoft.com::f739c6cb-6fd2-470d-a4ab-8ce914b02e38" providerId="AD" clId="Web-{D28438B5-CE91-84D3-C9D4-D2043D5B3463}" dt="2026-01-01T12:44:32.741" v="567"/>
          <ac:graphicFrameMkLst>
            <pc:docMk/>
            <pc:sldMk cId="1657216704" sldId="403"/>
            <ac:graphicFrameMk id="5" creationId="{21DDC583-FCF7-C024-50A2-0B5C61E27B78}"/>
          </ac:graphicFrameMkLst>
        </pc:graphicFrameChg>
      </pc:sldChg>
    </pc:docChg>
  </pc:docChgLst>
  <pc:docChgLst>
    <pc:chgData name="Akhil Kukadiya" userId="S::akhil.kukadiya@tatvasoft.com::f739c6cb-6fd2-470d-a4ab-8ce914b02e38" providerId="AD" clId="Web-{E6112788-8E7E-2E97-D962-D511514B29C4}"/>
    <pc:docChg chg="addSld delSld modSld sldOrd">
      <pc:chgData name="Akhil Kukadiya" userId="S::akhil.kukadiya@tatvasoft.com::f739c6cb-6fd2-470d-a4ab-8ce914b02e38" providerId="AD" clId="Web-{E6112788-8E7E-2E97-D962-D511514B29C4}" dt="2026-01-08T10:58:03.626" v="207"/>
      <pc:docMkLst>
        <pc:docMk/>
      </pc:docMkLst>
      <pc:sldChg chg="addSp delSp modSp">
        <pc:chgData name="Akhil Kukadiya" userId="S::akhil.kukadiya@tatvasoft.com::f739c6cb-6fd2-470d-a4ab-8ce914b02e38" providerId="AD" clId="Web-{E6112788-8E7E-2E97-D962-D511514B29C4}" dt="2026-01-08T10:04:13.743" v="24" actId="1076"/>
        <pc:sldMkLst>
          <pc:docMk/>
          <pc:sldMk cId="3346337561" sldId="365"/>
        </pc:sldMkLst>
        <pc:spChg chg="mod">
          <ac:chgData name="Akhil Kukadiya" userId="S::akhil.kukadiya@tatvasoft.com::f739c6cb-6fd2-470d-a4ab-8ce914b02e38" providerId="AD" clId="Web-{E6112788-8E7E-2E97-D962-D511514B29C4}" dt="2026-01-08T10:02:08.696" v="6" actId="20577"/>
          <ac:spMkLst>
            <pc:docMk/>
            <pc:sldMk cId="3346337561" sldId="365"/>
            <ac:spMk id="3" creationId="{DC403912-A1DD-CA9A-0D8B-BB10174FB09B}"/>
          </ac:spMkLst>
        </pc:spChg>
        <pc:spChg chg="mod">
          <ac:chgData name="Akhil Kukadiya" userId="S::akhil.kukadiya@tatvasoft.com::f739c6cb-6fd2-470d-a4ab-8ce914b02e38" providerId="AD" clId="Web-{E6112788-8E7E-2E97-D962-D511514B29C4}" dt="2026-01-08T10:02:25.946" v="10" actId="20577"/>
          <ac:spMkLst>
            <pc:docMk/>
            <pc:sldMk cId="3346337561" sldId="365"/>
            <ac:spMk id="4" creationId="{673EA232-FD48-AFD4-C52C-ADD4FB0851B1}"/>
          </ac:spMkLst>
        </pc:spChg>
        <pc:spChg chg="add mod">
          <ac:chgData name="Akhil Kukadiya" userId="S::akhil.kukadiya@tatvasoft.com::f739c6cb-6fd2-470d-a4ab-8ce914b02e38" providerId="AD" clId="Web-{E6112788-8E7E-2E97-D962-D511514B29C4}" dt="2026-01-08T10:04:13.743" v="24" actId="1076"/>
          <ac:spMkLst>
            <pc:docMk/>
            <pc:sldMk cId="3346337561" sldId="365"/>
            <ac:spMk id="6" creationId="{3920F051-FF88-2F29-CD45-459F9CB90F97}"/>
          </ac:spMkLst>
        </pc:spChg>
        <pc:picChg chg="add mod">
          <ac:chgData name="Akhil Kukadiya" userId="S::akhil.kukadiya@tatvasoft.com::f739c6cb-6fd2-470d-a4ab-8ce914b02e38" providerId="AD" clId="Web-{E6112788-8E7E-2E97-D962-D511514B29C4}" dt="2026-01-08T10:03:48.790" v="15"/>
          <ac:picMkLst>
            <pc:docMk/>
            <pc:sldMk cId="3346337561" sldId="365"/>
            <ac:picMk id="2" creationId="{25581315-02E6-205D-A249-7675A7A10AF4}"/>
          </ac:picMkLst>
        </pc:picChg>
      </pc:sldChg>
      <pc:sldChg chg="modSp">
        <pc:chgData name="Akhil Kukadiya" userId="S::akhil.kukadiya@tatvasoft.com::f739c6cb-6fd2-470d-a4ab-8ce914b02e38" providerId="AD" clId="Web-{E6112788-8E7E-2E97-D962-D511514B29C4}" dt="2026-01-08T10:58:03.626" v="207"/>
        <pc:sldMkLst>
          <pc:docMk/>
          <pc:sldMk cId="1657216704" sldId="403"/>
        </pc:sldMkLst>
        <pc:graphicFrameChg chg="mod modGraphic">
          <ac:chgData name="Akhil Kukadiya" userId="S::akhil.kukadiya@tatvasoft.com::f739c6cb-6fd2-470d-a4ab-8ce914b02e38" providerId="AD" clId="Web-{E6112788-8E7E-2E97-D962-D511514B29C4}" dt="2026-01-08T10:58:03.626" v="207"/>
          <ac:graphicFrameMkLst>
            <pc:docMk/>
            <pc:sldMk cId="1657216704" sldId="403"/>
            <ac:graphicFrameMk id="5" creationId="{21DDC583-FCF7-C024-50A2-0B5C61E27B78}"/>
          </ac:graphicFrameMkLst>
        </pc:graphicFrameChg>
      </pc:sldChg>
      <pc:sldChg chg="modSp">
        <pc:chgData name="Akhil Kukadiya" userId="S::akhil.kukadiya@tatvasoft.com::f739c6cb-6fd2-470d-a4ab-8ce914b02e38" providerId="AD" clId="Web-{E6112788-8E7E-2E97-D962-D511514B29C4}" dt="2026-01-08T08:57:57.954" v="0"/>
        <pc:sldMkLst>
          <pc:docMk/>
          <pc:sldMk cId="4070960100" sldId="406"/>
        </pc:sldMkLst>
        <pc:picChg chg="mod">
          <ac:chgData name="Akhil Kukadiya" userId="S::akhil.kukadiya@tatvasoft.com::f739c6cb-6fd2-470d-a4ab-8ce914b02e38" providerId="AD" clId="Web-{E6112788-8E7E-2E97-D962-D511514B29C4}" dt="2026-01-08T08:57:57.954" v="0"/>
          <ac:picMkLst>
            <pc:docMk/>
            <pc:sldMk cId="4070960100" sldId="406"/>
            <ac:picMk id="6" creationId="{68DD1FB9-1306-D313-B4CE-ED6DE42102E6}"/>
          </ac:picMkLst>
        </pc:picChg>
      </pc:sldChg>
      <pc:sldChg chg="addSp delSp modSp add replId">
        <pc:chgData name="Akhil Kukadiya" userId="S::akhil.kukadiya@tatvasoft.com::f739c6cb-6fd2-470d-a4ab-8ce914b02e38" providerId="AD" clId="Web-{E6112788-8E7E-2E97-D962-D511514B29C4}" dt="2026-01-08T10:06:06.477" v="76" actId="20577"/>
        <pc:sldMkLst>
          <pc:docMk/>
          <pc:sldMk cId="4239696757" sldId="425"/>
        </pc:sldMkLst>
        <pc:spChg chg="mod">
          <ac:chgData name="Akhil Kukadiya" userId="S::akhil.kukadiya@tatvasoft.com::f739c6cb-6fd2-470d-a4ab-8ce914b02e38" providerId="AD" clId="Web-{E6112788-8E7E-2E97-D962-D511514B29C4}" dt="2026-01-08T10:06:06.477" v="76" actId="20577"/>
          <ac:spMkLst>
            <pc:docMk/>
            <pc:sldMk cId="4239696757" sldId="425"/>
            <ac:spMk id="3" creationId="{465252EF-29BA-954E-E621-4266C3574A39}"/>
          </ac:spMkLst>
        </pc:spChg>
        <pc:graphicFrameChg chg="add mod modGraphic">
          <ac:chgData name="Akhil Kukadiya" userId="S::akhil.kukadiya@tatvasoft.com::f739c6cb-6fd2-470d-a4ab-8ce914b02e38" providerId="AD" clId="Web-{E6112788-8E7E-2E97-D962-D511514B29C4}" dt="2026-01-08T10:05:52.993" v="74"/>
          <ac:graphicFrameMkLst>
            <pc:docMk/>
            <pc:sldMk cId="4239696757" sldId="425"/>
            <ac:graphicFrameMk id="7" creationId="{04FCF323-237A-BB3D-AF92-0CBCBBC1257A}"/>
          </ac:graphicFrameMkLst>
        </pc:graphicFrameChg>
      </pc:sldChg>
      <pc:sldChg chg="addSp delSp modSp add ord replId">
        <pc:chgData name="Akhil Kukadiya" userId="S::akhil.kukadiya@tatvasoft.com::f739c6cb-6fd2-470d-a4ab-8ce914b02e38" providerId="AD" clId="Web-{E6112788-8E7E-2E97-D962-D511514B29C4}" dt="2026-01-08T10:10:31.900" v="100" actId="20577"/>
        <pc:sldMkLst>
          <pc:docMk/>
          <pc:sldMk cId="2251916946" sldId="427"/>
        </pc:sldMkLst>
        <pc:spChg chg="mod">
          <ac:chgData name="Akhil Kukadiya" userId="S::akhil.kukadiya@tatvasoft.com::f739c6cb-6fd2-470d-a4ab-8ce914b02e38" providerId="AD" clId="Web-{E6112788-8E7E-2E97-D962-D511514B29C4}" dt="2026-01-08T10:08:22.134" v="82" actId="20577"/>
          <ac:spMkLst>
            <pc:docMk/>
            <pc:sldMk cId="2251916946" sldId="427"/>
            <ac:spMk id="3" creationId="{6EF23CE8-DE43-5E9C-90EE-0DB38347C28D}"/>
          </ac:spMkLst>
        </pc:spChg>
        <pc:spChg chg="mod">
          <ac:chgData name="Akhil Kukadiya" userId="S::akhil.kukadiya@tatvasoft.com::f739c6cb-6fd2-470d-a4ab-8ce914b02e38" providerId="AD" clId="Web-{E6112788-8E7E-2E97-D962-D511514B29C4}" dt="2026-01-08T10:09:55.523" v="92" actId="20577"/>
          <ac:spMkLst>
            <pc:docMk/>
            <pc:sldMk cId="2251916946" sldId="427"/>
            <ac:spMk id="4" creationId="{4469F69E-84D4-1C13-D36A-3EC9E3C22CF5}"/>
          </ac:spMkLst>
        </pc:spChg>
        <pc:spChg chg="mod">
          <ac:chgData name="Akhil Kukadiya" userId="S::akhil.kukadiya@tatvasoft.com::f739c6cb-6fd2-470d-a4ab-8ce914b02e38" providerId="AD" clId="Web-{E6112788-8E7E-2E97-D962-D511514B29C4}" dt="2026-01-08T10:10:31.900" v="100" actId="20577"/>
          <ac:spMkLst>
            <pc:docMk/>
            <pc:sldMk cId="2251916946" sldId="427"/>
            <ac:spMk id="6" creationId="{3D5996E3-6FA2-4F61-C266-2F6F2263FD83}"/>
          </ac:spMkLst>
        </pc:spChg>
        <pc:picChg chg="add mod">
          <ac:chgData name="Akhil Kukadiya" userId="S::akhil.kukadiya@tatvasoft.com::f739c6cb-6fd2-470d-a4ab-8ce914b02e38" providerId="AD" clId="Web-{E6112788-8E7E-2E97-D962-D511514B29C4}" dt="2026-01-08T10:08:59.508" v="88"/>
          <ac:picMkLst>
            <pc:docMk/>
            <pc:sldMk cId="2251916946" sldId="427"/>
            <ac:picMk id="5" creationId="{23CD0CAA-7501-A9CE-7E8F-3EF129188868}"/>
          </ac:picMkLst>
        </pc:picChg>
      </pc:sldChg>
      <pc:sldChg chg="delSp modSp add replId">
        <pc:chgData name="Akhil Kukadiya" userId="S::akhil.kukadiya@tatvasoft.com::f739c6cb-6fd2-470d-a4ab-8ce914b02e38" providerId="AD" clId="Web-{E6112788-8E7E-2E97-D962-D511514B29C4}" dt="2026-01-08T10:11:44.573" v="130" actId="20577"/>
        <pc:sldMkLst>
          <pc:docMk/>
          <pc:sldMk cId="2635742486" sldId="428"/>
        </pc:sldMkLst>
        <pc:spChg chg="mod">
          <ac:chgData name="Akhil Kukadiya" userId="S::akhil.kukadiya@tatvasoft.com::f739c6cb-6fd2-470d-a4ab-8ce914b02e38" providerId="AD" clId="Web-{E6112788-8E7E-2E97-D962-D511514B29C4}" dt="2026-01-08T10:10:58.510" v="105" actId="20577"/>
          <ac:spMkLst>
            <pc:docMk/>
            <pc:sldMk cId="2635742486" sldId="428"/>
            <ac:spMk id="3" creationId="{CB72B953-8491-8660-733A-8BC39C95FE85}"/>
          </ac:spMkLst>
        </pc:spChg>
        <pc:spChg chg="mod">
          <ac:chgData name="Akhil Kukadiya" userId="S::akhil.kukadiya@tatvasoft.com::f739c6cb-6fd2-470d-a4ab-8ce914b02e38" providerId="AD" clId="Web-{E6112788-8E7E-2E97-D962-D511514B29C4}" dt="2026-01-08T10:11:44.573" v="130" actId="20577"/>
          <ac:spMkLst>
            <pc:docMk/>
            <pc:sldMk cId="2635742486" sldId="428"/>
            <ac:spMk id="4" creationId="{93A72478-42E5-A1DF-68DE-84623C923D80}"/>
          </ac:spMkLst>
        </pc:spChg>
      </pc:sldChg>
      <pc:sldChg chg="addSp delSp modSp add mod ord replId setBg setFolMasterObjs">
        <pc:chgData name="Akhil Kukadiya" userId="S::akhil.kukadiya@tatvasoft.com::f739c6cb-6fd2-470d-a4ab-8ce914b02e38" providerId="AD" clId="Web-{E6112788-8E7E-2E97-D962-D511514B29C4}" dt="2026-01-08T10:18:00.245" v="177" actId="1076"/>
        <pc:sldMkLst>
          <pc:docMk/>
          <pc:sldMk cId="792132383" sldId="429"/>
        </pc:sldMkLst>
        <pc:spChg chg="mod">
          <ac:chgData name="Akhil Kukadiya" userId="S::akhil.kukadiya@tatvasoft.com::f739c6cb-6fd2-470d-a4ab-8ce914b02e38" providerId="AD" clId="Web-{E6112788-8E7E-2E97-D962-D511514B29C4}" dt="2026-01-08T10:17:17.479" v="142"/>
          <ac:spMkLst>
            <pc:docMk/>
            <pc:sldMk cId="792132383" sldId="429"/>
            <ac:spMk id="3" creationId="{E75DE02C-695A-9B36-609D-6DC88561EAE7}"/>
          </ac:spMkLst>
        </pc:spChg>
        <pc:graphicFrameChg chg="add mod modGraphic">
          <ac:chgData name="Akhil Kukadiya" userId="S::akhil.kukadiya@tatvasoft.com::f739c6cb-6fd2-470d-a4ab-8ce914b02e38" providerId="AD" clId="Web-{E6112788-8E7E-2E97-D962-D511514B29C4}" dt="2026-01-08T10:18:00.245" v="177" actId="1076"/>
          <ac:graphicFrameMkLst>
            <pc:docMk/>
            <pc:sldMk cId="792132383" sldId="429"/>
            <ac:graphicFrameMk id="6" creationId="{BE5E12B9-03E4-7D02-8014-A63BDEDC2A69}"/>
          </ac:graphicFrameMkLst>
        </pc:graphicFrameChg>
      </pc:sldChg>
    </pc:docChg>
  </pc:docChgLst>
  <pc:docChgLst>
    <pc:chgData name="Akhil Kukadiya" userId="S::akhil.kukadiya@tatvasoft.com::f739c6cb-6fd2-470d-a4ab-8ce914b02e38" providerId="AD" clId="Web-{31146FE3-F6E1-6219-A85E-703B93F9A47C}"/>
    <pc:docChg chg="addSld modSld">
      <pc:chgData name="Akhil Kukadiya" userId="S::akhil.kukadiya@tatvasoft.com::f739c6cb-6fd2-470d-a4ab-8ce914b02e38" providerId="AD" clId="Web-{31146FE3-F6E1-6219-A85E-703B93F9A47C}" dt="2026-01-05T11:37:53.925" v="498" actId="20577"/>
      <pc:docMkLst>
        <pc:docMk/>
      </pc:docMkLst>
      <pc:sldChg chg="modSp">
        <pc:chgData name="Akhil Kukadiya" userId="S::akhil.kukadiya@tatvasoft.com::f739c6cb-6fd2-470d-a4ab-8ce914b02e38" providerId="AD" clId="Web-{31146FE3-F6E1-6219-A85E-703B93F9A47C}" dt="2026-01-05T11:37:53.925" v="498" actId="20577"/>
        <pc:sldMkLst>
          <pc:docMk/>
          <pc:sldMk cId="4092130073" sldId="393"/>
        </pc:sldMkLst>
        <pc:spChg chg="mod">
          <ac:chgData name="Akhil Kukadiya" userId="S::akhil.kukadiya@tatvasoft.com::f739c6cb-6fd2-470d-a4ab-8ce914b02e38" providerId="AD" clId="Web-{31146FE3-F6E1-6219-A85E-703B93F9A47C}" dt="2026-01-05T11:37:53.925" v="498" actId="20577"/>
          <ac:spMkLst>
            <pc:docMk/>
            <pc:sldMk cId="4092130073" sldId="393"/>
            <ac:spMk id="4" creationId="{3EA46482-3414-5CA2-CB06-65CD8F1D2EA9}"/>
          </ac:spMkLst>
        </pc:spChg>
      </pc:sldChg>
      <pc:sldChg chg="addSp delSp modSp add replId">
        <pc:chgData name="Akhil Kukadiya" userId="S::akhil.kukadiya@tatvasoft.com::f739c6cb-6fd2-470d-a4ab-8ce914b02e38" providerId="AD" clId="Web-{31146FE3-F6E1-6219-A85E-703B93F9A47C}" dt="2026-01-05T10:49:48.515" v="81" actId="20577"/>
        <pc:sldMkLst>
          <pc:docMk/>
          <pc:sldMk cId="3378636884" sldId="409"/>
        </pc:sldMkLst>
        <pc:spChg chg="mod">
          <ac:chgData name="Akhil Kukadiya" userId="S::akhil.kukadiya@tatvasoft.com::f739c6cb-6fd2-470d-a4ab-8ce914b02e38" providerId="AD" clId="Web-{31146FE3-F6E1-6219-A85E-703B93F9A47C}" dt="2026-01-05T10:48:49.781" v="53" actId="20577"/>
          <ac:spMkLst>
            <pc:docMk/>
            <pc:sldMk cId="3378636884" sldId="409"/>
            <ac:spMk id="3" creationId="{A4AC7D66-BEA9-D288-058F-6D68B3097BE2}"/>
          </ac:spMkLst>
        </pc:spChg>
        <pc:spChg chg="mod">
          <ac:chgData name="Akhil Kukadiya" userId="S::akhil.kukadiya@tatvasoft.com::f739c6cb-6fd2-470d-a4ab-8ce914b02e38" providerId="AD" clId="Web-{31146FE3-F6E1-6219-A85E-703B93F9A47C}" dt="2026-01-05T10:49:15.703" v="68" actId="20577"/>
          <ac:spMkLst>
            <pc:docMk/>
            <pc:sldMk cId="3378636884" sldId="409"/>
            <ac:spMk id="4" creationId="{7D17CCAA-38C9-2932-6A49-05F1BF27FF08}"/>
          </ac:spMkLst>
        </pc:spChg>
        <pc:spChg chg="add mod">
          <ac:chgData name="Akhil Kukadiya" userId="S::akhil.kukadiya@tatvasoft.com::f739c6cb-6fd2-470d-a4ab-8ce914b02e38" providerId="AD" clId="Web-{31146FE3-F6E1-6219-A85E-703B93F9A47C}" dt="2026-01-05T10:49:48.515" v="81" actId="20577"/>
          <ac:spMkLst>
            <pc:docMk/>
            <pc:sldMk cId="3378636884" sldId="409"/>
            <ac:spMk id="7" creationId="{DF87C3EF-6A86-9C61-C6D7-DCD80CF186D7}"/>
          </ac:spMkLst>
        </pc:spChg>
      </pc:sldChg>
      <pc:sldChg chg="delSp modSp add replId">
        <pc:chgData name="Akhil Kukadiya" userId="S::akhil.kukadiya@tatvasoft.com::f739c6cb-6fd2-470d-a4ab-8ce914b02e38" providerId="AD" clId="Web-{31146FE3-F6E1-6219-A85E-703B93F9A47C}" dt="2026-01-05T10:51:52.812" v="109" actId="20577"/>
        <pc:sldMkLst>
          <pc:docMk/>
          <pc:sldMk cId="3008700506" sldId="410"/>
        </pc:sldMkLst>
        <pc:spChg chg="mod">
          <ac:chgData name="Akhil Kukadiya" userId="S::akhil.kukadiya@tatvasoft.com::f739c6cb-6fd2-470d-a4ab-8ce914b02e38" providerId="AD" clId="Web-{31146FE3-F6E1-6219-A85E-703B93F9A47C}" dt="2026-01-05T10:51:06.765" v="88" actId="20577"/>
          <ac:spMkLst>
            <pc:docMk/>
            <pc:sldMk cId="3008700506" sldId="410"/>
            <ac:spMk id="3" creationId="{DABBC048-E722-7393-9C65-F644D74A2131}"/>
          </ac:spMkLst>
        </pc:spChg>
        <pc:spChg chg="mod">
          <ac:chgData name="Akhil Kukadiya" userId="S::akhil.kukadiya@tatvasoft.com::f739c6cb-6fd2-470d-a4ab-8ce914b02e38" providerId="AD" clId="Web-{31146FE3-F6E1-6219-A85E-703B93F9A47C}" dt="2026-01-05T10:51:52.812" v="109" actId="20577"/>
          <ac:spMkLst>
            <pc:docMk/>
            <pc:sldMk cId="3008700506" sldId="410"/>
            <ac:spMk id="4" creationId="{9F087A95-54E9-FAE2-96BD-DB86556E9750}"/>
          </ac:spMkLst>
        </pc:spChg>
      </pc:sldChg>
      <pc:sldChg chg="addSp modSp add replId">
        <pc:chgData name="Akhil Kukadiya" userId="S::akhil.kukadiya@tatvasoft.com::f739c6cb-6fd2-470d-a4ab-8ce914b02e38" providerId="AD" clId="Web-{31146FE3-F6E1-6219-A85E-703B93F9A47C}" dt="2026-01-05T10:59:57.078" v="122"/>
        <pc:sldMkLst>
          <pc:docMk/>
          <pc:sldMk cId="3240701111" sldId="411"/>
        </pc:sldMkLst>
        <pc:spChg chg="mod">
          <ac:chgData name="Akhil Kukadiya" userId="S::akhil.kukadiya@tatvasoft.com::f739c6cb-6fd2-470d-a4ab-8ce914b02e38" providerId="AD" clId="Web-{31146FE3-F6E1-6219-A85E-703B93F9A47C}" dt="2026-01-05T10:59:25.797" v="113" actId="20577"/>
          <ac:spMkLst>
            <pc:docMk/>
            <pc:sldMk cId="3240701111" sldId="411"/>
            <ac:spMk id="3" creationId="{3FDDF26E-0E5E-48C4-AF86-666A12324892}"/>
          </ac:spMkLst>
        </pc:spChg>
        <pc:spChg chg="mod">
          <ac:chgData name="Akhil Kukadiya" userId="S::akhil.kukadiya@tatvasoft.com::f739c6cb-6fd2-470d-a4ab-8ce914b02e38" providerId="AD" clId="Web-{31146FE3-F6E1-6219-A85E-703B93F9A47C}" dt="2026-01-05T10:59:49.343" v="120" actId="20577"/>
          <ac:spMkLst>
            <pc:docMk/>
            <pc:sldMk cId="3240701111" sldId="411"/>
            <ac:spMk id="4" creationId="{DB3F0008-E0F9-07C1-9C90-B85A12D78AEE}"/>
          </ac:spMkLst>
        </pc:spChg>
        <pc:picChg chg="add mod">
          <ac:chgData name="Akhil Kukadiya" userId="S::akhil.kukadiya@tatvasoft.com::f739c6cb-6fd2-470d-a4ab-8ce914b02e38" providerId="AD" clId="Web-{31146FE3-F6E1-6219-A85E-703B93F9A47C}" dt="2026-01-05T10:59:57.078" v="122"/>
          <ac:picMkLst>
            <pc:docMk/>
            <pc:sldMk cId="3240701111" sldId="411"/>
            <ac:picMk id="2" creationId="{A98FC50C-C57B-942B-0801-21FAA0FADC8A}"/>
          </ac:picMkLst>
        </pc:picChg>
      </pc:sldChg>
      <pc:sldChg chg="addSp delSp modSp add replId">
        <pc:chgData name="Akhil Kukadiya" userId="S::akhil.kukadiya@tatvasoft.com::f739c6cb-6fd2-470d-a4ab-8ce914b02e38" providerId="AD" clId="Web-{31146FE3-F6E1-6219-A85E-703B93F9A47C}" dt="2026-01-05T11:03:15.328" v="146" actId="20577"/>
        <pc:sldMkLst>
          <pc:docMk/>
          <pc:sldMk cId="1427587914" sldId="412"/>
        </pc:sldMkLst>
        <pc:spChg chg="mod">
          <ac:chgData name="Akhil Kukadiya" userId="S::akhil.kukadiya@tatvasoft.com::f739c6cb-6fd2-470d-a4ab-8ce914b02e38" providerId="AD" clId="Web-{31146FE3-F6E1-6219-A85E-703B93F9A47C}" dt="2026-01-05T11:00:33.672" v="126" actId="20577"/>
          <ac:spMkLst>
            <pc:docMk/>
            <pc:sldMk cId="1427587914" sldId="412"/>
            <ac:spMk id="3" creationId="{1972E240-6BC4-2D17-4982-8C6CD0EF39A2}"/>
          </ac:spMkLst>
        </pc:spChg>
        <pc:spChg chg="mod">
          <ac:chgData name="Akhil Kukadiya" userId="S::akhil.kukadiya@tatvasoft.com::f739c6cb-6fd2-470d-a4ab-8ce914b02e38" providerId="AD" clId="Web-{31146FE3-F6E1-6219-A85E-703B93F9A47C}" dt="2026-01-05T11:00:42.359" v="130" actId="20577"/>
          <ac:spMkLst>
            <pc:docMk/>
            <pc:sldMk cId="1427587914" sldId="412"/>
            <ac:spMk id="4" creationId="{27DC508A-970E-81F4-B465-9B9DD2462A02}"/>
          </ac:spMkLst>
        </pc:spChg>
        <pc:spChg chg="add mod">
          <ac:chgData name="Akhil Kukadiya" userId="S::akhil.kukadiya@tatvasoft.com::f739c6cb-6fd2-470d-a4ab-8ce914b02e38" providerId="AD" clId="Web-{31146FE3-F6E1-6219-A85E-703B93F9A47C}" dt="2026-01-05T11:03:15.328" v="146" actId="20577"/>
          <ac:spMkLst>
            <pc:docMk/>
            <pc:sldMk cId="1427587914" sldId="412"/>
            <ac:spMk id="6" creationId="{2504FAF3-123D-5B02-DB5D-DFA3C28910FB}"/>
          </ac:spMkLst>
        </pc:spChg>
        <pc:picChg chg="add mod">
          <ac:chgData name="Akhil Kukadiya" userId="S::akhil.kukadiya@tatvasoft.com::f739c6cb-6fd2-470d-a4ab-8ce914b02e38" providerId="AD" clId="Web-{31146FE3-F6E1-6219-A85E-703B93F9A47C}" dt="2026-01-05T11:02:36.015" v="134"/>
          <ac:picMkLst>
            <pc:docMk/>
            <pc:sldMk cId="1427587914" sldId="412"/>
            <ac:picMk id="5" creationId="{3BAE6850-362A-76C7-1A60-940C7C5AE6F6}"/>
          </ac:picMkLst>
        </pc:picChg>
      </pc:sldChg>
      <pc:sldChg chg="addSp delSp modSp add replId">
        <pc:chgData name="Akhil Kukadiya" userId="S::akhil.kukadiya@tatvasoft.com::f739c6cb-6fd2-470d-a4ab-8ce914b02e38" providerId="AD" clId="Web-{31146FE3-F6E1-6219-A85E-703B93F9A47C}" dt="2026-01-05T11:35:01.018" v="496"/>
        <pc:sldMkLst>
          <pc:docMk/>
          <pc:sldMk cId="717085184" sldId="413"/>
        </pc:sldMkLst>
        <pc:spChg chg="mod">
          <ac:chgData name="Akhil Kukadiya" userId="S::akhil.kukadiya@tatvasoft.com::f739c6cb-6fd2-470d-a4ab-8ce914b02e38" providerId="AD" clId="Web-{31146FE3-F6E1-6219-A85E-703B93F9A47C}" dt="2026-01-05T11:03:28.968" v="152" actId="20577"/>
          <ac:spMkLst>
            <pc:docMk/>
            <pc:sldMk cId="717085184" sldId="413"/>
            <ac:spMk id="3" creationId="{134DEF29-E362-9127-7078-297FAF28B991}"/>
          </ac:spMkLst>
        </pc:spChg>
        <pc:spChg chg="mod">
          <ac:chgData name="Akhil Kukadiya" userId="S::akhil.kukadiya@tatvasoft.com::f739c6cb-6fd2-470d-a4ab-8ce914b02e38" providerId="AD" clId="Web-{31146FE3-F6E1-6219-A85E-703B93F9A47C}" dt="2026-01-05T11:03:36.546" v="155" actId="20577"/>
          <ac:spMkLst>
            <pc:docMk/>
            <pc:sldMk cId="717085184" sldId="413"/>
            <ac:spMk id="4" creationId="{693F23F3-862E-6F3E-06EC-8613F51BA392}"/>
          </ac:spMkLst>
        </pc:spChg>
        <pc:spChg chg="mod">
          <ac:chgData name="Akhil Kukadiya" userId="S::akhil.kukadiya@tatvasoft.com::f739c6cb-6fd2-470d-a4ab-8ce914b02e38" providerId="AD" clId="Web-{31146FE3-F6E1-6219-A85E-703B93F9A47C}" dt="2026-01-05T11:08:50.066" v="168" actId="20577"/>
          <ac:spMkLst>
            <pc:docMk/>
            <pc:sldMk cId="717085184" sldId="413"/>
            <ac:spMk id="6" creationId="{C62CAF5D-6EC0-0423-4BEB-E53EEE7D0BAA}"/>
          </ac:spMkLst>
        </pc:spChg>
        <pc:picChg chg="add mod">
          <ac:chgData name="Akhil Kukadiya" userId="S::akhil.kukadiya@tatvasoft.com::f739c6cb-6fd2-470d-a4ab-8ce914b02e38" providerId="AD" clId="Web-{31146FE3-F6E1-6219-A85E-703B93F9A47C}" dt="2026-01-05T11:35:01.018" v="496"/>
          <ac:picMkLst>
            <pc:docMk/>
            <pc:sldMk cId="717085184" sldId="413"/>
            <ac:picMk id="2" creationId="{F56B5B0B-93BD-EAAC-35CD-C61002BD32EE}"/>
          </ac:picMkLst>
        </pc:picChg>
        <pc:picChg chg="add mod">
          <ac:chgData name="Akhil Kukadiya" userId="S::akhil.kukadiya@tatvasoft.com::f739c6cb-6fd2-470d-a4ab-8ce914b02e38" providerId="AD" clId="Web-{31146FE3-F6E1-6219-A85E-703B93F9A47C}" dt="2026-01-05T11:08:58.566" v="172"/>
          <ac:picMkLst>
            <pc:docMk/>
            <pc:sldMk cId="717085184" sldId="413"/>
            <ac:picMk id="7" creationId="{8B12A943-0AD1-174B-D152-29F8D09D0CC9}"/>
          </ac:picMkLst>
        </pc:picChg>
      </pc:sldChg>
      <pc:sldChg chg="addSp delSp modSp add replId">
        <pc:chgData name="Akhil Kukadiya" userId="S::akhil.kukadiya@tatvasoft.com::f739c6cb-6fd2-470d-a4ab-8ce914b02e38" providerId="AD" clId="Web-{31146FE3-F6E1-6219-A85E-703B93F9A47C}" dt="2026-01-05T11:34:27.268" v="490" actId="1076"/>
        <pc:sldMkLst>
          <pc:docMk/>
          <pc:sldMk cId="2686019758" sldId="414"/>
        </pc:sldMkLst>
        <pc:spChg chg="mod">
          <ac:chgData name="Akhil Kukadiya" userId="S::akhil.kukadiya@tatvasoft.com::f739c6cb-6fd2-470d-a4ab-8ce914b02e38" providerId="AD" clId="Web-{31146FE3-F6E1-6219-A85E-703B93F9A47C}" dt="2026-01-05T11:10:27.816" v="182" actId="20577"/>
          <ac:spMkLst>
            <pc:docMk/>
            <pc:sldMk cId="2686019758" sldId="414"/>
            <ac:spMk id="3" creationId="{AF6E2E97-9094-72B8-9387-81030334BFCF}"/>
          </ac:spMkLst>
        </pc:spChg>
        <pc:spChg chg="mod">
          <ac:chgData name="Akhil Kukadiya" userId="S::akhil.kukadiya@tatvasoft.com::f739c6cb-6fd2-470d-a4ab-8ce914b02e38" providerId="AD" clId="Web-{31146FE3-F6E1-6219-A85E-703B93F9A47C}" dt="2026-01-05T11:34:27.268" v="490" actId="1076"/>
          <ac:spMkLst>
            <pc:docMk/>
            <pc:sldMk cId="2686019758" sldId="414"/>
            <ac:spMk id="6" creationId="{4F19462B-653B-D0EE-2408-B7040CD2D563}"/>
          </ac:spMkLst>
        </pc:spChg>
        <pc:picChg chg="add mod">
          <ac:chgData name="Akhil Kukadiya" userId="S::akhil.kukadiya@tatvasoft.com::f739c6cb-6fd2-470d-a4ab-8ce914b02e38" providerId="AD" clId="Web-{31146FE3-F6E1-6219-A85E-703B93F9A47C}" dt="2026-01-05T11:11:01.238" v="195" actId="1076"/>
          <ac:picMkLst>
            <pc:docMk/>
            <pc:sldMk cId="2686019758" sldId="414"/>
            <ac:picMk id="5" creationId="{B3DC9A5B-F1E0-8F31-1789-B56DFC72FFFE}"/>
          </ac:picMkLst>
        </pc:picChg>
      </pc:sldChg>
      <pc:sldChg chg="addSp delSp modSp add replId">
        <pc:chgData name="Akhil Kukadiya" userId="S::akhil.kukadiya@tatvasoft.com::f739c6cb-6fd2-470d-a4ab-8ce914b02e38" providerId="AD" clId="Web-{31146FE3-F6E1-6219-A85E-703B93F9A47C}" dt="2026-01-05T11:12:37.238" v="236" actId="1076"/>
        <pc:sldMkLst>
          <pc:docMk/>
          <pc:sldMk cId="3597505542" sldId="415"/>
        </pc:sldMkLst>
        <pc:spChg chg="add mod">
          <ac:chgData name="Akhil Kukadiya" userId="S::akhil.kukadiya@tatvasoft.com::f739c6cb-6fd2-470d-a4ab-8ce914b02e38" providerId="AD" clId="Web-{31146FE3-F6E1-6219-A85E-703B93F9A47C}" dt="2026-01-05T11:12:37.238" v="236" actId="1076"/>
          <ac:spMkLst>
            <pc:docMk/>
            <pc:sldMk cId="3597505542" sldId="415"/>
            <ac:spMk id="2" creationId="{5C819EFC-335D-417E-F345-80F2B147F8B9}"/>
          </ac:spMkLst>
        </pc:spChg>
        <pc:spChg chg="add del mod">
          <ac:chgData name="Akhil Kukadiya" userId="S::akhil.kukadiya@tatvasoft.com::f739c6cb-6fd2-470d-a4ab-8ce914b02e38" providerId="AD" clId="Web-{31146FE3-F6E1-6219-A85E-703B93F9A47C}" dt="2026-01-05T11:11:50.175" v="214"/>
          <ac:spMkLst>
            <pc:docMk/>
            <pc:sldMk cId="3597505542" sldId="415"/>
            <ac:spMk id="3" creationId="{559D0493-7DF5-4AB4-93E9-9CAA6C9E514D}"/>
          </ac:spMkLst>
        </pc:spChg>
        <pc:spChg chg="add del mod">
          <ac:chgData name="Akhil Kukadiya" userId="S::akhil.kukadiya@tatvasoft.com::f739c6cb-6fd2-470d-a4ab-8ce914b02e38" providerId="AD" clId="Web-{31146FE3-F6E1-6219-A85E-703B93F9A47C}" dt="2026-01-05T11:12:13.113" v="227" actId="20577"/>
          <ac:spMkLst>
            <pc:docMk/>
            <pc:sldMk cId="3597505542" sldId="415"/>
            <ac:spMk id="4" creationId="{FA73CFB2-94BC-897E-A13A-E6824510A7B7}"/>
          </ac:spMkLst>
        </pc:spChg>
      </pc:sldChg>
      <pc:sldChg chg="delSp modSp add replId">
        <pc:chgData name="Akhil Kukadiya" userId="S::akhil.kukadiya@tatvasoft.com::f739c6cb-6fd2-470d-a4ab-8ce914b02e38" providerId="AD" clId="Web-{31146FE3-F6E1-6219-A85E-703B93F9A47C}" dt="2026-01-05T11:20:41.612" v="284" actId="20577"/>
        <pc:sldMkLst>
          <pc:docMk/>
          <pc:sldMk cId="4059647747" sldId="416"/>
        </pc:sldMkLst>
        <pc:spChg chg="mod">
          <ac:chgData name="Akhil Kukadiya" userId="S::akhil.kukadiya@tatvasoft.com::f739c6cb-6fd2-470d-a4ab-8ce914b02e38" providerId="AD" clId="Web-{31146FE3-F6E1-6219-A85E-703B93F9A47C}" dt="2026-01-05T11:19:28.300" v="244" actId="20577"/>
          <ac:spMkLst>
            <pc:docMk/>
            <pc:sldMk cId="4059647747" sldId="416"/>
            <ac:spMk id="3" creationId="{28F285D1-6BC0-D4D2-E7D6-4C095B8DDA8A}"/>
          </ac:spMkLst>
        </pc:spChg>
        <pc:spChg chg="mod">
          <ac:chgData name="Akhil Kukadiya" userId="S::akhil.kukadiya@tatvasoft.com::f739c6cb-6fd2-470d-a4ab-8ce914b02e38" providerId="AD" clId="Web-{31146FE3-F6E1-6219-A85E-703B93F9A47C}" dt="2026-01-05T11:20:41.612" v="284" actId="20577"/>
          <ac:spMkLst>
            <pc:docMk/>
            <pc:sldMk cId="4059647747" sldId="416"/>
            <ac:spMk id="4" creationId="{E8D99E99-3DBB-18CA-796C-31A5F058CA8A}"/>
          </ac:spMkLst>
        </pc:spChg>
      </pc:sldChg>
      <pc:sldChg chg="addSp modSp add replId">
        <pc:chgData name="Akhil Kukadiya" userId="S::akhil.kukadiya@tatvasoft.com::f739c6cb-6fd2-470d-a4ab-8ce914b02e38" providerId="AD" clId="Web-{31146FE3-F6E1-6219-A85E-703B93F9A47C}" dt="2026-01-05T11:23:15.034" v="329"/>
        <pc:sldMkLst>
          <pc:docMk/>
          <pc:sldMk cId="1241047473" sldId="417"/>
        </pc:sldMkLst>
        <pc:spChg chg="mod">
          <ac:chgData name="Akhil Kukadiya" userId="S::akhil.kukadiya@tatvasoft.com::f739c6cb-6fd2-470d-a4ab-8ce914b02e38" providerId="AD" clId="Web-{31146FE3-F6E1-6219-A85E-703B93F9A47C}" dt="2026-01-05T11:21:12.237" v="296" actId="20577"/>
          <ac:spMkLst>
            <pc:docMk/>
            <pc:sldMk cId="1241047473" sldId="417"/>
            <ac:spMk id="3" creationId="{E215FDC5-427D-54BD-47A7-5E7A84E7F5F5}"/>
          </ac:spMkLst>
        </pc:spChg>
        <pc:spChg chg="mod">
          <ac:chgData name="Akhil Kukadiya" userId="S::akhil.kukadiya@tatvasoft.com::f739c6cb-6fd2-470d-a4ab-8ce914b02e38" providerId="AD" clId="Web-{31146FE3-F6E1-6219-A85E-703B93F9A47C}" dt="2026-01-05T11:23:02.018" v="325" actId="20577"/>
          <ac:spMkLst>
            <pc:docMk/>
            <pc:sldMk cId="1241047473" sldId="417"/>
            <ac:spMk id="4" creationId="{B9096629-3C35-9C0A-455D-3A44833550D8}"/>
          </ac:spMkLst>
        </pc:spChg>
        <pc:picChg chg="add mod">
          <ac:chgData name="Akhil Kukadiya" userId="S::akhil.kukadiya@tatvasoft.com::f739c6cb-6fd2-470d-a4ab-8ce914b02e38" providerId="AD" clId="Web-{31146FE3-F6E1-6219-A85E-703B93F9A47C}" dt="2026-01-05T11:23:15.034" v="329"/>
          <ac:picMkLst>
            <pc:docMk/>
            <pc:sldMk cId="1241047473" sldId="417"/>
            <ac:picMk id="2" creationId="{1A34C74C-47F9-0CAF-3563-62F1ED6DEF22}"/>
          </ac:picMkLst>
        </pc:picChg>
      </pc:sldChg>
      <pc:sldChg chg="addSp delSp modSp add replId">
        <pc:chgData name="Akhil Kukadiya" userId="S::akhil.kukadiya@tatvasoft.com::f739c6cb-6fd2-470d-a4ab-8ce914b02e38" providerId="AD" clId="Web-{31146FE3-F6E1-6219-A85E-703B93F9A47C}" dt="2026-01-05T11:26:42.581" v="378" actId="20577"/>
        <pc:sldMkLst>
          <pc:docMk/>
          <pc:sldMk cId="4249281036" sldId="418"/>
        </pc:sldMkLst>
        <pc:spChg chg="mod">
          <ac:chgData name="Akhil Kukadiya" userId="S::akhil.kukadiya@tatvasoft.com::f739c6cb-6fd2-470d-a4ab-8ce914b02e38" providerId="AD" clId="Web-{31146FE3-F6E1-6219-A85E-703B93F9A47C}" dt="2026-01-05T11:23:48.378" v="335" actId="20577"/>
          <ac:spMkLst>
            <pc:docMk/>
            <pc:sldMk cId="4249281036" sldId="418"/>
            <ac:spMk id="3" creationId="{56A31F5A-EB6F-745E-3F61-C28B4E177573}"/>
          </ac:spMkLst>
        </pc:spChg>
        <pc:spChg chg="add mod">
          <ac:chgData name="Akhil Kukadiya" userId="S::akhil.kukadiya@tatvasoft.com::f739c6cb-6fd2-470d-a4ab-8ce914b02e38" providerId="AD" clId="Web-{31146FE3-F6E1-6219-A85E-703B93F9A47C}" dt="2026-01-05T11:25:26.065" v="363" actId="1076"/>
          <ac:spMkLst>
            <pc:docMk/>
            <pc:sldMk cId="4249281036" sldId="418"/>
            <ac:spMk id="6" creationId="{D9EFFC63-27AC-BC2E-A274-BF73741C6EF5}"/>
          </ac:spMkLst>
        </pc:spChg>
        <pc:spChg chg="add mod">
          <ac:chgData name="Akhil Kukadiya" userId="S::akhil.kukadiya@tatvasoft.com::f739c6cb-6fd2-470d-a4ab-8ce914b02e38" providerId="AD" clId="Web-{31146FE3-F6E1-6219-A85E-703B93F9A47C}" dt="2026-01-05T11:26:42.581" v="378" actId="20577"/>
          <ac:spMkLst>
            <pc:docMk/>
            <pc:sldMk cId="4249281036" sldId="418"/>
            <ac:spMk id="8" creationId="{B6693A90-7FCD-F775-6A14-D4ECF208C4CD}"/>
          </ac:spMkLst>
        </pc:spChg>
        <pc:picChg chg="add mod">
          <ac:chgData name="Akhil Kukadiya" userId="S::akhil.kukadiya@tatvasoft.com::f739c6cb-6fd2-470d-a4ab-8ce914b02e38" providerId="AD" clId="Web-{31146FE3-F6E1-6219-A85E-703B93F9A47C}" dt="2026-01-05T11:25:31.128" v="365"/>
          <ac:picMkLst>
            <pc:docMk/>
            <pc:sldMk cId="4249281036" sldId="418"/>
            <ac:picMk id="5" creationId="{509D9091-D857-5054-4316-A7C43D58E70B}"/>
          </ac:picMkLst>
        </pc:picChg>
        <pc:picChg chg="add mod">
          <ac:chgData name="Akhil Kukadiya" userId="S::akhil.kukadiya@tatvasoft.com::f739c6cb-6fd2-470d-a4ab-8ce914b02e38" providerId="AD" clId="Web-{31146FE3-F6E1-6219-A85E-703B93F9A47C}" dt="2026-01-05T11:26:08.956" v="369"/>
          <ac:picMkLst>
            <pc:docMk/>
            <pc:sldMk cId="4249281036" sldId="418"/>
            <ac:picMk id="7" creationId="{9D758592-F9C6-F4D0-25E0-F5E2E0D8D7AE}"/>
          </ac:picMkLst>
        </pc:picChg>
      </pc:sldChg>
      <pc:sldChg chg="addSp delSp modSp add replId">
        <pc:chgData name="Akhil Kukadiya" userId="S::akhil.kukadiya@tatvasoft.com::f739c6cb-6fd2-470d-a4ab-8ce914b02e38" providerId="AD" clId="Web-{31146FE3-F6E1-6219-A85E-703B93F9A47C}" dt="2026-01-05T11:34:48.862" v="494"/>
        <pc:sldMkLst>
          <pc:docMk/>
          <pc:sldMk cId="4025965316" sldId="419"/>
        </pc:sldMkLst>
        <pc:spChg chg="mod">
          <ac:chgData name="Akhil Kukadiya" userId="S::akhil.kukadiya@tatvasoft.com::f739c6cb-6fd2-470d-a4ab-8ce914b02e38" providerId="AD" clId="Web-{31146FE3-F6E1-6219-A85E-703B93F9A47C}" dt="2026-01-05T11:29:57.253" v="386" actId="20577"/>
          <ac:spMkLst>
            <pc:docMk/>
            <pc:sldMk cId="4025965316" sldId="419"/>
            <ac:spMk id="3" creationId="{F332F352-2709-12D5-4D4E-BA26046B0679}"/>
          </ac:spMkLst>
        </pc:spChg>
        <pc:spChg chg="mod">
          <ac:chgData name="Akhil Kukadiya" userId="S::akhil.kukadiya@tatvasoft.com::f739c6cb-6fd2-470d-a4ab-8ce914b02e38" providerId="AD" clId="Web-{31146FE3-F6E1-6219-A85E-703B93F9A47C}" dt="2026-01-05T11:34:39.518" v="492" actId="20577"/>
          <ac:spMkLst>
            <pc:docMk/>
            <pc:sldMk cId="4025965316" sldId="419"/>
            <ac:spMk id="8" creationId="{2CF7C219-B894-72C7-DBA6-23578F19B5AE}"/>
          </ac:spMkLst>
        </pc:spChg>
        <pc:picChg chg="add mod">
          <ac:chgData name="Akhil Kukadiya" userId="S::akhil.kukadiya@tatvasoft.com::f739c6cb-6fd2-470d-a4ab-8ce914b02e38" providerId="AD" clId="Web-{31146FE3-F6E1-6219-A85E-703B93F9A47C}" dt="2026-01-05T11:34:48.862" v="494"/>
          <ac:picMkLst>
            <pc:docMk/>
            <pc:sldMk cId="4025965316" sldId="419"/>
            <ac:picMk id="2" creationId="{B61086D9-4A8C-80A8-3C74-9D5D035E1AE5}"/>
          </ac:picMkLst>
        </pc:picChg>
      </pc:sldChg>
      <pc:sldChg chg="addSp delSp modSp add mod replId setBg setFolMasterObjs">
        <pc:chgData name="Akhil Kukadiya" userId="S::akhil.kukadiya@tatvasoft.com::f739c6cb-6fd2-470d-a4ab-8ce914b02e38" providerId="AD" clId="Web-{31146FE3-F6E1-6219-A85E-703B93F9A47C}" dt="2026-01-05T11:33:02.925" v="465" actId="20577"/>
        <pc:sldMkLst>
          <pc:docMk/>
          <pc:sldMk cId="3174098344" sldId="420"/>
        </pc:sldMkLst>
        <pc:spChg chg="mod">
          <ac:chgData name="Akhil Kukadiya" userId="S::akhil.kukadiya@tatvasoft.com::f739c6cb-6fd2-470d-a4ab-8ce914b02e38" providerId="AD" clId="Web-{31146FE3-F6E1-6219-A85E-703B93F9A47C}" dt="2026-01-05T11:31:48.534" v="426"/>
          <ac:spMkLst>
            <pc:docMk/>
            <pc:sldMk cId="3174098344" sldId="420"/>
            <ac:spMk id="3" creationId="{F0FB4AD7-791E-9B90-D394-330043F09D13}"/>
          </ac:spMkLst>
        </pc:spChg>
        <pc:spChg chg="add mod">
          <ac:chgData name="Akhil Kukadiya" userId="S::akhil.kukadiya@tatvasoft.com::f739c6cb-6fd2-470d-a4ab-8ce914b02e38" providerId="AD" clId="Web-{31146FE3-F6E1-6219-A85E-703B93F9A47C}" dt="2026-01-05T11:33:02.925" v="465" actId="20577"/>
          <ac:spMkLst>
            <pc:docMk/>
            <pc:sldMk cId="3174098344" sldId="420"/>
            <ac:spMk id="9" creationId="{FCE8292F-BA5C-48B5-CCA8-19BC129206E4}"/>
          </ac:spMkLst>
        </pc:spChg>
        <pc:graphicFrameChg chg="add mod modGraphic">
          <ac:chgData name="Akhil Kukadiya" userId="S::akhil.kukadiya@tatvasoft.com::f739c6cb-6fd2-470d-a4ab-8ce914b02e38" providerId="AD" clId="Web-{31146FE3-F6E1-6219-A85E-703B93F9A47C}" dt="2026-01-05T11:32:30.565" v="454" actId="1076"/>
          <ac:graphicFrameMkLst>
            <pc:docMk/>
            <pc:sldMk cId="3174098344" sldId="420"/>
            <ac:graphicFrameMk id="7" creationId="{83136A11-2E71-8540-86AC-597F25936048}"/>
          </ac:graphicFrameMkLst>
        </pc:graphicFrameChg>
      </pc:sldChg>
      <pc:sldChg chg="delSp modSp add replId">
        <pc:chgData name="Akhil Kukadiya" userId="S::akhil.kukadiya@tatvasoft.com::f739c6cb-6fd2-470d-a4ab-8ce914b02e38" providerId="AD" clId="Web-{31146FE3-F6E1-6219-A85E-703B93F9A47C}" dt="2026-01-05T11:33:53.393" v="489" actId="1076"/>
        <pc:sldMkLst>
          <pc:docMk/>
          <pc:sldMk cId="3112578117" sldId="421"/>
        </pc:sldMkLst>
        <pc:spChg chg="mod">
          <ac:chgData name="Akhil Kukadiya" userId="S::akhil.kukadiya@tatvasoft.com::f739c6cb-6fd2-470d-a4ab-8ce914b02e38" providerId="AD" clId="Web-{31146FE3-F6E1-6219-A85E-703B93F9A47C}" dt="2026-01-05T11:33:19.378" v="479" actId="20577"/>
          <ac:spMkLst>
            <pc:docMk/>
            <pc:sldMk cId="3112578117" sldId="421"/>
            <ac:spMk id="3" creationId="{D51A53F3-8028-A77B-EFAC-427886BBDAD8}"/>
          </ac:spMkLst>
        </pc:spChg>
        <pc:spChg chg="mod">
          <ac:chgData name="Akhil Kukadiya" userId="S::akhil.kukadiya@tatvasoft.com::f739c6cb-6fd2-470d-a4ab-8ce914b02e38" providerId="AD" clId="Web-{31146FE3-F6E1-6219-A85E-703B93F9A47C}" dt="2026-01-05T11:33:53.393" v="489" actId="1076"/>
          <ac:spMkLst>
            <pc:docMk/>
            <pc:sldMk cId="3112578117" sldId="421"/>
            <ac:spMk id="9" creationId="{5A098244-1F25-B14B-B27B-0378689E0256}"/>
          </ac:spMkLst>
        </pc:spChg>
      </pc:sldChg>
    </pc:docChg>
  </pc:docChgLst>
  <pc:docChgLst>
    <pc:chgData name="Parth Modi" userId="S::parth.modi@tatvasoft.com::daa4fcb5-95ba-4aa8-bf2b-a898ea60fc48" providerId="AD" clId="Web-{017A36FB-CC80-E768-4327-93061FE13AA5}"/>
    <pc:docChg chg="addSld delSld modSld">
      <pc:chgData name="Parth Modi" userId="S::parth.modi@tatvasoft.com::daa4fcb5-95ba-4aa8-bf2b-a898ea60fc48" providerId="AD" clId="Web-{017A36FB-CC80-E768-4327-93061FE13AA5}" dt="2026-01-05T12:13:47.790" v="424" actId="20577"/>
      <pc:docMkLst>
        <pc:docMk/>
      </pc:docMkLst>
      <pc:sldChg chg="modSp">
        <pc:chgData name="Parth Modi" userId="S::parth.modi@tatvasoft.com::daa4fcb5-95ba-4aa8-bf2b-a898ea60fc48" providerId="AD" clId="Web-{017A36FB-CC80-E768-4327-93061FE13AA5}" dt="2026-01-05T12:13:47.790" v="424" actId="20577"/>
        <pc:sldMkLst>
          <pc:docMk/>
          <pc:sldMk cId="2182333227" sldId="300"/>
        </pc:sldMkLst>
        <pc:spChg chg="mod">
          <ac:chgData name="Parth Modi" userId="S::parth.modi@tatvasoft.com::daa4fcb5-95ba-4aa8-bf2b-a898ea60fc48" providerId="AD" clId="Web-{017A36FB-CC80-E768-4327-93061FE13AA5}" dt="2026-01-05T12:00:06.013" v="165" actId="20577"/>
          <ac:spMkLst>
            <pc:docMk/>
            <pc:sldMk cId="2182333227" sldId="300"/>
            <ac:spMk id="2" creationId="{6BD8D2E6-41C6-CBA5-4F04-30EA59B309C8}"/>
          </ac:spMkLst>
        </pc:spChg>
        <pc:spChg chg="mod">
          <ac:chgData name="Parth Modi" userId="S::parth.modi@tatvasoft.com::daa4fcb5-95ba-4aa8-bf2b-a898ea60fc48" providerId="AD" clId="Web-{017A36FB-CC80-E768-4327-93061FE13AA5}" dt="2026-01-05T12:13:47.790" v="424" actId="20577"/>
          <ac:spMkLst>
            <pc:docMk/>
            <pc:sldMk cId="2182333227" sldId="300"/>
            <ac:spMk id="3" creationId="{1D2E9C93-3002-C352-FC29-67E064F46CA5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3:16.712" v="414" actId="1076"/>
        <pc:sldMkLst>
          <pc:docMk/>
          <pc:sldMk cId="3703177003" sldId="318"/>
        </pc:sldMkLst>
        <pc:spChg chg="mod">
          <ac:chgData name="Parth Modi" userId="S::parth.modi@tatvasoft.com::daa4fcb5-95ba-4aa8-bf2b-a898ea60fc48" providerId="AD" clId="Web-{017A36FB-CC80-E768-4327-93061FE13AA5}" dt="2026-01-05T12:13:16.712" v="414" actId="1076"/>
          <ac:spMkLst>
            <pc:docMk/>
            <pc:sldMk cId="3703177003" sldId="318"/>
            <ac:spMk id="3" creationId="{B73D08E6-ECD1-0C5A-0BD8-42F38ECC7ABF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2:59.165" v="408" actId="1076"/>
        <pc:sldMkLst>
          <pc:docMk/>
          <pc:sldMk cId="4115986924" sldId="347"/>
        </pc:sldMkLst>
        <pc:spChg chg="mod">
          <ac:chgData name="Parth Modi" userId="S::parth.modi@tatvasoft.com::daa4fcb5-95ba-4aa8-bf2b-a898ea60fc48" providerId="AD" clId="Web-{017A36FB-CC80-E768-4327-93061FE13AA5}" dt="2026-01-05T12:12:59.165" v="408" actId="1076"/>
          <ac:spMkLst>
            <pc:docMk/>
            <pc:sldMk cId="4115986924" sldId="347"/>
            <ac:spMk id="3" creationId="{AE66AB58-D7F7-F8B6-8FBF-F5F6EB6DDA6D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3:05.946" v="411" actId="1076"/>
        <pc:sldMkLst>
          <pc:docMk/>
          <pc:sldMk cId="4074718065" sldId="348"/>
        </pc:sldMkLst>
        <pc:spChg chg="mod">
          <ac:chgData name="Parth Modi" userId="S::parth.modi@tatvasoft.com::daa4fcb5-95ba-4aa8-bf2b-a898ea60fc48" providerId="AD" clId="Web-{017A36FB-CC80-E768-4327-93061FE13AA5}" dt="2026-01-05T12:13:05.946" v="411" actId="1076"/>
          <ac:spMkLst>
            <pc:docMk/>
            <pc:sldMk cId="4074718065" sldId="348"/>
            <ac:spMk id="3" creationId="{6A4B7FDE-F80B-0D4E-ABF2-3B77298E9BA9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2:53.336" v="405" actId="1076"/>
        <pc:sldMkLst>
          <pc:docMk/>
          <pc:sldMk cId="1677760017" sldId="349"/>
        </pc:sldMkLst>
        <pc:spChg chg="mod">
          <ac:chgData name="Parth Modi" userId="S::parth.modi@tatvasoft.com::daa4fcb5-95ba-4aa8-bf2b-a898ea60fc48" providerId="AD" clId="Web-{017A36FB-CC80-E768-4327-93061FE13AA5}" dt="2026-01-05T12:12:53.336" v="405" actId="1076"/>
          <ac:spMkLst>
            <pc:docMk/>
            <pc:sldMk cId="1677760017" sldId="349"/>
            <ac:spMk id="3" creationId="{EB2D85F0-9149-FC9D-DD1D-630E0D99E947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2:45.540" v="401" actId="1076"/>
        <pc:sldMkLst>
          <pc:docMk/>
          <pc:sldMk cId="3864561215" sldId="350"/>
        </pc:sldMkLst>
        <pc:spChg chg="mod">
          <ac:chgData name="Parth Modi" userId="S::parth.modi@tatvasoft.com::daa4fcb5-95ba-4aa8-bf2b-a898ea60fc48" providerId="AD" clId="Web-{017A36FB-CC80-E768-4327-93061FE13AA5}" dt="2026-01-05T12:12:45.540" v="401" actId="1076"/>
          <ac:spMkLst>
            <pc:docMk/>
            <pc:sldMk cId="3864561215" sldId="350"/>
            <ac:spMk id="3" creationId="{AC0D5EE9-5B6E-1F8B-7D9E-222C6927B467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2:37.883" v="398" actId="1076"/>
        <pc:sldMkLst>
          <pc:docMk/>
          <pc:sldMk cId="2742861981" sldId="351"/>
        </pc:sldMkLst>
        <pc:spChg chg="mod">
          <ac:chgData name="Parth Modi" userId="S::parth.modi@tatvasoft.com::daa4fcb5-95ba-4aa8-bf2b-a898ea60fc48" providerId="AD" clId="Web-{017A36FB-CC80-E768-4327-93061FE13AA5}" dt="2026-01-05T12:12:37.883" v="398" actId="1076"/>
          <ac:spMkLst>
            <pc:docMk/>
            <pc:sldMk cId="2742861981" sldId="351"/>
            <ac:spMk id="3" creationId="{BAC3F425-23CE-506A-77C7-5ED122C8E815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2:25.852" v="395" actId="1076"/>
        <pc:sldMkLst>
          <pc:docMk/>
          <pc:sldMk cId="2799722864" sldId="352"/>
        </pc:sldMkLst>
        <pc:spChg chg="mod">
          <ac:chgData name="Parth Modi" userId="S::parth.modi@tatvasoft.com::daa4fcb5-95ba-4aa8-bf2b-a898ea60fc48" providerId="AD" clId="Web-{017A36FB-CC80-E768-4327-93061FE13AA5}" dt="2026-01-05T12:12:25.852" v="395" actId="1076"/>
          <ac:spMkLst>
            <pc:docMk/>
            <pc:sldMk cId="2799722864" sldId="352"/>
            <ac:spMk id="3" creationId="{A6411A15-ED37-F1C0-98A7-42DB36F71978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0:27.867" v="375" actId="1076"/>
        <pc:sldMkLst>
          <pc:docMk/>
          <pc:sldMk cId="4066220313" sldId="353"/>
        </pc:sldMkLst>
        <pc:spChg chg="mod">
          <ac:chgData name="Parth Modi" userId="S::parth.modi@tatvasoft.com::daa4fcb5-95ba-4aa8-bf2b-a898ea60fc48" providerId="AD" clId="Web-{017A36FB-CC80-E768-4327-93061FE13AA5}" dt="2026-01-05T12:10:27.867" v="375" actId="1076"/>
          <ac:spMkLst>
            <pc:docMk/>
            <pc:sldMk cId="4066220313" sldId="353"/>
            <ac:spMk id="3" creationId="{E28C62A6-EE37-678E-7F55-71361CC64966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0:42.779" v="174" actId="20577"/>
        <pc:sldMkLst>
          <pc:docMk/>
          <pc:sldMk cId="2422210328" sldId="354"/>
        </pc:sldMkLst>
        <pc:spChg chg="mod">
          <ac:chgData name="Parth Modi" userId="S::parth.modi@tatvasoft.com::daa4fcb5-95ba-4aa8-bf2b-a898ea60fc48" providerId="AD" clId="Web-{017A36FB-CC80-E768-4327-93061FE13AA5}" dt="2026-01-05T12:00:42.779" v="174" actId="20577"/>
          <ac:spMkLst>
            <pc:docMk/>
            <pc:sldMk cId="2422210328" sldId="354"/>
            <ac:spMk id="3" creationId="{637134B2-CBDB-901C-3FD8-215D017E2124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2:17.107" v="204" actId="1076"/>
        <pc:sldMkLst>
          <pc:docMk/>
          <pc:sldMk cId="1448540417" sldId="355"/>
        </pc:sldMkLst>
        <pc:spChg chg="mod">
          <ac:chgData name="Parth Modi" userId="S::parth.modi@tatvasoft.com::daa4fcb5-95ba-4aa8-bf2b-a898ea60fc48" providerId="AD" clId="Web-{017A36FB-CC80-E768-4327-93061FE13AA5}" dt="2026-01-05T12:02:17.107" v="204" actId="1076"/>
          <ac:spMkLst>
            <pc:docMk/>
            <pc:sldMk cId="1448540417" sldId="355"/>
            <ac:spMk id="3" creationId="{30F876F1-5D7B-CF01-0B5E-3597C012FB99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2:28.561" v="208" actId="1076"/>
        <pc:sldMkLst>
          <pc:docMk/>
          <pc:sldMk cId="1767804512" sldId="356"/>
        </pc:sldMkLst>
        <pc:spChg chg="mod">
          <ac:chgData name="Parth Modi" userId="S::parth.modi@tatvasoft.com::daa4fcb5-95ba-4aa8-bf2b-a898ea60fc48" providerId="AD" clId="Web-{017A36FB-CC80-E768-4327-93061FE13AA5}" dt="2026-01-05T12:02:28.561" v="208" actId="1076"/>
          <ac:spMkLst>
            <pc:docMk/>
            <pc:sldMk cId="1767804512" sldId="356"/>
            <ac:spMk id="3" creationId="{E5929921-B7EA-2B2D-788C-AA01A38500E5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2:41.717" v="212" actId="1076"/>
        <pc:sldMkLst>
          <pc:docMk/>
          <pc:sldMk cId="1934583974" sldId="357"/>
        </pc:sldMkLst>
        <pc:spChg chg="mod">
          <ac:chgData name="Parth Modi" userId="S::parth.modi@tatvasoft.com::daa4fcb5-95ba-4aa8-bf2b-a898ea60fc48" providerId="AD" clId="Web-{017A36FB-CC80-E768-4327-93061FE13AA5}" dt="2026-01-05T12:02:41.717" v="212" actId="1076"/>
          <ac:spMkLst>
            <pc:docMk/>
            <pc:sldMk cId="1934583974" sldId="357"/>
            <ac:spMk id="3" creationId="{F71DD9FE-FC8A-BA95-C300-2EE258376483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2:50.686" v="216" actId="1076"/>
        <pc:sldMkLst>
          <pc:docMk/>
          <pc:sldMk cId="581974987" sldId="358"/>
        </pc:sldMkLst>
        <pc:spChg chg="mod">
          <ac:chgData name="Parth Modi" userId="S::parth.modi@tatvasoft.com::daa4fcb5-95ba-4aa8-bf2b-a898ea60fc48" providerId="AD" clId="Web-{017A36FB-CC80-E768-4327-93061FE13AA5}" dt="2026-01-05T12:02:50.686" v="216" actId="1076"/>
          <ac:spMkLst>
            <pc:docMk/>
            <pc:sldMk cId="581974987" sldId="358"/>
            <ac:spMk id="3" creationId="{E665BAE9-7995-DABB-442D-342E1EC5FB03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3:34.149" v="423" actId="1076"/>
        <pc:sldMkLst>
          <pc:docMk/>
          <pc:sldMk cId="779712943" sldId="359"/>
        </pc:sldMkLst>
        <pc:spChg chg="mod">
          <ac:chgData name="Parth Modi" userId="S::parth.modi@tatvasoft.com::daa4fcb5-95ba-4aa8-bf2b-a898ea60fc48" providerId="AD" clId="Web-{017A36FB-CC80-E768-4327-93061FE13AA5}" dt="2026-01-05T12:13:34.149" v="423" actId="1076"/>
          <ac:spMkLst>
            <pc:docMk/>
            <pc:sldMk cId="779712943" sldId="359"/>
            <ac:spMk id="3" creationId="{9BD8E20D-A1AA-C5D9-C03A-5416D477008B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3:25.337" v="418" actId="1076"/>
        <pc:sldMkLst>
          <pc:docMk/>
          <pc:sldMk cId="82266400" sldId="362"/>
        </pc:sldMkLst>
        <pc:spChg chg="mod">
          <ac:chgData name="Parth Modi" userId="S::parth.modi@tatvasoft.com::daa4fcb5-95ba-4aa8-bf2b-a898ea60fc48" providerId="AD" clId="Web-{017A36FB-CC80-E768-4327-93061FE13AA5}" dt="2026-01-05T12:13:25.337" v="418" actId="1076"/>
          <ac:spMkLst>
            <pc:docMk/>
            <pc:sldMk cId="82266400" sldId="362"/>
            <ac:spMk id="3" creationId="{2559D151-44FB-2C0E-126D-695635E47A84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2:08.014" v="200" actId="1076"/>
        <pc:sldMkLst>
          <pc:docMk/>
          <pc:sldMk cId="3216947096" sldId="363"/>
        </pc:sldMkLst>
        <pc:spChg chg="mod">
          <ac:chgData name="Parth Modi" userId="S::parth.modi@tatvasoft.com::daa4fcb5-95ba-4aa8-bf2b-a898ea60fc48" providerId="AD" clId="Web-{017A36FB-CC80-E768-4327-93061FE13AA5}" dt="2026-01-05T12:02:08.014" v="200" actId="1076"/>
          <ac:spMkLst>
            <pc:docMk/>
            <pc:sldMk cId="3216947096" sldId="363"/>
            <ac:spMk id="3" creationId="{809FD6D8-503B-B90C-777F-DC71097EE411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0:57.529" v="178" actId="1076"/>
        <pc:sldMkLst>
          <pc:docMk/>
          <pc:sldMk cId="893795697" sldId="364"/>
        </pc:sldMkLst>
        <pc:spChg chg="mod">
          <ac:chgData name="Parth Modi" userId="S::parth.modi@tatvasoft.com::daa4fcb5-95ba-4aa8-bf2b-a898ea60fc48" providerId="AD" clId="Web-{017A36FB-CC80-E768-4327-93061FE13AA5}" dt="2026-01-05T12:00:57.529" v="178" actId="1076"/>
          <ac:spMkLst>
            <pc:docMk/>
            <pc:sldMk cId="893795697" sldId="364"/>
            <ac:spMk id="3" creationId="{6E0EB572-1EBD-10B1-5D4A-28068DDE43C7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1:23.888" v="183" actId="1076"/>
        <pc:sldMkLst>
          <pc:docMk/>
          <pc:sldMk cId="3346337561" sldId="365"/>
        </pc:sldMkLst>
        <pc:spChg chg="mod">
          <ac:chgData name="Parth Modi" userId="S::parth.modi@tatvasoft.com::daa4fcb5-95ba-4aa8-bf2b-a898ea60fc48" providerId="AD" clId="Web-{017A36FB-CC80-E768-4327-93061FE13AA5}" dt="2026-01-05T12:01:23.888" v="183" actId="1076"/>
          <ac:spMkLst>
            <pc:docMk/>
            <pc:sldMk cId="3346337561" sldId="365"/>
            <ac:spMk id="3" creationId="{DC403912-A1DD-CA9A-0D8B-BB10174FB09B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1:33.060" v="187" actId="1076"/>
        <pc:sldMkLst>
          <pc:docMk/>
          <pc:sldMk cId="3768052557" sldId="366"/>
        </pc:sldMkLst>
        <pc:spChg chg="mod">
          <ac:chgData name="Parth Modi" userId="S::parth.modi@tatvasoft.com::daa4fcb5-95ba-4aa8-bf2b-a898ea60fc48" providerId="AD" clId="Web-{017A36FB-CC80-E768-4327-93061FE13AA5}" dt="2026-01-05T12:01:33.060" v="187" actId="1076"/>
          <ac:spMkLst>
            <pc:docMk/>
            <pc:sldMk cId="3768052557" sldId="366"/>
            <ac:spMk id="3" creationId="{9F7429B3-BA10-598F-0D81-3406A7B7CBB1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1:46.654" v="191" actId="1076"/>
        <pc:sldMkLst>
          <pc:docMk/>
          <pc:sldMk cId="732360158" sldId="367"/>
        </pc:sldMkLst>
        <pc:spChg chg="mod">
          <ac:chgData name="Parth Modi" userId="S::parth.modi@tatvasoft.com::daa4fcb5-95ba-4aa8-bf2b-a898ea60fc48" providerId="AD" clId="Web-{017A36FB-CC80-E768-4327-93061FE13AA5}" dt="2026-01-05T12:01:46.654" v="191" actId="1076"/>
          <ac:spMkLst>
            <pc:docMk/>
            <pc:sldMk cId="732360158" sldId="367"/>
            <ac:spMk id="3" creationId="{E9BC812C-9002-463A-5CE9-7FA629AD5343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1:58.576" v="196" actId="1076"/>
        <pc:sldMkLst>
          <pc:docMk/>
          <pc:sldMk cId="339767943" sldId="370"/>
        </pc:sldMkLst>
        <pc:spChg chg="mod">
          <ac:chgData name="Parth Modi" userId="S::parth.modi@tatvasoft.com::daa4fcb5-95ba-4aa8-bf2b-a898ea60fc48" providerId="AD" clId="Web-{017A36FB-CC80-E768-4327-93061FE13AA5}" dt="2026-01-05T12:01:58.576" v="196" actId="1076"/>
          <ac:spMkLst>
            <pc:docMk/>
            <pc:sldMk cId="339767943" sldId="370"/>
            <ac:spMk id="3" creationId="{EE04F9E6-5548-35A2-9F36-735FB636693B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1:48.039" v="379" actId="1076"/>
        <pc:sldMkLst>
          <pc:docMk/>
          <pc:sldMk cId="1899743609" sldId="371"/>
        </pc:sldMkLst>
        <pc:spChg chg="mod">
          <ac:chgData name="Parth Modi" userId="S::parth.modi@tatvasoft.com::daa4fcb5-95ba-4aa8-bf2b-a898ea60fc48" providerId="AD" clId="Web-{017A36FB-CC80-E768-4327-93061FE13AA5}" dt="2026-01-05T12:11:48.039" v="379" actId="1076"/>
          <ac:spMkLst>
            <pc:docMk/>
            <pc:sldMk cId="1899743609" sldId="371"/>
            <ac:spMk id="3" creationId="{763753B4-1A66-A775-4F5D-07D2EAB09A27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2:13.211" v="391" actId="1076"/>
        <pc:sldMkLst>
          <pc:docMk/>
          <pc:sldMk cId="1169970373" sldId="372"/>
        </pc:sldMkLst>
        <pc:spChg chg="mod">
          <ac:chgData name="Parth Modi" userId="S::parth.modi@tatvasoft.com::daa4fcb5-95ba-4aa8-bf2b-a898ea60fc48" providerId="AD" clId="Web-{017A36FB-CC80-E768-4327-93061FE13AA5}" dt="2026-01-05T12:12:13.211" v="391" actId="1076"/>
          <ac:spMkLst>
            <pc:docMk/>
            <pc:sldMk cId="1169970373" sldId="372"/>
            <ac:spMk id="3" creationId="{E82578E4-2C19-FC13-08BF-D14DDCFB157C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2:03.477" v="387" actId="1076"/>
        <pc:sldMkLst>
          <pc:docMk/>
          <pc:sldMk cId="3932013448" sldId="373"/>
        </pc:sldMkLst>
        <pc:spChg chg="mod">
          <ac:chgData name="Parth Modi" userId="S::parth.modi@tatvasoft.com::daa4fcb5-95ba-4aa8-bf2b-a898ea60fc48" providerId="AD" clId="Web-{017A36FB-CC80-E768-4327-93061FE13AA5}" dt="2026-01-05T12:12:03.477" v="387" actId="1076"/>
          <ac:spMkLst>
            <pc:docMk/>
            <pc:sldMk cId="3932013448" sldId="373"/>
            <ac:spMk id="3" creationId="{17C5E5C5-1DE8-4D08-7C17-E44A8ACCD4A3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1:56.102" v="383" actId="1076"/>
        <pc:sldMkLst>
          <pc:docMk/>
          <pc:sldMk cId="4007865462" sldId="374"/>
        </pc:sldMkLst>
        <pc:spChg chg="mod">
          <ac:chgData name="Parth Modi" userId="S::parth.modi@tatvasoft.com::daa4fcb5-95ba-4aa8-bf2b-a898ea60fc48" providerId="AD" clId="Web-{017A36FB-CC80-E768-4327-93061FE13AA5}" dt="2026-01-05T12:11:56.102" v="383" actId="1076"/>
          <ac:spMkLst>
            <pc:docMk/>
            <pc:sldMk cId="4007865462" sldId="374"/>
            <ac:spMk id="3" creationId="{E7F02724-5D43-BB4B-D1BD-40D0F6C4B86B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0:19.133" v="371" actId="1076"/>
        <pc:sldMkLst>
          <pc:docMk/>
          <pc:sldMk cId="950816795" sldId="375"/>
        </pc:sldMkLst>
        <pc:spChg chg="mod">
          <ac:chgData name="Parth Modi" userId="S::parth.modi@tatvasoft.com::daa4fcb5-95ba-4aa8-bf2b-a898ea60fc48" providerId="AD" clId="Web-{017A36FB-CC80-E768-4327-93061FE13AA5}" dt="2026-01-05T12:10:19.133" v="371" actId="1076"/>
          <ac:spMkLst>
            <pc:docMk/>
            <pc:sldMk cId="950816795" sldId="375"/>
            <ac:spMk id="3" creationId="{E9369E7F-091C-9A1A-9F5E-14480B9B35B4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0:10.804" v="366" actId="1076"/>
        <pc:sldMkLst>
          <pc:docMk/>
          <pc:sldMk cId="1886690478" sldId="376"/>
        </pc:sldMkLst>
        <pc:spChg chg="mod">
          <ac:chgData name="Parth Modi" userId="S::parth.modi@tatvasoft.com::daa4fcb5-95ba-4aa8-bf2b-a898ea60fc48" providerId="AD" clId="Web-{017A36FB-CC80-E768-4327-93061FE13AA5}" dt="2026-01-05T12:10:10.804" v="366" actId="1076"/>
          <ac:spMkLst>
            <pc:docMk/>
            <pc:sldMk cId="1886690478" sldId="376"/>
            <ac:spMk id="3" creationId="{25573A7E-89F1-C430-0E0F-3FD2F1A6C15E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8:38.491" v="327" actId="20577"/>
        <pc:sldMkLst>
          <pc:docMk/>
          <pc:sldMk cId="475761271" sldId="377"/>
        </pc:sldMkLst>
        <pc:spChg chg="mod">
          <ac:chgData name="Parth Modi" userId="S::parth.modi@tatvasoft.com::daa4fcb5-95ba-4aa8-bf2b-a898ea60fc48" providerId="AD" clId="Web-{017A36FB-CC80-E768-4327-93061FE13AA5}" dt="2026-01-05T12:08:38.491" v="327" actId="20577"/>
          <ac:spMkLst>
            <pc:docMk/>
            <pc:sldMk cId="475761271" sldId="377"/>
            <ac:spMk id="3" creationId="{66E77E5E-E7CC-11AE-2652-0362103D51AF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8:32.569" v="325" actId="1076"/>
        <pc:sldMkLst>
          <pc:docMk/>
          <pc:sldMk cId="758849573" sldId="378"/>
        </pc:sldMkLst>
        <pc:spChg chg="mod">
          <ac:chgData name="Parth Modi" userId="S::parth.modi@tatvasoft.com::daa4fcb5-95ba-4aa8-bf2b-a898ea60fc48" providerId="AD" clId="Web-{017A36FB-CC80-E768-4327-93061FE13AA5}" dt="2026-01-05T12:08:32.569" v="325" actId="1076"/>
          <ac:spMkLst>
            <pc:docMk/>
            <pc:sldMk cId="758849573" sldId="378"/>
            <ac:spMk id="3" creationId="{5F4C919C-8356-E6DB-4585-15DCB1C69C16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8:20.726" v="321" actId="1076"/>
        <pc:sldMkLst>
          <pc:docMk/>
          <pc:sldMk cId="3389552020" sldId="379"/>
        </pc:sldMkLst>
        <pc:spChg chg="mod">
          <ac:chgData name="Parth Modi" userId="S::parth.modi@tatvasoft.com::daa4fcb5-95ba-4aa8-bf2b-a898ea60fc48" providerId="AD" clId="Web-{017A36FB-CC80-E768-4327-93061FE13AA5}" dt="2026-01-05T12:08:20.726" v="321" actId="1076"/>
          <ac:spMkLst>
            <pc:docMk/>
            <pc:sldMk cId="3389552020" sldId="379"/>
            <ac:spMk id="3" creationId="{20FF4392-72FD-0FEA-0EFB-AC8B1D2D355B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8:12.569" v="317" actId="1076"/>
        <pc:sldMkLst>
          <pc:docMk/>
          <pc:sldMk cId="2300389835" sldId="380"/>
        </pc:sldMkLst>
        <pc:spChg chg="mod">
          <ac:chgData name="Parth Modi" userId="S::parth.modi@tatvasoft.com::daa4fcb5-95ba-4aa8-bf2b-a898ea60fc48" providerId="AD" clId="Web-{017A36FB-CC80-E768-4327-93061FE13AA5}" dt="2026-01-05T12:08:12.569" v="317" actId="1076"/>
          <ac:spMkLst>
            <pc:docMk/>
            <pc:sldMk cId="2300389835" sldId="380"/>
            <ac:spMk id="3" creationId="{5704BC20-C0EC-A8B1-6EBA-7DD43906D756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8:01.475" v="311" actId="1076"/>
        <pc:sldMkLst>
          <pc:docMk/>
          <pc:sldMk cId="142016692" sldId="381"/>
        </pc:sldMkLst>
        <pc:spChg chg="mod">
          <ac:chgData name="Parth Modi" userId="S::parth.modi@tatvasoft.com::daa4fcb5-95ba-4aa8-bf2b-a898ea60fc48" providerId="AD" clId="Web-{017A36FB-CC80-E768-4327-93061FE13AA5}" dt="2026-01-05T12:08:01.475" v="311" actId="1076"/>
          <ac:spMkLst>
            <pc:docMk/>
            <pc:sldMk cId="142016692" sldId="381"/>
            <ac:spMk id="3" creationId="{A03DA6CA-C57B-FAC0-927E-8286624D6454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7:52.757" v="307" actId="1076"/>
        <pc:sldMkLst>
          <pc:docMk/>
          <pc:sldMk cId="1434561451" sldId="382"/>
        </pc:sldMkLst>
        <pc:spChg chg="mod">
          <ac:chgData name="Parth Modi" userId="S::parth.modi@tatvasoft.com::daa4fcb5-95ba-4aa8-bf2b-a898ea60fc48" providerId="AD" clId="Web-{017A36FB-CC80-E768-4327-93061FE13AA5}" dt="2026-01-05T12:07:52.757" v="307" actId="1076"/>
          <ac:spMkLst>
            <pc:docMk/>
            <pc:sldMk cId="1434561451" sldId="382"/>
            <ac:spMk id="3" creationId="{5D7E505B-6EB7-CD7A-4E21-5F8469558D92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7:43.303" v="303" actId="1076"/>
        <pc:sldMkLst>
          <pc:docMk/>
          <pc:sldMk cId="1542477637" sldId="385"/>
        </pc:sldMkLst>
        <pc:spChg chg="mod">
          <ac:chgData name="Parth Modi" userId="S::parth.modi@tatvasoft.com::daa4fcb5-95ba-4aa8-bf2b-a898ea60fc48" providerId="AD" clId="Web-{017A36FB-CC80-E768-4327-93061FE13AA5}" dt="2026-01-05T12:07:43.303" v="303" actId="1076"/>
          <ac:spMkLst>
            <pc:docMk/>
            <pc:sldMk cId="1542477637" sldId="385"/>
            <ac:spMk id="3" creationId="{CC2E9D54-171B-F16B-0E9D-3354F82F0313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7:35.350" v="299" actId="1076"/>
        <pc:sldMkLst>
          <pc:docMk/>
          <pc:sldMk cId="2391346630" sldId="386"/>
        </pc:sldMkLst>
        <pc:spChg chg="mod">
          <ac:chgData name="Parth Modi" userId="S::parth.modi@tatvasoft.com::daa4fcb5-95ba-4aa8-bf2b-a898ea60fc48" providerId="AD" clId="Web-{017A36FB-CC80-E768-4327-93061FE13AA5}" dt="2026-01-05T12:07:35.350" v="299" actId="1076"/>
          <ac:spMkLst>
            <pc:docMk/>
            <pc:sldMk cId="2391346630" sldId="386"/>
            <ac:spMk id="3" creationId="{19469C2D-A2E5-54F8-7AC6-D46B5764730B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7:25.225" v="295" actId="1076"/>
        <pc:sldMkLst>
          <pc:docMk/>
          <pc:sldMk cId="3574880438" sldId="387"/>
        </pc:sldMkLst>
        <pc:spChg chg="mod">
          <ac:chgData name="Parth Modi" userId="S::parth.modi@tatvasoft.com::daa4fcb5-95ba-4aa8-bf2b-a898ea60fc48" providerId="AD" clId="Web-{017A36FB-CC80-E768-4327-93061FE13AA5}" dt="2026-01-05T12:07:25.225" v="295" actId="1076"/>
          <ac:spMkLst>
            <pc:docMk/>
            <pc:sldMk cId="3574880438" sldId="387"/>
            <ac:spMk id="3" creationId="{609873E5-B893-2958-CCEC-8E0338BF09C1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7:16.428" v="291" actId="1076"/>
        <pc:sldMkLst>
          <pc:docMk/>
          <pc:sldMk cId="855505410" sldId="388"/>
        </pc:sldMkLst>
        <pc:spChg chg="mod">
          <ac:chgData name="Parth Modi" userId="S::parth.modi@tatvasoft.com::daa4fcb5-95ba-4aa8-bf2b-a898ea60fc48" providerId="AD" clId="Web-{017A36FB-CC80-E768-4327-93061FE13AA5}" dt="2026-01-05T12:07:16.428" v="291" actId="1076"/>
          <ac:spMkLst>
            <pc:docMk/>
            <pc:sldMk cId="855505410" sldId="388"/>
            <ac:spMk id="3" creationId="{F2554409-410B-80A1-954E-3D0051E07790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7:04.553" v="287" actId="1076"/>
        <pc:sldMkLst>
          <pc:docMk/>
          <pc:sldMk cId="3079644588" sldId="389"/>
        </pc:sldMkLst>
        <pc:spChg chg="mod">
          <ac:chgData name="Parth Modi" userId="S::parth.modi@tatvasoft.com::daa4fcb5-95ba-4aa8-bf2b-a898ea60fc48" providerId="AD" clId="Web-{017A36FB-CC80-E768-4327-93061FE13AA5}" dt="2026-01-05T12:07:04.553" v="287" actId="1076"/>
          <ac:spMkLst>
            <pc:docMk/>
            <pc:sldMk cId="3079644588" sldId="389"/>
            <ac:spMk id="3" creationId="{3F241510-383B-F59D-FB44-D098AA162073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6:54.584" v="283" actId="1076"/>
        <pc:sldMkLst>
          <pc:docMk/>
          <pc:sldMk cId="271117805" sldId="390"/>
        </pc:sldMkLst>
        <pc:spChg chg="mod">
          <ac:chgData name="Parth Modi" userId="S::parth.modi@tatvasoft.com::daa4fcb5-95ba-4aa8-bf2b-a898ea60fc48" providerId="AD" clId="Web-{017A36FB-CC80-E768-4327-93061FE13AA5}" dt="2026-01-05T12:06:54.584" v="283" actId="1076"/>
          <ac:spMkLst>
            <pc:docMk/>
            <pc:sldMk cId="271117805" sldId="390"/>
            <ac:spMk id="3" creationId="{EC70F2B6-F46E-BCB6-C604-6BEA22D809A5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6:40.443" v="278" actId="1076"/>
        <pc:sldMkLst>
          <pc:docMk/>
          <pc:sldMk cId="4244431255" sldId="391"/>
        </pc:sldMkLst>
        <pc:spChg chg="mod">
          <ac:chgData name="Parth Modi" userId="S::parth.modi@tatvasoft.com::daa4fcb5-95ba-4aa8-bf2b-a898ea60fc48" providerId="AD" clId="Web-{017A36FB-CC80-E768-4327-93061FE13AA5}" dt="2026-01-05T12:06:40.443" v="278" actId="1076"/>
          <ac:spMkLst>
            <pc:docMk/>
            <pc:sldMk cId="4244431255" sldId="391"/>
            <ac:spMk id="3" creationId="{EEF6A7ED-5856-D6F5-8817-BB15D7BF179F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6:29.850" v="274" actId="1076"/>
        <pc:sldMkLst>
          <pc:docMk/>
          <pc:sldMk cId="3488863819" sldId="392"/>
        </pc:sldMkLst>
        <pc:spChg chg="mod">
          <ac:chgData name="Parth Modi" userId="S::parth.modi@tatvasoft.com::daa4fcb5-95ba-4aa8-bf2b-a898ea60fc48" providerId="AD" clId="Web-{017A36FB-CC80-E768-4327-93061FE13AA5}" dt="2026-01-05T12:06:29.850" v="274" actId="1076"/>
          <ac:spMkLst>
            <pc:docMk/>
            <pc:sldMk cId="3488863819" sldId="392"/>
            <ac:spMk id="3" creationId="{BC2DE149-4D29-0C3E-7C5F-882F812EB472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0:25.091" v="168" actId="20577"/>
        <pc:sldMkLst>
          <pc:docMk/>
          <pc:sldMk cId="4092130073" sldId="393"/>
        </pc:sldMkLst>
        <pc:spChg chg="mod">
          <ac:chgData name="Parth Modi" userId="S::parth.modi@tatvasoft.com::daa4fcb5-95ba-4aa8-bf2b-a898ea60fc48" providerId="AD" clId="Web-{017A36FB-CC80-E768-4327-93061FE13AA5}" dt="2026-01-05T12:00:25.091" v="168" actId="20577"/>
          <ac:spMkLst>
            <pc:docMk/>
            <pc:sldMk cId="4092130073" sldId="393"/>
            <ac:spMk id="3" creationId="{793CC428-40FB-4E20-F8F6-FAEA2702A1B5}"/>
          </ac:spMkLst>
        </pc:spChg>
        <pc:spChg chg="mod">
          <ac:chgData name="Parth Modi" userId="S::parth.modi@tatvasoft.com::daa4fcb5-95ba-4aa8-bf2b-a898ea60fc48" providerId="AD" clId="Web-{017A36FB-CC80-E768-4327-93061FE13AA5}" dt="2026-01-05T11:59:57.310" v="163" actId="1076"/>
          <ac:spMkLst>
            <pc:docMk/>
            <pc:sldMk cId="4092130073" sldId="393"/>
            <ac:spMk id="4" creationId="{3EA46482-3414-5CA2-CB06-65CD8F1D2EA9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10:00.601" v="362" actId="1076"/>
        <pc:sldMkLst>
          <pc:docMk/>
          <pc:sldMk cId="2094655427" sldId="394"/>
        </pc:sldMkLst>
        <pc:spChg chg="mod">
          <ac:chgData name="Parth Modi" userId="S::parth.modi@tatvasoft.com::daa4fcb5-95ba-4aa8-bf2b-a898ea60fc48" providerId="AD" clId="Web-{017A36FB-CC80-E768-4327-93061FE13AA5}" dt="2026-01-05T12:10:00.601" v="362" actId="1076"/>
          <ac:spMkLst>
            <pc:docMk/>
            <pc:sldMk cId="2094655427" sldId="394"/>
            <ac:spMk id="3" creationId="{42029F98-5A87-932E-0F7B-1B54D6F0C435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9:52.539" v="358" actId="1076"/>
        <pc:sldMkLst>
          <pc:docMk/>
          <pc:sldMk cId="3942684606" sldId="395"/>
        </pc:sldMkLst>
        <pc:spChg chg="mod">
          <ac:chgData name="Parth Modi" userId="S::parth.modi@tatvasoft.com::daa4fcb5-95ba-4aa8-bf2b-a898ea60fc48" providerId="AD" clId="Web-{017A36FB-CC80-E768-4327-93061FE13AA5}" dt="2026-01-05T12:09:52.539" v="358" actId="1076"/>
          <ac:spMkLst>
            <pc:docMk/>
            <pc:sldMk cId="3942684606" sldId="395"/>
            <ac:spMk id="3" creationId="{93DF8B3F-CA51-AC24-9812-17F09407B6D1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9:40.445" v="354" actId="1076"/>
        <pc:sldMkLst>
          <pc:docMk/>
          <pc:sldMk cId="3951426153" sldId="396"/>
        </pc:sldMkLst>
        <pc:spChg chg="mod">
          <ac:chgData name="Parth Modi" userId="S::parth.modi@tatvasoft.com::daa4fcb5-95ba-4aa8-bf2b-a898ea60fc48" providerId="AD" clId="Web-{017A36FB-CC80-E768-4327-93061FE13AA5}" dt="2026-01-05T12:09:40.445" v="354" actId="1076"/>
          <ac:spMkLst>
            <pc:docMk/>
            <pc:sldMk cId="3951426153" sldId="396"/>
            <ac:spMk id="3" creationId="{44DE622D-809B-D3CE-364E-DB214B72EF87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9:31.226" v="350" actId="1076"/>
        <pc:sldMkLst>
          <pc:docMk/>
          <pc:sldMk cId="55920493" sldId="397"/>
        </pc:sldMkLst>
        <pc:spChg chg="mod">
          <ac:chgData name="Parth Modi" userId="S::parth.modi@tatvasoft.com::daa4fcb5-95ba-4aa8-bf2b-a898ea60fc48" providerId="AD" clId="Web-{017A36FB-CC80-E768-4327-93061FE13AA5}" dt="2026-01-05T12:09:31.226" v="350" actId="1076"/>
          <ac:spMkLst>
            <pc:docMk/>
            <pc:sldMk cId="55920493" sldId="397"/>
            <ac:spMk id="3" creationId="{D878E883-0741-EA5F-F13A-57B3B1D3BC00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9:24.210" v="347" actId="1076"/>
        <pc:sldMkLst>
          <pc:docMk/>
          <pc:sldMk cId="1709022989" sldId="398"/>
        </pc:sldMkLst>
        <pc:spChg chg="mod">
          <ac:chgData name="Parth Modi" userId="S::parth.modi@tatvasoft.com::daa4fcb5-95ba-4aa8-bf2b-a898ea60fc48" providerId="AD" clId="Web-{017A36FB-CC80-E768-4327-93061FE13AA5}" dt="2026-01-05T12:09:24.210" v="347" actId="1076"/>
          <ac:spMkLst>
            <pc:docMk/>
            <pc:sldMk cId="1709022989" sldId="398"/>
            <ac:spMk id="3" creationId="{7282C5E7-B6DD-7F84-F854-DE76CA611F6B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9:17.117" v="343" actId="1076"/>
        <pc:sldMkLst>
          <pc:docMk/>
          <pc:sldMk cId="3921707445" sldId="399"/>
        </pc:sldMkLst>
        <pc:spChg chg="mod">
          <ac:chgData name="Parth Modi" userId="S::parth.modi@tatvasoft.com::daa4fcb5-95ba-4aa8-bf2b-a898ea60fc48" providerId="AD" clId="Web-{017A36FB-CC80-E768-4327-93061FE13AA5}" dt="2026-01-05T12:09:17.117" v="343" actId="1076"/>
          <ac:spMkLst>
            <pc:docMk/>
            <pc:sldMk cId="3921707445" sldId="399"/>
            <ac:spMk id="3" creationId="{FCE5163A-AE24-8F28-5B3E-5E187A9A8C8C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9:10.335" v="339" actId="1076"/>
        <pc:sldMkLst>
          <pc:docMk/>
          <pc:sldMk cId="2803200694" sldId="400"/>
        </pc:sldMkLst>
        <pc:spChg chg="mod">
          <ac:chgData name="Parth Modi" userId="S::parth.modi@tatvasoft.com::daa4fcb5-95ba-4aa8-bf2b-a898ea60fc48" providerId="AD" clId="Web-{017A36FB-CC80-E768-4327-93061FE13AA5}" dt="2026-01-05T12:09:10.335" v="339" actId="1076"/>
          <ac:spMkLst>
            <pc:docMk/>
            <pc:sldMk cId="2803200694" sldId="400"/>
            <ac:spMk id="3" creationId="{18446590-78AE-AFEE-1EE0-8DDDD867B280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9:01.866" v="336" actId="1076"/>
        <pc:sldMkLst>
          <pc:docMk/>
          <pc:sldMk cId="1969872722" sldId="401"/>
        </pc:sldMkLst>
        <pc:spChg chg="mod">
          <ac:chgData name="Parth Modi" userId="S::parth.modi@tatvasoft.com::daa4fcb5-95ba-4aa8-bf2b-a898ea60fc48" providerId="AD" clId="Web-{017A36FB-CC80-E768-4327-93061FE13AA5}" dt="2026-01-05T12:09:01.866" v="336" actId="1076"/>
          <ac:spMkLst>
            <pc:docMk/>
            <pc:sldMk cId="1969872722" sldId="401"/>
            <ac:spMk id="3" creationId="{6C7BA359-3678-8294-7A41-2CC5DBBCB3D2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8:55.132" v="333" actId="1076"/>
        <pc:sldMkLst>
          <pc:docMk/>
          <pc:sldMk cId="1732614357" sldId="402"/>
        </pc:sldMkLst>
        <pc:spChg chg="mod">
          <ac:chgData name="Parth Modi" userId="S::parth.modi@tatvasoft.com::daa4fcb5-95ba-4aa8-bf2b-a898ea60fc48" providerId="AD" clId="Web-{017A36FB-CC80-E768-4327-93061FE13AA5}" dt="2026-01-05T12:08:55.132" v="333" actId="1076"/>
          <ac:spMkLst>
            <pc:docMk/>
            <pc:sldMk cId="1732614357" sldId="402"/>
            <ac:spMk id="3" creationId="{481C7237-10A6-42FD-0778-5A1C1AC12FEB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8:45.991" v="330" actId="1076"/>
        <pc:sldMkLst>
          <pc:docMk/>
          <pc:sldMk cId="1657216704" sldId="403"/>
        </pc:sldMkLst>
        <pc:spChg chg="mod">
          <ac:chgData name="Parth Modi" userId="S::parth.modi@tatvasoft.com::daa4fcb5-95ba-4aa8-bf2b-a898ea60fc48" providerId="AD" clId="Web-{017A36FB-CC80-E768-4327-93061FE13AA5}" dt="2026-01-05T12:08:45.991" v="330" actId="1076"/>
          <ac:spMkLst>
            <pc:docMk/>
            <pc:sldMk cId="1657216704" sldId="403"/>
            <ac:spMk id="3" creationId="{CB321918-D33D-A687-7AAD-69E90F00E532}"/>
          </ac:spMkLst>
        </pc:spChg>
      </pc:sldChg>
      <pc:sldChg chg="delSp modSp">
        <pc:chgData name="Parth Modi" userId="S::parth.modi@tatvasoft.com::daa4fcb5-95ba-4aa8-bf2b-a898ea60fc48" providerId="AD" clId="Web-{017A36FB-CC80-E768-4327-93061FE13AA5}" dt="2026-01-05T11:41:11.488" v="38" actId="20577"/>
        <pc:sldMkLst>
          <pc:docMk/>
          <pc:sldMk cId="1602152739" sldId="404"/>
        </pc:sldMkLst>
        <pc:spChg chg="mod">
          <ac:chgData name="Parth Modi" userId="S::parth.modi@tatvasoft.com::daa4fcb5-95ba-4aa8-bf2b-a898ea60fc48" providerId="AD" clId="Web-{017A36FB-CC80-E768-4327-93061FE13AA5}" dt="2026-01-05T11:40:29.831" v="25" actId="20577"/>
          <ac:spMkLst>
            <pc:docMk/>
            <pc:sldMk cId="1602152739" sldId="404"/>
            <ac:spMk id="2" creationId="{30C5139C-2411-5953-A873-1437DB36826B}"/>
          </ac:spMkLst>
        </pc:spChg>
        <pc:spChg chg="mod">
          <ac:chgData name="Parth Modi" userId="S::parth.modi@tatvasoft.com::daa4fcb5-95ba-4aa8-bf2b-a898ea60fc48" providerId="AD" clId="Web-{017A36FB-CC80-E768-4327-93061FE13AA5}" dt="2026-01-05T11:41:11.488" v="38" actId="20577"/>
          <ac:spMkLst>
            <pc:docMk/>
            <pc:sldMk cId="1602152739" sldId="404"/>
            <ac:spMk id="3" creationId="{3097CBDD-DE2B-E037-22D7-C41AE49666E1}"/>
          </ac:spMkLst>
        </pc:spChg>
      </pc:sldChg>
      <pc:sldChg chg="addSp delSp modSp">
        <pc:chgData name="Parth Modi" userId="S::parth.modi@tatvasoft.com::daa4fcb5-95ba-4aa8-bf2b-a898ea60fc48" providerId="AD" clId="Web-{017A36FB-CC80-E768-4327-93061FE13AA5}" dt="2026-01-05T11:58:24.341" v="156"/>
        <pc:sldMkLst>
          <pc:docMk/>
          <pc:sldMk cId="4070960100" sldId="406"/>
        </pc:sldMkLst>
        <pc:spChg chg="mod">
          <ac:chgData name="Parth Modi" userId="S::parth.modi@tatvasoft.com::daa4fcb5-95ba-4aa8-bf2b-a898ea60fc48" providerId="AD" clId="Web-{017A36FB-CC80-E768-4327-93061FE13AA5}" dt="2026-01-05T11:41:22.863" v="42" actId="1076"/>
          <ac:spMkLst>
            <pc:docMk/>
            <pc:sldMk cId="4070960100" sldId="406"/>
            <ac:spMk id="3" creationId="{50192FC2-961E-FB1E-22D6-447E89886C5A}"/>
          </ac:spMkLst>
        </pc:spChg>
        <pc:spChg chg="add mod">
          <ac:chgData name="Parth Modi" userId="S::parth.modi@tatvasoft.com::daa4fcb5-95ba-4aa8-bf2b-a898ea60fc48" providerId="AD" clId="Web-{017A36FB-CC80-E768-4327-93061FE13AA5}" dt="2026-01-05T11:42:05.129" v="65" actId="20577"/>
          <ac:spMkLst>
            <pc:docMk/>
            <pc:sldMk cId="4070960100" sldId="406"/>
            <ac:spMk id="4" creationId="{485C3CB5-8D04-6FB6-9036-2C7413B216F6}"/>
          </ac:spMkLst>
        </pc:spChg>
        <pc:picChg chg="add mod">
          <ac:chgData name="Parth Modi" userId="S::parth.modi@tatvasoft.com::daa4fcb5-95ba-4aa8-bf2b-a898ea60fc48" providerId="AD" clId="Web-{017A36FB-CC80-E768-4327-93061FE13AA5}" dt="2026-01-05T11:58:20.935" v="155"/>
          <ac:picMkLst>
            <pc:docMk/>
            <pc:sldMk cId="4070960100" sldId="406"/>
            <ac:picMk id="6" creationId="{68DD1FB9-1306-D313-B4CE-ED6DE42102E6}"/>
          </ac:picMkLst>
        </pc:picChg>
        <pc:picChg chg="add mod">
          <ac:chgData name="Parth Modi" userId="S::parth.modi@tatvasoft.com::daa4fcb5-95ba-4aa8-bf2b-a898ea60fc48" providerId="AD" clId="Web-{017A36FB-CC80-E768-4327-93061FE13AA5}" dt="2026-01-05T11:58:24.341" v="156"/>
          <ac:picMkLst>
            <pc:docMk/>
            <pc:sldMk cId="4070960100" sldId="406"/>
            <ac:picMk id="7" creationId="{C525517C-3151-6407-9529-232EDB7DC8DB}"/>
          </ac:picMkLst>
        </pc:picChg>
      </pc:sldChg>
      <pc:sldChg chg="modSp">
        <pc:chgData name="Parth Modi" userId="S::parth.modi@tatvasoft.com::daa4fcb5-95ba-4aa8-bf2b-a898ea60fc48" providerId="AD" clId="Web-{017A36FB-CC80-E768-4327-93061FE13AA5}" dt="2026-01-05T12:05:51.943" v="267" actId="1076"/>
        <pc:sldMkLst>
          <pc:docMk/>
          <pc:sldMk cId="3378636884" sldId="409"/>
        </pc:sldMkLst>
        <pc:spChg chg="mod">
          <ac:chgData name="Parth Modi" userId="S::parth.modi@tatvasoft.com::daa4fcb5-95ba-4aa8-bf2b-a898ea60fc48" providerId="AD" clId="Web-{017A36FB-CC80-E768-4327-93061FE13AA5}" dt="2026-01-05T12:05:51.943" v="267" actId="1076"/>
          <ac:spMkLst>
            <pc:docMk/>
            <pc:sldMk cId="3378636884" sldId="409"/>
            <ac:spMk id="3" creationId="{A4AC7D66-BEA9-D288-058F-6D68B3097BE2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5:42.802" v="264" actId="20577"/>
        <pc:sldMkLst>
          <pc:docMk/>
          <pc:sldMk cId="3008700506" sldId="410"/>
        </pc:sldMkLst>
        <pc:spChg chg="mod">
          <ac:chgData name="Parth Modi" userId="S::parth.modi@tatvasoft.com::daa4fcb5-95ba-4aa8-bf2b-a898ea60fc48" providerId="AD" clId="Web-{017A36FB-CC80-E768-4327-93061FE13AA5}" dt="2026-01-05T12:05:42.802" v="264" actId="20577"/>
          <ac:spMkLst>
            <pc:docMk/>
            <pc:sldMk cId="3008700506" sldId="410"/>
            <ac:spMk id="3" creationId="{DABBC048-E722-7393-9C65-F644D74A2131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5:33.661" v="262" actId="1076"/>
        <pc:sldMkLst>
          <pc:docMk/>
          <pc:sldMk cId="3240701111" sldId="411"/>
        </pc:sldMkLst>
        <pc:spChg chg="mod">
          <ac:chgData name="Parth Modi" userId="S::parth.modi@tatvasoft.com::daa4fcb5-95ba-4aa8-bf2b-a898ea60fc48" providerId="AD" clId="Web-{017A36FB-CC80-E768-4327-93061FE13AA5}" dt="2026-01-05T12:05:33.661" v="262" actId="1076"/>
          <ac:spMkLst>
            <pc:docMk/>
            <pc:sldMk cId="3240701111" sldId="411"/>
            <ac:spMk id="3" creationId="{3FDDF26E-0E5E-48C4-AF86-666A12324892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5:23.396" v="258" actId="1076"/>
        <pc:sldMkLst>
          <pc:docMk/>
          <pc:sldMk cId="1427587914" sldId="412"/>
        </pc:sldMkLst>
        <pc:spChg chg="mod">
          <ac:chgData name="Parth Modi" userId="S::parth.modi@tatvasoft.com::daa4fcb5-95ba-4aa8-bf2b-a898ea60fc48" providerId="AD" clId="Web-{017A36FB-CC80-E768-4327-93061FE13AA5}" dt="2026-01-05T12:05:23.396" v="258" actId="1076"/>
          <ac:spMkLst>
            <pc:docMk/>
            <pc:sldMk cId="1427587914" sldId="412"/>
            <ac:spMk id="3" creationId="{1972E240-6BC4-2D17-4982-8C6CD0EF39A2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5:12.880" v="254" actId="1076"/>
        <pc:sldMkLst>
          <pc:docMk/>
          <pc:sldMk cId="717085184" sldId="413"/>
        </pc:sldMkLst>
        <pc:spChg chg="mod">
          <ac:chgData name="Parth Modi" userId="S::parth.modi@tatvasoft.com::daa4fcb5-95ba-4aa8-bf2b-a898ea60fc48" providerId="AD" clId="Web-{017A36FB-CC80-E768-4327-93061FE13AA5}" dt="2026-01-05T12:05:12.880" v="254" actId="1076"/>
          <ac:spMkLst>
            <pc:docMk/>
            <pc:sldMk cId="717085184" sldId="413"/>
            <ac:spMk id="3" creationId="{134DEF29-E362-9127-7078-297FAF28B991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5:02.786" v="250" actId="1076"/>
        <pc:sldMkLst>
          <pc:docMk/>
          <pc:sldMk cId="2686019758" sldId="414"/>
        </pc:sldMkLst>
        <pc:spChg chg="mod">
          <ac:chgData name="Parth Modi" userId="S::parth.modi@tatvasoft.com::daa4fcb5-95ba-4aa8-bf2b-a898ea60fc48" providerId="AD" clId="Web-{017A36FB-CC80-E768-4327-93061FE13AA5}" dt="2026-01-05T12:05:02.786" v="250" actId="1076"/>
          <ac:spMkLst>
            <pc:docMk/>
            <pc:sldMk cId="2686019758" sldId="414"/>
            <ac:spMk id="3" creationId="{AF6E2E97-9094-72B8-9387-81030334BFCF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4:51.723" v="246" actId="1076"/>
        <pc:sldMkLst>
          <pc:docMk/>
          <pc:sldMk cId="3597505542" sldId="415"/>
        </pc:sldMkLst>
        <pc:spChg chg="mod">
          <ac:chgData name="Parth Modi" userId="S::parth.modi@tatvasoft.com::daa4fcb5-95ba-4aa8-bf2b-a898ea60fc48" providerId="AD" clId="Web-{017A36FB-CC80-E768-4327-93061FE13AA5}" dt="2026-01-05T12:04:51.723" v="246" actId="1076"/>
          <ac:spMkLst>
            <pc:docMk/>
            <pc:sldMk cId="3597505542" sldId="415"/>
            <ac:spMk id="3" creationId="{559D0493-7DF5-4AB4-93E9-9CAA6C9E514D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4:38.082" v="242" actId="1076"/>
        <pc:sldMkLst>
          <pc:docMk/>
          <pc:sldMk cId="4059647747" sldId="416"/>
        </pc:sldMkLst>
        <pc:spChg chg="mod">
          <ac:chgData name="Parth Modi" userId="S::parth.modi@tatvasoft.com::daa4fcb5-95ba-4aa8-bf2b-a898ea60fc48" providerId="AD" clId="Web-{017A36FB-CC80-E768-4327-93061FE13AA5}" dt="2026-01-05T12:04:38.082" v="242" actId="1076"/>
          <ac:spMkLst>
            <pc:docMk/>
            <pc:sldMk cId="4059647747" sldId="416"/>
            <ac:spMk id="3" creationId="{28F285D1-6BC0-D4D2-E7D6-4C095B8DDA8A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4:27.723" v="238" actId="20577"/>
        <pc:sldMkLst>
          <pc:docMk/>
          <pc:sldMk cId="1241047473" sldId="417"/>
        </pc:sldMkLst>
        <pc:spChg chg="mod">
          <ac:chgData name="Parth Modi" userId="S::parth.modi@tatvasoft.com::daa4fcb5-95ba-4aa8-bf2b-a898ea60fc48" providerId="AD" clId="Web-{017A36FB-CC80-E768-4327-93061FE13AA5}" dt="2026-01-05T12:04:27.723" v="238" actId="20577"/>
          <ac:spMkLst>
            <pc:docMk/>
            <pc:sldMk cId="1241047473" sldId="417"/>
            <ac:spMk id="3" creationId="{E215FDC5-427D-54BD-47A7-5E7A84E7F5F5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4:12.785" v="233" actId="1076"/>
        <pc:sldMkLst>
          <pc:docMk/>
          <pc:sldMk cId="4249281036" sldId="418"/>
        </pc:sldMkLst>
        <pc:spChg chg="mod">
          <ac:chgData name="Parth Modi" userId="S::parth.modi@tatvasoft.com::daa4fcb5-95ba-4aa8-bf2b-a898ea60fc48" providerId="AD" clId="Web-{017A36FB-CC80-E768-4327-93061FE13AA5}" dt="2026-01-05T12:04:12.785" v="233" actId="1076"/>
          <ac:spMkLst>
            <pc:docMk/>
            <pc:sldMk cId="4249281036" sldId="418"/>
            <ac:spMk id="3" creationId="{56A31F5A-EB6F-745E-3F61-C28B4E177573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4:01.004" v="229" actId="1076"/>
        <pc:sldMkLst>
          <pc:docMk/>
          <pc:sldMk cId="4025965316" sldId="419"/>
        </pc:sldMkLst>
        <pc:spChg chg="mod">
          <ac:chgData name="Parth Modi" userId="S::parth.modi@tatvasoft.com::daa4fcb5-95ba-4aa8-bf2b-a898ea60fc48" providerId="AD" clId="Web-{017A36FB-CC80-E768-4327-93061FE13AA5}" dt="2026-01-05T12:04:01.004" v="229" actId="1076"/>
          <ac:spMkLst>
            <pc:docMk/>
            <pc:sldMk cId="4025965316" sldId="419"/>
            <ac:spMk id="3" creationId="{F332F352-2709-12D5-4D4E-BA26046B0679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3:48.769" v="225" actId="1076"/>
        <pc:sldMkLst>
          <pc:docMk/>
          <pc:sldMk cId="3174098344" sldId="420"/>
        </pc:sldMkLst>
        <pc:spChg chg="mod">
          <ac:chgData name="Parth Modi" userId="S::parth.modi@tatvasoft.com::daa4fcb5-95ba-4aa8-bf2b-a898ea60fc48" providerId="AD" clId="Web-{017A36FB-CC80-E768-4327-93061FE13AA5}" dt="2026-01-05T12:03:48.769" v="225" actId="1076"/>
          <ac:spMkLst>
            <pc:docMk/>
            <pc:sldMk cId="3174098344" sldId="420"/>
            <ac:spMk id="3" creationId="{F0FB4AD7-791E-9B90-D394-330043F09D13}"/>
          </ac:spMkLst>
        </pc:spChg>
      </pc:sldChg>
      <pc:sldChg chg="modSp">
        <pc:chgData name="Parth Modi" userId="S::parth.modi@tatvasoft.com::daa4fcb5-95ba-4aa8-bf2b-a898ea60fc48" providerId="AD" clId="Web-{017A36FB-CC80-E768-4327-93061FE13AA5}" dt="2026-01-05T12:03:24.722" v="220" actId="1076"/>
        <pc:sldMkLst>
          <pc:docMk/>
          <pc:sldMk cId="3112578117" sldId="421"/>
        </pc:sldMkLst>
        <pc:spChg chg="mod">
          <ac:chgData name="Parth Modi" userId="S::parth.modi@tatvasoft.com::daa4fcb5-95ba-4aa8-bf2b-a898ea60fc48" providerId="AD" clId="Web-{017A36FB-CC80-E768-4327-93061FE13AA5}" dt="2026-01-05T12:03:24.722" v="220" actId="1076"/>
          <ac:spMkLst>
            <pc:docMk/>
            <pc:sldMk cId="3112578117" sldId="421"/>
            <ac:spMk id="3" creationId="{D51A53F3-8028-A77B-EFAC-427886BBDAD8}"/>
          </ac:spMkLst>
        </pc:spChg>
      </pc:sldChg>
      <pc:sldChg chg="addSp delSp modSp add replId">
        <pc:chgData name="Parth Modi" userId="S::parth.modi@tatvasoft.com::daa4fcb5-95ba-4aa8-bf2b-a898ea60fc48" providerId="AD" clId="Web-{017A36FB-CC80-E768-4327-93061FE13AA5}" dt="2026-01-05T12:06:10.209" v="270" actId="20577"/>
        <pc:sldMkLst>
          <pc:docMk/>
          <pc:sldMk cId="3022614237" sldId="422"/>
        </pc:sldMkLst>
        <pc:spChg chg="mod">
          <ac:chgData name="Parth Modi" userId="S::parth.modi@tatvasoft.com::daa4fcb5-95ba-4aa8-bf2b-a898ea60fc48" providerId="AD" clId="Web-{017A36FB-CC80-E768-4327-93061FE13AA5}" dt="2026-01-05T12:06:10.209" v="270" actId="20577"/>
          <ac:spMkLst>
            <pc:docMk/>
            <pc:sldMk cId="3022614237" sldId="422"/>
            <ac:spMk id="3" creationId="{A58E41C1-C1DF-1AA9-7ED0-76AB6BA7DB3C}"/>
          </ac:spMkLst>
        </pc:spChg>
        <pc:spChg chg="mod">
          <ac:chgData name="Parth Modi" userId="S::parth.modi@tatvasoft.com::daa4fcb5-95ba-4aa8-bf2b-a898ea60fc48" providerId="AD" clId="Web-{017A36FB-CC80-E768-4327-93061FE13AA5}" dt="2026-01-05T11:51:51.228" v="89" actId="20577"/>
          <ac:spMkLst>
            <pc:docMk/>
            <pc:sldMk cId="3022614237" sldId="422"/>
            <ac:spMk id="4" creationId="{B02916D1-F465-BD79-A78B-B32C160AF1E6}"/>
          </ac:spMkLst>
        </pc:spChg>
        <pc:picChg chg="add mod">
          <ac:chgData name="Parth Modi" userId="S::parth.modi@tatvasoft.com::daa4fcb5-95ba-4aa8-bf2b-a898ea60fc48" providerId="AD" clId="Web-{017A36FB-CC80-E768-4327-93061FE13AA5}" dt="2026-01-05T11:52:00.853" v="92" actId="14100"/>
          <ac:picMkLst>
            <pc:docMk/>
            <pc:sldMk cId="3022614237" sldId="422"/>
            <ac:picMk id="2" creationId="{C5693F26-4175-2E57-72FC-6351A061E71F}"/>
          </ac:picMkLst>
        </pc:picChg>
        <pc:picChg chg="add mod">
          <ac:chgData name="Parth Modi" userId="S::parth.modi@tatvasoft.com::daa4fcb5-95ba-4aa8-bf2b-a898ea60fc48" providerId="AD" clId="Web-{017A36FB-CC80-E768-4327-93061FE13AA5}" dt="2026-01-05T11:58:29.435" v="157"/>
          <ac:picMkLst>
            <pc:docMk/>
            <pc:sldMk cId="3022614237" sldId="422"/>
            <ac:picMk id="5" creationId="{3AE95EC1-F938-E7C1-AD1A-576642C3D8F7}"/>
          </ac:picMkLst>
        </pc:picChg>
      </pc:sldChg>
      <pc:sldChg chg="addSp delSp modSp add replId">
        <pc:chgData name="Parth Modi" userId="S::parth.modi@tatvasoft.com::daa4fcb5-95ba-4aa8-bf2b-a898ea60fc48" providerId="AD" clId="Web-{017A36FB-CC80-E768-4327-93061FE13AA5}" dt="2026-01-05T12:06:04.005" v="269" actId="20577"/>
        <pc:sldMkLst>
          <pc:docMk/>
          <pc:sldMk cId="307704425" sldId="423"/>
        </pc:sldMkLst>
        <pc:spChg chg="mod">
          <ac:chgData name="Parth Modi" userId="S::parth.modi@tatvasoft.com::daa4fcb5-95ba-4aa8-bf2b-a898ea60fc48" providerId="AD" clId="Web-{017A36FB-CC80-E768-4327-93061FE13AA5}" dt="2026-01-05T12:06:04.005" v="269" actId="20577"/>
          <ac:spMkLst>
            <pc:docMk/>
            <pc:sldMk cId="307704425" sldId="423"/>
            <ac:spMk id="3" creationId="{3A66C0F8-782F-EC12-A4AA-118DD1869F8C}"/>
          </ac:spMkLst>
        </pc:spChg>
        <pc:spChg chg="mod">
          <ac:chgData name="Parth Modi" userId="S::parth.modi@tatvasoft.com::daa4fcb5-95ba-4aa8-bf2b-a898ea60fc48" providerId="AD" clId="Web-{017A36FB-CC80-E768-4327-93061FE13AA5}" dt="2026-01-05T11:53:12.416" v="108" actId="14100"/>
          <ac:spMkLst>
            <pc:docMk/>
            <pc:sldMk cId="307704425" sldId="423"/>
            <ac:spMk id="4" creationId="{F2DC520F-C8D3-C29D-2945-A5271F96C0FB}"/>
          </ac:spMkLst>
        </pc:spChg>
        <pc:picChg chg="add mod">
          <ac:chgData name="Parth Modi" userId="S::parth.modi@tatvasoft.com::daa4fcb5-95ba-4aa8-bf2b-a898ea60fc48" providerId="AD" clId="Web-{017A36FB-CC80-E768-4327-93061FE13AA5}" dt="2026-01-05T11:54:14.231" v="119"/>
          <ac:picMkLst>
            <pc:docMk/>
            <pc:sldMk cId="307704425" sldId="423"/>
            <ac:picMk id="6" creationId="{72620A54-32FB-7A63-1B47-3302EB920B80}"/>
          </ac:picMkLst>
        </pc:picChg>
        <pc:picChg chg="add mod">
          <ac:chgData name="Parth Modi" userId="S::parth.modi@tatvasoft.com::daa4fcb5-95ba-4aa8-bf2b-a898ea60fc48" providerId="AD" clId="Web-{017A36FB-CC80-E768-4327-93061FE13AA5}" dt="2026-01-05T11:54:18.825" v="120"/>
          <ac:picMkLst>
            <pc:docMk/>
            <pc:sldMk cId="307704425" sldId="423"/>
            <ac:picMk id="7" creationId="{7CF45A1D-BCA2-69A2-1818-A5BA04A8527E}"/>
          </ac:picMkLst>
        </pc:picChg>
        <pc:picChg chg="add mod">
          <ac:chgData name="Parth Modi" userId="S::parth.modi@tatvasoft.com::daa4fcb5-95ba-4aa8-bf2b-a898ea60fc48" providerId="AD" clId="Web-{017A36FB-CC80-E768-4327-93061FE13AA5}" dt="2026-01-05T11:54:50.731" v="124"/>
          <ac:picMkLst>
            <pc:docMk/>
            <pc:sldMk cId="307704425" sldId="423"/>
            <ac:picMk id="8" creationId="{E066BA0F-F678-D507-DD1B-17793DCE7ADC}"/>
          </ac:picMkLst>
        </pc:picChg>
      </pc:sldChg>
      <pc:sldChg chg="addSp delSp modSp add replId">
        <pc:chgData name="Parth Modi" userId="S::parth.modi@tatvasoft.com::daa4fcb5-95ba-4aa8-bf2b-a898ea60fc48" providerId="AD" clId="Web-{017A36FB-CC80-E768-4327-93061FE13AA5}" dt="2026-01-05T12:05:59.162" v="268" actId="20577"/>
        <pc:sldMkLst>
          <pc:docMk/>
          <pc:sldMk cId="3634733165" sldId="424"/>
        </pc:sldMkLst>
        <pc:spChg chg="mod">
          <ac:chgData name="Parth Modi" userId="S::parth.modi@tatvasoft.com::daa4fcb5-95ba-4aa8-bf2b-a898ea60fc48" providerId="AD" clId="Web-{017A36FB-CC80-E768-4327-93061FE13AA5}" dt="2026-01-05T12:05:59.162" v="268" actId="20577"/>
          <ac:spMkLst>
            <pc:docMk/>
            <pc:sldMk cId="3634733165" sldId="424"/>
            <ac:spMk id="3" creationId="{BB22B4FC-A7EC-4EA3-BDFA-5192136C4EEC}"/>
          </ac:spMkLst>
        </pc:spChg>
        <pc:spChg chg="mod">
          <ac:chgData name="Parth Modi" userId="S::parth.modi@tatvasoft.com::daa4fcb5-95ba-4aa8-bf2b-a898ea60fc48" providerId="AD" clId="Web-{017A36FB-CC80-E768-4327-93061FE13AA5}" dt="2026-01-05T11:56:44.950" v="150" actId="14100"/>
          <ac:spMkLst>
            <pc:docMk/>
            <pc:sldMk cId="3634733165" sldId="424"/>
            <ac:spMk id="4" creationId="{2C67C082-E631-69C5-1411-ADA9DD8337BD}"/>
          </ac:spMkLst>
        </pc:spChg>
        <pc:picChg chg="add mod">
          <ac:chgData name="Parth Modi" userId="S::parth.modi@tatvasoft.com::daa4fcb5-95ba-4aa8-bf2b-a898ea60fc48" providerId="AD" clId="Web-{017A36FB-CC80-E768-4327-93061FE13AA5}" dt="2026-01-05T11:58:39.326" v="158"/>
          <ac:picMkLst>
            <pc:docMk/>
            <pc:sldMk cId="3634733165" sldId="424"/>
            <ac:picMk id="2" creationId="{F1BB89A5-1DF6-5A35-ABA5-98F93953461F}"/>
          </ac:picMkLst>
        </pc:picChg>
        <pc:picChg chg="add mod">
          <ac:chgData name="Parth Modi" userId="S::parth.modi@tatvasoft.com::daa4fcb5-95ba-4aa8-bf2b-a898ea60fc48" providerId="AD" clId="Web-{017A36FB-CC80-E768-4327-93061FE13AA5}" dt="2026-01-05T11:58:42.685" v="159"/>
          <ac:picMkLst>
            <pc:docMk/>
            <pc:sldMk cId="3634733165" sldId="424"/>
            <ac:picMk id="5" creationId="{1F0C98BE-0E12-EF77-AE8E-E906F311D26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5603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5604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5607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67238" cy="3424238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5" name="Rectangle 7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1638" cy="411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25609" name="Text Box 8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7037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A70D8783-B686-49A5-9535-C08AC9B41C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6679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DE9453DB-C5A5-4949-9E98-AFF46EFF4848}" type="slidenum">
              <a:rPr lang="en-US" altLang="en-US">
                <a:solidFill>
                  <a:srgbClr val="000000"/>
                </a:solidFill>
              </a:rPr>
              <a:pPr/>
              <a:t>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413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14B13-4D22-5443-E534-9CA1E7E6D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03BFF465-DF3D-C0B7-FE68-852EAFDD1BB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2ACF7D92-1672-F47E-B72B-7EC6904BC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9B731CA8-2A86-8DC3-D0CC-2F3BDE6F68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0699086-B445-70DB-C6C2-8BBC003436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3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84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F0EDE-6E93-FAC4-5689-576170C80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23EFB518-FF41-7003-6EA2-E9D09CB36C7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BB34A57A-8197-5BF4-5C4F-956FC9EA7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6E437C5-A691-38D1-1D98-26B5EC4B2A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1561FCBD-033A-7D75-E2E7-7394B43D0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526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D3BB2-C480-2EF6-AB8D-51975F17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4800E6D9-5D65-C2D2-DF3E-A682976E809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8D62112-7C7A-187A-1343-DEFF8ECD0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81122082-2F32-AF75-067B-E8E981FC02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95CE278-EE24-DC4C-9C25-0D1F746DF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910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FD40C-93DE-3837-C4DE-A02630A1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ED6E619D-95ED-0A1A-FE78-9AF2210A46B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79DEEB8-1C28-24A3-FF1C-10C073876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AE26BFBB-93E1-F611-4993-D75F0DEF5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57F48CF-0858-2E02-7E17-69114BF93C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898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0C609-F3DA-D557-99B5-E1C72DB6F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AE723A4-10E2-9A38-FEB2-D27BD23D170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B4E0F147-7BED-2FE7-E51D-061555540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2C42DA86-F6BD-FAAD-EF6B-D5131E4B71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5EB2786D-CC59-57AC-4749-C3E3424EC8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185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A6E92-B233-50BE-59C6-9ECFE82C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F59E3DEB-3064-1274-08FF-3510DFECE65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5F27CBA2-9C23-DA1D-9E05-EC7462D9A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DE2C320D-A757-C444-6A9D-CAF7D814F5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A9028855-1D89-7E45-7619-97897206D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245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07517-E262-5D95-36B3-5FFA5EA8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8D515750-9147-0141-AB19-4EEEB3B635B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742E0D7F-BFE2-0213-EC1E-3DB1C9A7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4CEF98D5-82DC-0D21-9C52-7FE9F422CF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4D2AEBF-ECE3-C37A-3543-8FE901204A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052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4C3E7-E0A4-2944-FA32-A4C91C92B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A378C686-E54F-093C-4A57-56D2A7FC49E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840A6326-1736-4E0B-2B30-7B71B1226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73F28EB5-4C39-8DDA-459D-516D9E9BE9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0B1D162C-08F0-DBCA-CD0B-9E4254A517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694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6AE2C-5E56-B113-3900-CE49A857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BA9CAB09-4BAC-11A6-D271-F3AB1CB7C77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4ECAA17-1F26-9AD2-9B26-20CC85C45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5CCAD88-EF8F-2E67-E853-9627790976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5B953DE-08D7-E58E-211D-7BA9B2392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336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D5FBE-79CC-11C0-FFF5-D72ADF6E1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578A151D-E282-6E34-4171-197522565BF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35F3540-DDC8-7234-C5F2-B5284E7CB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E58C8A35-BA66-513C-8F63-D99797EF17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E6D0E02A-3530-BFC1-66A8-562E48AF26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132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4DA79-2721-99C9-AFCE-7F86C2F6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AC7FF1F-6960-9C2F-C0C1-B470CE72054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4E1F80E4-AD3B-9D47-89CB-068422C81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E5D9A86B-7B6B-9AA1-8AA9-DAD85F9238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5BD2886A-681C-B88A-6C21-42AABE12A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846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44035-2DB7-3941-E6D9-C023F5186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E6B5BFDE-C576-E7FB-F42E-1853F12AC43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78821EB-8D71-DCAF-BF93-93AD588D6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273F483A-6181-1F94-4738-21AF06D3E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FC91AFD8-8C8E-D702-A333-E299626BE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950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5E9E13-8599-986F-D1A7-0183BE79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56B1FB5B-1757-8C99-C856-3629059DBCF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68DD39B-F8A8-AFA9-7BAD-27F08B9EF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700C892C-1E0B-EDB1-A9E3-58A258A3DA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CA5E7BCB-33FB-8CBB-1EE9-C725DAFC5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756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B32EE-2550-B925-30AC-CC36D58D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AFF28971-E6EC-A472-79A1-A4846320444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EF800E12-AB29-DC42-3933-02A419A5B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5C59744F-D67B-787B-0802-D23B306672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07293FB-7A73-A7BA-282A-3221BAA00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089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A1337-86E3-7F92-C820-7954DB69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98B6A00D-8F0F-2FD0-A7C2-91C1FD62324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C78CE9F3-9E24-13E5-55A0-106043405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9A635DF1-4754-683A-7EF7-90F6912E3F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377F5F8-4156-CD46-1EC6-CBB2BCDF4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469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FF80D-E311-93DA-39E5-0E948E282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01442C5C-127B-E684-B5A7-AB79E4195F4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79C8FB77-9AE5-970A-1D6F-C4D36EBDF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F7A644B-76FF-43F3-B036-EF30079F15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CE41164E-ABE0-5BDD-8AFA-018B883A5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667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3181B-4A07-9C3B-0063-A000C5EF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F942ECE-62F0-C0A7-544A-1FA327FFE13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483DB4EA-E580-933E-8B0A-CDC72ABF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31D44B6-7528-8D04-D8DB-FBCB4B07F3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B56D636F-52E0-6DE3-01D8-687BCEE53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7325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F02A3-7FE0-7112-1888-E0EBBFF9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FC29FD20-181E-CDDB-D005-31FCA1C4B49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8B94DBD9-378F-98EA-FEC0-FE9BAE5A1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CF9612C-9C3D-5F60-AB6A-437F3C54AE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514A13C-14F8-0920-0BC8-1340BE080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378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583395-2558-4F3F-3C48-465FAB6B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F381046-8417-8F70-2229-D78DCF6D95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448073F4-CF51-8C5A-DBA5-C9EB91677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EDF96E4C-EEBB-5FC6-3E0C-0D34EB9E08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AB559731-6C03-52D7-C9F5-C13B900632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7823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89A06-1CAF-2EC1-862B-C4B3FCBB7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9B9F0787-0407-78BC-328E-17EB860DB10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846159E-C941-EA81-9367-AEC52BE02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35E36317-B36C-CD50-9750-AAD2A684D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A8507A2-F0FD-929D-B538-3B339E462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1082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3ABFC-17DC-2AF4-545E-2CD33FFEE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753CB17B-00D5-7237-A3F4-52E05721FFF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FCFC08AB-0772-E017-16E3-C482CA919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A352696-C4E4-6C8E-8B8F-7B49AC7A18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FA964D02-CECC-385C-D93E-C13492181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6890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1AB5A-DC37-A443-AC6D-C0332EE49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9FE16B5F-A2B4-FE6A-8A1D-A5A5E2CBB61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FA1BCF1F-5595-31CE-C8B5-E54C7D3EA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075A222-73BE-A59C-BEE5-1D9515DCB5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7862741-67F4-8483-A30A-BDA421C8C0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4346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2C193-5FB7-5CFE-A716-07EFBC83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4F8469E-C3DA-BA4A-E30F-5FB4D837FA5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998866B7-95E1-6B80-D549-DF2AD8D27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E67D6843-3F7E-C59D-B27B-9777DC1B0F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EE494AB0-F6FB-073F-2B6B-07F107944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600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C09F8-1454-EBB6-F236-9DC4EEC6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F754258D-417D-7F91-C1B1-0575E38911D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42BDFC03-0E2F-BD63-DF1A-8B3BA3038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C05716D-ED8C-CB91-8385-0636BC138D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A361B7D0-0AE8-3A74-C45D-2C09352BC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9234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AA525-4C4E-81F3-E35C-F82F9B0D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E1EE91C-B623-2272-57DD-064267D587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902F5C7-B446-FE06-AAF6-27CBBFBE4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986997EF-6BE9-FF6E-99E6-338CD58B8C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E6D6DA4-8793-6E98-5374-738FE8EC8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0234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A6E8F0-C7B5-B6F2-50F4-FBF0DBBE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790B179B-42D7-9CDC-3813-9AB82A42E0B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53F63A35-D15E-2D6F-B07F-61E851257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8F6CEEF-1B30-C213-D049-0C0823C6A1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F11E53D3-542F-8F2D-9A24-0CA7AF544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9645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860CC-657F-4610-670A-B945D6C2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62D2C51E-2A51-18F6-48F9-D9DC5DE1288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4A043A6B-7976-9108-13CF-675C4C20F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F2DBC1DD-581A-C07B-5D1A-E8E17EF3B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A7993612-632F-FE3D-EABF-3D0A0D6D6F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3100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18E3F-6A28-FD97-653A-49CD18B7D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344CAB0A-A68C-C148-B886-C15BBBD70FB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35BBD34-E0D7-A8C4-8672-A21B42FF8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AE1985D4-F871-7703-A733-C28750A72D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C79522B8-89E4-A849-25AD-15B307730E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5610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A41F5-AE40-D6CE-DE65-96B1348C2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BE17FC85-F178-E3A9-ABB8-B2389DA27CF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FE84B66-FAF1-859F-CFD5-0AED0C3EB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A8CD1F3-7CCD-6AA3-9E5B-42FB20574A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101EE582-E1AF-1645-7D97-AB66A22D7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7129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8D2A05-292C-32BA-B898-DDCC6D94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D8A742C-7C8B-FD69-6B83-E701D48FF94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97B236F1-3FE9-D489-A4EA-B7DDB51E5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964078D-7A80-6D43-A559-F1B43FB689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F9481FD5-00E0-A4AA-1660-163378835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8235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2CA85-5FDF-C166-9E47-E719D77B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645278E1-0164-32F5-F13D-C8B317C442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952281E1-8DC9-D3D1-C5F5-105324E7C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22AD884-9AA7-A5CC-17E7-7B21B2EB4D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2443F519-1AE9-2484-FC09-3D11FF86A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7314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DE9AB-9419-0ACD-44D3-55747BAD3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4FD9FD95-F78E-0961-A83A-D3D365987DA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FFC3965B-8AD5-8263-36FA-BE9016A33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25084603-6030-E762-89DE-CAD77BBFF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EA68D590-3CE0-36D8-6303-99BF006738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123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20A9F5-2B58-80F7-3CA1-CE615466C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FA19313-BA2A-86A3-2D08-4554855D389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DF17473A-F288-930B-16BE-1A75D3669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9AE208CE-5491-88E8-E915-DAC1F82721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BF441F0-E84A-7EAE-7934-87A425BAA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6644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3970B-FEAE-4501-76CE-FA4D7D65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7ADE7D0C-225A-FBBD-34B7-5F2A874B144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785D1BC9-F0ED-7BC2-E381-F99ECA43D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ABBEC4D-3366-5810-0D4F-7AD3BD2337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2C5AF733-FB7B-1BE3-415B-15B5039E7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4148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E8ED51-929B-1B8C-45C2-43A1A021B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1B5DDC52-E672-BFD1-5120-3BD4AB3D4BC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F40CEA0-1CBE-EEC7-B4C2-25A9EC0AB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F8773E8D-3138-7471-7E5C-F2A9C6C28C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74270DE-9BB4-297F-2D36-2D7251397D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187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D042A-60AB-0320-DF48-478025EF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26709FBE-B781-E737-FA86-5138EEC1904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AC7FA0C0-625A-74D9-DCCD-1BD1F3E47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4C332232-D042-62D6-4913-8F9BA5C9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37BF4F28-01A2-C52F-A1B9-B6FDF5868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5262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0BA16-E066-806F-5656-C7AB3E91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6541FDB0-4155-F30D-299F-F3A8EEE598D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EE32AEB9-99AE-4AFB-61F0-57B9E025E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C23CC18-2258-8DB2-4A85-CC6F2CCEB9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6B4CAC09-4C60-F71E-FEB2-9445A34B2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2989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C0B37-3EEA-29EE-F501-4958EEDF3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91F38F1-A6E2-FB3D-B5B9-B0CF882E91B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84ABD581-E379-1881-A8B0-1936CFB16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2AAF4206-6EA0-3DB7-1EA4-5756E94D52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A20BC3B-0A28-4926-48E6-81D790DF1D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8737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ADA95-1163-692A-CACD-5BDEB716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AF0A870D-D6B2-1958-C5AE-5959A77A1F7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2E8CAF6B-3516-44FC-9F48-9D1FA4CCA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84113383-DC9D-6DA2-4389-526273A39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678C858A-A23A-77EB-3FBF-D95B79A91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9251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8AD54-6942-5253-3530-14A9D6BE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0EDF7752-1F81-1A34-0A49-46459D8A304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F6F7D93D-47B2-3FA5-B4F9-7CD424B21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9489FBB-0F89-E378-2991-E02B7B6F35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E983057-BE25-9B10-6A9B-90722CB4E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4498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CFCC6-1694-5017-1955-69757ECD8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30EC3734-D80E-1177-032F-285B6B19F9C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FC0EA8F7-9703-48CB-C967-E0D43E85F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3308C48-7D4C-F56E-33A5-B6F109DB33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21CBD9E4-CCAF-6A53-C776-552981F4C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0899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D9AF5-F036-C96C-13A7-C8299502E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B887D4C-FF40-1C3A-433D-0ACF5BFADD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96070761-165F-7198-8CDD-B896343F2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D777B1E4-6835-C21C-B8B4-C82633CB7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0912D4F8-1203-6FB6-0C6C-9CB370A95E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3145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5FA57-4079-1E65-833A-393927D7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85DA88E3-4E52-BA1B-E828-0DFEAA2E351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F026574D-3FA2-EE31-7D06-F3CD56110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2FB6C86-616E-0C44-6D35-8D6F9A3178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0DC121A-2C7B-0DAC-A8A6-51F54ABDE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2403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E68771-894C-2048-A6C9-26CEC9CB6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9F21E81C-7C3B-6FCA-1D3A-D334D9FF1F0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E0CF176B-2438-F379-4336-959DDC34F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1FBC398D-47E3-B68C-6A4C-1952574339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FB4487D-0F66-D9A8-8F88-21348D471E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1929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8698C-A745-09D0-EB19-C25D3D7D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61A013BE-195C-F167-B677-FC8652A0E93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25F5656D-035F-7A57-50D9-5E097B802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79BBC85-E963-45D7-39C7-DFDD92F5C6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C6C00193-868D-965D-19D5-838263529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44311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64792-2DB3-88E8-8EEE-E6B5BF8F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2110DEB-5D56-049B-E3A1-A7482E7709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87393F34-8B42-E61E-BAA6-2699B8774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8A29684D-70A3-0579-D63A-D29EAB478F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A40B8B4-62DD-8618-060B-A3DEA233A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3704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929CB-7CDB-3D2F-CB3A-CDB5D460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22EC92F9-C96C-5152-A15C-9796631B30A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94504257-654E-70FA-0E5C-DC34D7170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F957CE44-B332-D6B5-2E09-20F1B5431B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82A995D-93F2-70D7-52B6-88D644C63E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5019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99C32-1C6C-EE2D-12EC-143DA3C9F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43D71812-B61F-419D-64F5-E9A0F004215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7BF45C0-396E-151C-A4AD-CF1765E25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5C351CFA-4986-D7A9-91C7-3BD52A7414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BC7CE1F8-6A4D-2399-34C5-86BA85B98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020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7E8E7-7FD9-3236-FA38-104122C0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7D7B24DA-1716-9DDB-8A85-E02E3F2EC18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4FEAD86A-D175-4102-F2FD-50898E9E3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F8114F8E-C4A2-F461-814B-151A076A90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AE09822-4AC0-941D-FF46-15BFE2E605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78423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F6760C-909A-DF79-BF08-ACF60CFF2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51D2860-BE17-8F44-9CB1-EADDAFF8543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8FACF959-2F28-8FBA-CBB4-B90C72AE9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7C42072F-4CFB-F155-4EFD-414DF7CA5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D96683D0-AFF7-32F6-A35F-280016FC2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1687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9C956-36BC-B047-9A97-4A358BE3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1F7E7A19-E3AE-D3DF-BEC3-6A6B1150A5E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2FEB7775-71DD-FAFE-4B52-3FE4957B9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82481B3E-3E27-50D0-BC67-7606068BAB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2FD7E479-5BCA-9F75-1152-5A171430A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80365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E8AB0-1D03-C690-6B8C-A4F85B30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6AA8DA6F-029E-90F5-A041-ED1307DA68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22E863C-84BF-50EF-1C41-7EBA0A21C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A419A16-11AC-1CEA-6C35-3F63F06B98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5DD7CA17-B595-F309-D683-E823883AC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4770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F24B87-0977-5AD1-A38A-3B0D56D24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4A9302A1-18C3-89A0-BDAA-E6A449C46FC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7ECEE149-B9E4-B407-CDDC-E39493DB5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A39719B-C595-B12F-46A2-5D5C8201BC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080DEBC2-0206-F828-AB40-51E2037AEB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85570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8A03F-DA84-5C9D-EEB0-A8385634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B7DAE534-72B7-74B0-B81A-325D0000608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F18C4CD1-78DE-39F2-3149-1183A6AAA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1DEECF4B-96CD-B157-8262-689792B80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5794520C-D9BC-B8A6-2B4B-A10A53BE4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368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1F30E-C825-C1AD-C87B-C83DDEE1D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A2FC9924-E4B7-8C63-3905-AE1A2CA57D6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6CE3FFF-A0B2-1FBF-1502-CB64FFD8F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37E00EE8-2B6D-7D22-5FC6-C28DE7ABD0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5CE7D8B6-8283-29A6-FFE6-F477EDDCFA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55739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EE793-F48A-54D4-7D4A-19EF742A6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5C73540E-3FBF-8FE8-A614-5631BFF20EB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839882B1-8ACC-E47B-0326-2170F0487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747CE7E8-98C6-FCB1-F9EE-F0B16C5815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A2756F59-009C-A89A-FCF5-F2BE22A48A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2408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B0B91-B5DC-32A8-DDD3-453BEA75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EEE49809-5F3D-9A5C-96DA-B752248F2F7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5DCB5753-1CA7-26AF-E842-D05A731F5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EAB4A6ED-0AD3-0461-55F8-9D113FA3FB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B90B3292-5B3D-40FC-828E-3DDCD35751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6010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B92F1-684F-E8C7-D3E8-0777B045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1535977D-7F57-BDB8-ACAF-D364E43C81D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9EB1D15-FDD6-36C3-4BCB-ABEAACEAF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6468EB2-8FDD-3EA5-698F-66412DFBD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1DDA3283-83CD-5297-55B7-8E8ADB24D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04027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4CA52-88D8-7395-FB1A-012B54BE2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9CEFAB8C-869A-42E2-73D0-283730CBDC7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2292A55C-BA74-93F8-0170-FD7D166C5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D0DD5BCB-82F3-2727-A044-97BC1C64EA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82AFD90-5CFA-3640-67FB-4E8D62D7E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74507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F194A-0131-4D98-6989-B659A4BFC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326CD44E-A1E4-64AE-326A-4ABAF11E3AE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D1B48518-E2DE-C5D3-4570-FEC0E19E7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601620FC-C038-2846-0D63-8E41C6BF5D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EA519CC6-D0AA-8E9F-4871-AF3B1138F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4203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98364-E897-9112-C380-A47F278F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C29FB1D-BD59-E723-54A9-D063FBDE1A7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49F71BC-549C-0FA4-8ECD-E7BF9D7A3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A39D1F64-6CED-FBA1-AA4E-01C149AD89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168BCC05-7FC8-9A0E-6522-2C39E7E55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14032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9B0368-4C48-6708-9417-C227F9BF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715461E4-D7A0-61FA-9090-D450ED6F34C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854F6165-5882-9945-3ED9-74C80ECF0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A516687-E704-7E86-F25E-D8FA16D13A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0760D33-A2BC-4042-6897-C7FE4761C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46967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E8CDCF-E480-B540-E6A3-EFD4CEB91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3562719-FD40-3CFE-A700-F36A47CB95B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7B7637F4-893C-5DF5-BB14-63B6A4586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FC8207AB-2D4D-CDC3-CB3E-CF7FB2A4C4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D4F9FFB7-DE94-8DC6-1B61-1025AE687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86894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30F02-F426-3F87-920A-B22EEC483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B33421B-5358-78D6-67DE-746C1B4B90E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DA87EC79-C36A-9F11-5942-3E8336CB2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B147BF5-DE1A-ACE9-DA2A-1B9E8A7D8A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1FCC201-E8E6-7A6D-67AC-D0AAD11BD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69067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00F99-118B-4B1C-3DE2-0E7DC92A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4A93C4AB-EDE1-8589-1622-FE3A0A10BB7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A5F43F75-B8CA-A031-7F55-B813C9160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55D2E984-0EA5-3DC1-320F-E1EF538BEF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FB89B123-2D63-A086-36B7-F8ABFFAC1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1621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BF4070-D4F7-34F2-BCA4-FA5EFD671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1DB8E078-B7DC-0B18-5D93-AFA4892A757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D5E467F9-3207-34CA-CA51-2FA0FB110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9D9BF2B-5578-E04B-4EB8-387AD0CCAA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37683696-B324-A78E-7E7F-5521878FC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08031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8B63C-1D0A-92B3-CC35-2224743D7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BBDDE512-78E3-137A-D4D8-B9CD2C1F657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70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C14901D3-A0A1-12F7-7FDB-207380EFD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A901CD4-2DB9-5430-C809-1CCB49DBDF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AC62250-A21E-641B-614F-7968EBA768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56675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57188-A785-1C77-2C59-E843EB0B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3281197A-15F3-0B53-4F7A-B7ED461B908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71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64276647-3D42-83FB-DF05-809820493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4180A7D2-8209-C1F6-3FA5-33014CB0F4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0F4A0EBB-5807-D5A8-0D36-5A626B4A8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15002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2FE93-A723-85E2-A685-E4CC49A4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183911E-90B7-2307-F48B-26D536F5CA1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72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D384E0F-D22A-749D-A378-BBC490DEC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20DD1F02-6E3B-4EBE-9CB3-8F4F7800EB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6E66AD0-84BA-B98D-F6D4-F40AE57473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28929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38CD3-A9B1-8EBF-1970-6C32937B1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709A1F63-C64A-2B57-F15E-D7DF898E58F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73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DE76D1B2-2B46-BFCE-36CD-BE261704C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574205A-2105-12CF-B735-332F8BFB65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0DBD28C9-E784-E07F-ED8B-145F50EA5B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08953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0E2E7-0FBA-CA50-66BC-9B308893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188C75E3-D0C5-C22A-55F8-516EBC1FEDF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74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79823B7C-B642-11F8-03C7-51B8746BE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60EA6823-C92A-CCA2-5514-40DF712AE4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DDCD7E56-86E3-9B6C-9D6F-908CCCC5A2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02222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B79EA-5A0C-4FAF-7B3F-8AED7246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B928B626-6C23-C25E-18F8-C8332D47C46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75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234CD6C8-B5D6-DDBB-F7E6-DF8BDB57E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F23B896B-D000-5A45-3EBC-E601A8542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F0F604F4-1E69-B911-899E-A58499A483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77108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08C48-BE64-E3BF-16D3-FA8B3F6DE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3F61AC03-99BA-BCC9-9715-9475827B4DC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76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6F75667-85F5-FD64-BE19-1A93F7B19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5A2B2EE2-A01F-1619-F4DB-D48C2F6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E4789670-3E14-2301-5B91-2F785622D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60967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8F0FF-02E6-8428-6B47-C852C8D25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497DDAD-1661-9ACE-B41F-0D41F14166D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77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F811C6A-1937-F7B9-8FE9-5C8CB06C6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D61DD0F7-D897-95B7-5258-3411E7CD39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F761AB3-9A27-AFFA-29D0-2AE77F496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15181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78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374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669EB09D-0BC4-4F76-AA3C-7A61B9424D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29603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942B05A5-4299-4B16-BADF-9032CFECE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43447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00224564-28CA-4955-92EE-FE2B875134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28330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7349B6AF-F900-42BC-A928-8C8A954115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4067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C8FB3329-7897-4EC3-B023-566900B8C05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58591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080B4B13-2CF4-4C76-8503-7BAD66B3F1C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65604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6260F22D-C61C-4505-A08D-38E8570DBBF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91924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8E8714EB-CEF5-429F-B31B-D58B2989FC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313760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8EA491AC-FAA4-4776-959D-4F3B6503B08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42988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5E093BF2-2ED0-42FA-94F8-38DC5A0BDC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64527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1E84B291-C5AB-4DDA-A59F-C26E273162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66503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3E6B807-CAFB-4444-A803-C8DD41C7C46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09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4051ABD-326E-4CDC-9143-38518A92A3B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60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04EBF3A-6BBD-4A98-B7CB-ACB2C5411D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54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1600201"/>
            <a:ext cx="4035425" cy="452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7" y="1600201"/>
            <a:ext cx="4037013" cy="452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E99D040-7436-4296-9019-0C95B31C194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98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B9E9BC9F-3107-4703-8324-A212D9CBB5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14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E81B7D5-3F8B-42B3-9FD8-DCBBFE6F6D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47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667237A-FC3C-4853-86F8-64DDB61757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25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8EBFD46-18CA-43D2-A4D0-0ED0BF3FA64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190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35B117E-F174-4EE2-88BA-C604F326553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211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3A0E09B0-ED53-4D2D-88EC-FBF6A039D4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68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7" y="274638"/>
            <a:ext cx="2055813" cy="5846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016625" cy="5846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9BD6AFA-B429-4A6E-8354-B36B4110B9F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1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914400" eaLnBrk="1" hangingPunct="1">
              <a:buClrTx/>
              <a:buSzTx/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fld id="{527EBA45-893D-4BE6-8F5F-967691E03E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3" name="Picture 7" descr="slide3_gray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430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randomBar dir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4838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4838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457200" y="6381750"/>
            <a:ext cx="2128838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</a:defRPr>
            </a:lvl1pPr>
          </a:lstStyle>
          <a:p>
            <a:fld id="{BB1521A8-D743-4CA5-9AEF-2054D95125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669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1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3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8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18273A-033E-22FC-1600-18C371CDD49F}"/>
              </a:ext>
            </a:extLst>
          </p:cNvPr>
          <p:cNvSpPr txBox="1"/>
          <p:nvPr/>
        </p:nvSpPr>
        <p:spPr>
          <a:xfrm>
            <a:off x="186635" y="477002"/>
            <a:ext cx="856705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Advance PostgreSQL – Part 1</a:t>
            </a:r>
            <a:endParaRPr lang="en-IN" sz="4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0702949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CE6261-3262-DF35-3CAF-F420155D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3CC428-40FB-4E20-F8F6-FAEA2702A1B5}"/>
              </a:ext>
            </a:extLst>
          </p:cNvPr>
          <p:cNvSpPr txBox="1"/>
          <p:nvPr/>
        </p:nvSpPr>
        <p:spPr>
          <a:xfrm>
            <a:off x="287076" y="215325"/>
            <a:ext cx="88603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Calibri"/>
                <a:ea typeface="SimSun"/>
                <a:cs typeface="Calibri"/>
              </a:rPr>
              <a:t>Agenda</a:t>
            </a:r>
            <a:endParaRPr lang="en-US" sz="4000" b="1">
              <a:latin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46482-3414-5CA2-CB06-65CD8F1D2EA9}"/>
              </a:ext>
            </a:extLst>
          </p:cNvPr>
          <p:cNvSpPr txBox="1"/>
          <p:nvPr/>
        </p:nvSpPr>
        <p:spPr>
          <a:xfrm>
            <a:off x="289629" y="1525724"/>
            <a:ext cx="6037118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Constraints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Joins (Inner, Left and Right)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Sub Query</a:t>
            </a: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Aggregate Functions</a:t>
            </a: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Group By, Having</a:t>
            </a: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Indexes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Date &amp; Time handling</a:t>
            </a: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EXISTS</a:t>
            </a: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CTE – Common Table Expressions</a:t>
            </a: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Window functions</a:t>
            </a:r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Table Partitioning</a:t>
            </a: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Custom Types</a:t>
            </a:r>
          </a:p>
          <a:p>
            <a:pPr marL="342900" indent="-342900">
              <a:buFont typeface="Arial,Sans-Serif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UPSERT (INSERT __ ON CONFLICT DO UPDATE)</a:t>
            </a:r>
          </a:p>
          <a:p>
            <a:pPr marL="342900" indent="-342900">
              <a:buFont typeface="Arial,Sans-Serif" panose="02020603050405020304" pitchFamily="18" charset="0"/>
              <a:buChar char="•"/>
            </a:pPr>
            <a:endParaRPr lang="en-US" sz="200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213007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8D2E6-41C6-CBA5-4F04-30EA59B309C8}"/>
              </a:ext>
            </a:extLst>
          </p:cNvPr>
          <p:cNvSpPr txBox="1"/>
          <p:nvPr/>
        </p:nvSpPr>
        <p:spPr>
          <a:xfrm>
            <a:off x="137252" y="1588692"/>
            <a:ext cx="8371906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Welcome to this session on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Advanced PostgreSQL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, where we move beyond basics and focus on writing efficient, scalable, and real-world SQL queries.</a:t>
            </a:r>
            <a:endParaRPr lang="en-US" sz="2000">
              <a:latin typeface="Calibri"/>
              <a:cs typeface="Calibri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What You’ll Learn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Constraints: PRIMARY KEY, FOREIGN KEY, UNIQUE, CHECK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Joins: INNER, LEFT, RIGHT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Joins vs Subqueries, EXISTS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Aggregate functions: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COUNT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,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SUM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,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AVG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,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MIN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,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MAX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GROUP BY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,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HAVING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 for data analysis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CTEs (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WITH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) &amp; Recursive CTEs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Indexes (intro) &amp; Date/Time handling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Window functions: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ROW_NUMBER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,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RANK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,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LAG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,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Segoe UI"/>
              </a:rPr>
              <a:t>LEAD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Outcome: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 Build performance-optimized, interview-ready PostgreSQL queries with confidence.</a:t>
            </a:r>
            <a:endParaRPr lang="en-US" sz="2000">
              <a:latin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E9C93-3002-C352-FC29-67E064F46CA5}"/>
              </a:ext>
            </a:extLst>
          </p:cNvPr>
          <p:cNvSpPr txBox="1"/>
          <p:nvPr/>
        </p:nvSpPr>
        <p:spPr>
          <a:xfrm>
            <a:off x="287076" y="215325"/>
            <a:ext cx="88603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Calibri"/>
                <a:ea typeface="SimSun"/>
                <a:cs typeface="Calibri"/>
              </a:rPr>
              <a:t>Overview​</a:t>
            </a:r>
            <a:endParaRPr lang="en-US" sz="4000"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233322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0C2BAF-209D-636C-7DEA-FE99B91B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7134B2-CBDB-901C-3FD8-215D017E2124}"/>
              </a:ext>
            </a:extLst>
          </p:cNvPr>
          <p:cNvSpPr txBox="1"/>
          <p:nvPr/>
        </p:nvSpPr>
        <p:spPr>
          <a:xfrm>
            <a:off x="156062" y="242406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Constraints - Overview</a:t>
            </a:r>
            <a:endParaRPr lang="en-US" sz="4000">
              <a:latin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DABAD5-4646-B4A8-373C-A55BADBA89E2}"/>
              </a:ext>
            </a:extLst>
          </p:cNvPr>
          <p:cNvSpPr txBox="1"/>
          <p:nvPr/>
        </p:nvSpPr>
        <p:spPr>
          <a:xfrm>
            <a:off x="315301" y="1817937"/>
            <a:ext cx="8509427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Constraints are the rules applied to table columns to ensure data integrity and consistency.</a:t>
            </a:r>
            <a:endParaRPr lang="en-US"/>
          </a:p>
          <a:p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Common Constraints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PRIMARY KEY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FOREIGN KEY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UNIQUE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CHECK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Constraints prevent invalid data from being inserted into tables.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221032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6C7E07-BCC7-F20B-2A8D-458E91F1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0EB572-1EBD-10B1-5D4A-28068DDE43C7}"/>
              </a:ext>
            </a:extLst>
          </p:cNvPr>
          <p:cNvSpPr txBox="1"/>
          <p:nvPr/>
        </p:nvSpPr>
        <p:spPr>
          <a:xfrm>
            <a:off x="317573" y="229982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PRIMARY KEY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43028-D58F-CB71-4A4C-C06E19586BEB}"/>
              </a:ext>
            </a:extLst>
          </p:cNvPr>
          <p:cNvSpPr txBox="1"/>
          <p:nvPr/>
        </p:nvSpPr>
        <p:spPr>
          <a:xfrm>
            <a:off x="315301" y="1817937"/>
            <a:ext cx="8509427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Uniquely identifies each row in a table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Cannot be NULL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One primary key per table</a:t>
            </a: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Automatically creates a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unique index</a:t>
            </a:r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rgbClr val="000000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rgbClr val="000000"/>
              </a:solidFill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close up of text&#10;&#10;AI-generated content may be incorrect.">
            <a:extLst>
              <a:ext uri="{FF2B5EF4-FFF2-40B4-BE49-F238E27FC236}">
                <a16:creationId xmlns:a16="http://schemas.microsoft.com/office/drawing/2014/main" id="{E2D9EA41-0AEA-DEF6-4163-73D0EBFA8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925" y="3021901"/>
            <a:ext cx="4248150" cy="1257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9379569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89D686-900B-093D-4758-9D5A563B0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403912-A1DD-CA9A-0D8B-BB10174FB09B}"/>
              </a:ext>
            </a:extLst>
          </p:cNvPr>
          <p:cNvSpPr txBox="1"/>
          <p:nvPr/>
        </p:nvSpPr>
        <p:spPr>
          <a:xfrm>
            <a:off x="317573" y="242406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latin typeface="Calibri"/>
                <a:ea typeface="Calibri"/>
                <a:cs typeface="Calibri"/>
              </a:rPr>
              <a:t>FOREIGN KEY - </a:t>
            </a:r>
            <a:r>
              <a:rPr lang="en-US" sz="3600" dirty="0">
                <a:latin typeface="Calibri"/>
                <a:ea typeface="Calibri"/>
                <a:cs typeface="Arial"/>
              </a:rPr>
              <a:t>ON DELETE CASCADE</a:t>
            </a:r>
            <a:endParaRPr lang="en-US" sz="36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EA232-FD48-AFD4-C52C-ADD4FB0851B1}"/>
              </a:ext>
            </a:extLst>
          </p:cNvPr>
          <p:cNvSpPr txBox="1"/>
          <p:nvPr/>
        </p:nvSpPr>
        <p:spPr>
          <a:xfrm>
            <a:off x="315301" y="1817937"/>
            <a:ext cx="850942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dirty="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Deletes child rows automatically when parent is deleted.</a:t>
            </a:r>
            <a:endParaRPr lang="en-US" sz="2000" dirty="0">
              <a:solidFill>
                <a:srgbClr val="FFFFFF"/>
              </a:solidFill>
              <a:latin typeface="Calibri"/>
              <a:cs typeface="Calibri"/>
            </a:endParaRPr>
          </a:p>
          <a:p>
            <a:endParaRPr lang="en-US" sz="2000" dirty="0">
              <a:solidFill>
                <a:srgbClr val="272525"/>
              </a:solidFill>
              <a:latin typeface="Calibri"/>
              <a:cs typeface="Arial"/>
            </a:endParaRPr>
          </a:p>
          <a:p>
            <a:endParaRPr lang="en-US" sz="2000" b="1" dirty="0">
              <a:solidFill>
                <a:srgbClr val="000000"/>
              </a:solidFill>
              <a:latin typeface="Calibri"/>
              <a:cs typeface="Arial"/>
            </a:endParaRPr>
          </a:p>
          <a:p>
            <a:endParaRPr lang="en-US" sz="2000" b="1" dirty="0">
              <a:solidFill>
                <a:srgbClr val="000000"/>
              </a:solidFill>
              <a:latin typeface="Calibri"/>
              <a:cs typeface="Calibri"/>
            </a:endParaRPr>
          </a:p>
          <a:p>
            <a:endParaRPr lang="en-US" sz="2000" dirty="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25581315-02E6-205D-A249-7675A7A10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762" y="2348710"/>
            <a:ext cx="3800475" cy="1838325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20F051-FF88-2F29-CD45-459F9CB90F97}"/>
              </a:ext>
            </a:extLst>
          </p:cNvPr>
          <p:cNvSpPr txBox="1"/>
          <p:nvPr/>
        </p:nvSpPr>
        <p:spPr>
          <a:xfrm>
            <a:off x="322256" y="4385697"/>
            <a:ext cx="6153066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Effect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Customer deleted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All related orders deleted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All related </a:t>
            </a:r>
            <a:r>
              <a:rPr lang="en-US" sz="2000" dirty="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order_items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deleted (multi-level cascade)</a:t>
            </a:r>
          </a:p>
          <a:p>
            <a:pPr algn="ctr"/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633756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450AD7-7422-DA34-A8E6-1220F306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5252EF-29BA-954E-E621-4266C3574A39}"/>
              </a:ext>
            </a:extLst>
          </p:cNvPr>
          <p:cNvSpPr txBox="1"/>
          <p:nvPr/>
        </p:nvSpPr>
        <p:spPr>
          <a:xfrm>
            <a:off x="317573" y="242406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latin typeface="Calibri"/>
                <a:ea typeface="Calibri"/>
                <a:cs typeface="Calibri"/>
              </a:rPr>
              <a:t>FOREIGN KEY - </a:t>
            </a:r>
            <a:r>
              <a:rPr lang="en-US" sz="3600" dirty="0">
                <a:latin typeface="Calibri"/>
                <a:ea typeface="Calibri"/>
                <a:cs typeface="Arial"/>
              </a:rPr>
              <a:t>ON DELETE</a:t>
            </a:r>
            <a:endParaRPr lang="en-US" sz="3600" dirty="0">
              <a:latin typeface="Calibri"/>
              <a:cs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FCF323-237A-BB3D-AF92-0CBCBBC12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559726"/>
              </p:ext>
            </p:extLst>
          </p:nvPr>
        </p:nvGraphicFramePr>
        <p:xfrm>
          <a:off x="1960146" y="1898011"/>
          <a:ext cx="5231479" cy="3222588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2365931">
                  <a:extLst>
                    <a:ext uri="{9D8B030D-6E8A-4147-A177-3AD203B41FA5}">
                      <a16:colId xmlns:a16="http://schemas.microsoft.com/office/drawing/2014/main" val="35328638"/>
                    </a:ext>
                  </a:extLst>
                </a:gridCol>
                <a:gridCol w="2865548">
                  <a:extLst>
                    <a:ext uri="{9D8B030D-6E8A-4147-A177-3AD203B41FA5}">
                      <a16:colId xmlns:a16="http://schemas.microsoft.com/office/drawing/2014/main" val="1914310531"/>
                    </a:ext>
                  </a:extLst>
                </a:gridCol>
              </a:tblGrid>
              <a:tr h="537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ri"/>
                        </a:rPr>
                        <a:t>Option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ri"/>
                        </a:rPr>
                        <a:t>Behavior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84096"/>
                  </a:ext>
                </a:extLst>
              </a:tr>
              <a:tr h="537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CASCADE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Delete child rows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700264"/>
                  </a:ext>
                </a:extLst>
              </a:tr>
              <a:tr h="537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RESTRICT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Block delete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811038"/>
                  </a:ext>
                </a:extLst>
              </a:tr>
              <a:tr h="537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NO ACTION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Same as restrict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532428"/>
                  </a:ext>
                </a:extLst>
              </a:tr>
              <a:tr h="537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SET NULL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FK becomes NULL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229543"/>
                  </a:ext>
                </a:extLst>
              </a:tr>
              <a:tr h="537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SET DEFAULT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FK → default value</a:t>
                      </a:r>
                    </a:p>
                  </a:txBody>
                  <a:tcPr marL="167640" marR="167640" marT="83820" marB="8382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445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69675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FEA160-0FD2-31B6-51F7-F70D1F43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F23CE8-DE43-5E9C-90EE-0DB38347C28D}"/>
              </a:ext>
            </a:extLst>
          </p:cNvPr>
          <p:cNvSpPr txBox="1"/>
          <p:nvPr/>
        </p:nvSpPr>
        <p:spPr>
          <a:xfrm>
            <a:off x="317573" y="242406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latin typeface="Calibri"/>
                <a:ea typeface="Calibri"/>
                <a:cs typeface="Calibri"/>
              </a:rPr>
              <a:t>FOREIGN KEY - </a:t>
            </a:r>
            <a:r>
              <a:rPr lang="en-US" sz="3600" dirty="0">
                <a:latin typeface="Calibri"/>
                <a:ea typeface="Calibri"/>
                <a:cs typeface="Arial"/>
              </a:rPr>
              <a:t>ON UPDATE CASCADE</a:t>
            </a:r>
            <a:endParaRPr lang="en-US" sz="3600" dirty="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9F69E-84D4-1C13-D36A-3EC9E3C22CF5}"/>
              </a:ext>
            </a:extLst>
          </p:cNvPr>
          <p:cNvSpPr txBox="1"/>
          <p:nvPr/>
        </p:nvSpPr>
        <p:spPr>
          <a:xfrm>
            <a:off x="315301" y="1817937"/>
            <a:ext cx="850942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dirty="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Parent key update blocked</a:t>
            </a:r>
            <a:endParaRPr lang="en-US" sz="2000" dirty="0">
              <a:solidFill>
                <a:srgbClr val="FFFFFF"/>
              </a:solidFill>
              <a:latin typeface="Calibri"/>
              <a:cs typeface="Calibri"/>
            </a:endParaRPr>
          </a:p>
          <a:p>
            <a:endParaRPr lang="en-US" sz="2000" dirty="0">
              <a:solidFill>
                <a:srgbClr val="272525"/>
              </a:solidFill>
              <a:latin typeface="Calibri"/>
              <a:cs typeface="Arial"/>
            </a:endParaRPr>
          </a:p>
          <a:p>
            <a:endParaRPr lang="en-US" sz="2000" b="1" dirty="0">
              <a:solidFill>
                <a:srgbClr val="000000"/>
              </a:solidFill>
              <a:latin typeface="Calibri"/>
              <a:cs typeface="Arial"/>
            </a:endParaRPr>
          </a:p>
          <a:p>
            <a:endParaRPr lang="en-US" sz="2000" b="1" dirty="0">
              <a:solidFill>
                <a:srgbClr val="000000"/>
              </a:solidFill>
              <a:latin typeface="Calibri"/>
              <a:cs typeface="Calibri"/>
            </a:endParaRPr>
          </a:p>
          <a:p>
            <a:endParaRPr lang="en-US" sz="2000" dirty="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5996E3-6FA2-4F61-C266-2F6F2263FD83}"/>
              </a:ext>
            </a:extLst>
          </p:cNvPr>
          <p:cNvSpPr txBox="1"/>
          <p:nvPr/>
        </p:nvSpPr>
        <p:spPr>
          <a:xfrm>
            <a:off x="322256" y="4385697"/>
            <a:ext cx="615306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Effect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customers.customer_id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updated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orders.customer_id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updated automatically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2000" dirty="0">
                <a:solidFill>
                  <a:schemeClr val="tx1"/>
                </a:solidFill>
                <a:latin typeface="Calibri"/>
                <a:ea typeface="SimSun"/>
                <a:cs typeface="Arial"/>
              </a:rPr>
              <a:t> Rarely used (PKs usually immutable)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 dirty="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5" name="Picture 4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23CD0CAA-7501-A9CE-7E8F-3EF129188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116" y="2634355"/>
            <a:ext cx="3857625" cy="179070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5191694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F6DF54-1A53-ABC4-6A65-12949930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5DE02C-695A-9B36-609D-6DC88561EAE7}"/>
              </a:ext>
            </a:extLst>
          </p:cNvPr>
          <p:cNvSpPr txBox="1"/>
          <p:nvPr/>
        </p:nvSpPr>
        <p:spPr>
          <a:xfrm>
            <a:off x="317573" y="242406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latin typeface="Calibri"/>
                <a:ea typeface="Calibri"/>
                <a:cs typeface="Calibri"/>
              </a:rPr>
              <a:t>FOREIGN KEY - </a:t>
            </a:r>
            <a:r>
              <a:rPr lang="en-US" sz="3600" dirty="0">
                <a:latin typeface="Calibri"/>
                <a:ea typeface="Calibri"/>
                <a:cs typeface="Arial"/>
              </a:rPr>
              <a:t>ON UPDATE</a:t>
            </a:r>
            <a:endParaRPr lang="en-US" sz="3600" dirty="0">
              <a:latin typeface="Calibri"/>
              <a:cs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5E12B9-03E4-7D02-8014-A63BDEDC2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592908"/>
              </p:ext>
            </p:extLst>
          </p:nvPr>
        </p:nvGraphicFramePr>
        <p:xfrm>
          <a:off x="2092940" y="1967962"/>
          <a:ext cx="4958200" cy="32722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70732">
                  <a:extLst>
                    <a:ext uri="{9D8B030D-6E8A-4147-A177-3AD203B41FA5}">
                      <a16:colId xmlns:a16="http://schemas.microsoft.com/office/drawing/2014/main" val="1849337947"/>
                    </a:ext>
                  </a:extLst>
                </a:gridCol>
                <a:gridCol w="3087468">
                  <a:extLst>
                    <a:ext uri="{9D8B030D-6E8A-4147-A177-3AD203B41FA5}">
                      <a16:colId xmlns:a16="http://schemas.microsoft.com/office/drawing/2014/main" val="2550246833"/>
                    </a:ext>
                  </a:extLst>
                </a:gridCol>
              </a:tblGrid>
              <a:tr h="496683"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Calibri"/>
                        </a:rPr>
                        <a:t>Option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Calibri"/>
                        </a:rPr>
                        <a:t>Behavior (ON UPDATE)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338070"/>
                  </a:ext>
                </a:extLst>
              </a:tr>
              <a:tr h="496683"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/>
                        </a:rPr>
                        <a:t>CASCADE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/>
                        </a:rPr>
                        <a:t>Update child FK values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381118"/>
                  </a:ext>
                </a:extLst>
              </a:tr>
              <a:tr h="496683"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/>
                        </a:rPr>
                        <a:t>RESTRICT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/>
                        </a:rPr>
                        <a:t>Block parent update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170088"/>
                  </a:ext>
                </a:extLst>
              </a:tr>
              <a:tr h="496683"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/>
                        </a:rPr>
                        <a:t>NO ACTION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/>
                        </a:rPr>
                        <a:t>Same as RESTRICT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069428"/>
                  </a:ext>
                </a:extLst>
              </a:tr>
              <a:tr h="496683"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/>
                        </a:rPr>
                        <a:t>SET NULL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/>
                        </a:rPr>
                        <a:t>FK becomes NULL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842083"/>
                  </a:ext>
                </a:extLst>
              </a:tr>
              <a:tr h="788850"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/>
                        </a:rPr>
                        <a:t>SET DEFAULT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/>
                        </a:rPr>
                        <a:t>FK → default value</a:t>
                      </a:r>
                    </a:p>
                  </a:txBody>
                  <a:tcPr marL="83220" marR="83220" marT="83220" marB="4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839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13238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2C6814-A22C-B06B-32E8-F7AF97825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72B953-8491-8660-733A-8BC39C95FE85}"/>
              </a:ext>
            </a:extLst>
          </p:cNvPr>
          <p:cNvSpPr txBox="1"/>
          <p:nvPr/>
        </p:nvSpPr>
        <p:spPr>
          <a:xfrm>
            <a:off x="317573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latin typeface="Calibri"/>
                <a:ea typeface="Calibri"/>
                <a:cs typeface="Calibri"/>
              </a:rPr>
              <a:t>FOREIGN KEY - </a:t>
            </a:r>
            <a:r>
              <a:rPr lang="en-US" sz="4800" dirty="0">
                <a:latin typeface="Calibri"/>
                <a:ea typeface="Calibri"/>
                <a:cs typeface="Arial"/>
              </a:rPr>
              <a:t>Best Practices</a:t>
            </a:r>
            <a:endParaRPr lang="en-US" sz="48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72478-42E5-A1DF-68DE-84623C923D80}"/>
              </a:ext>
            </a:extLst>
          </p:cNvPr>
          <p:cNvSpPr txBox="1"/>
          <p:nvPr/>
        </p:nvSpPr>
        <p:spPr>
          <a:xfrm>
            <a:off x="315301" y="1817937"/>
            <a:ext cx="8509427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dirty="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Use CASCADE for dependent tables</a:t>
            </a:r>
            <a:endParaRPr lang="en-US" sz="20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dirty="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Avoid cascading deletes on master data</a:t>
            </a:r>
            <a:endParaRPr lang="en-US" sz="2000">
              <a:solidFill>
                <a:srgbClr val="FFFFFF"/>
              </a:solidFill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dirty="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Index foreign key columns</a:t>
            </a:r>
            <a:endParaRPr lang="en-US" sz="2000" dirty="0">
              <a:solidFill>
                <a:srgbClr val="272525"/>
              </a:solidFill>
              <a:latin typeface="Calibri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dirty="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Review multi-level cascades carefully</a:t>
            </a:r>
            <a:endParaRPr lang="en-US" sz="2000">
              <a:solidFill>
                <a:srgbClr val="FFFFFF"/>
              </a:solidFill>
              <a:latin typeface="Calibri"/>
              <a:cs typeface="Calibri"/>
            </a:endParaRPr>
          </a:p>
          <a:p>
            <a:endParaRPr lang="en-US" sz="2000" dirty="0">
              <a:solidFill>
                <a:srgbClr val="272525"/>
              </a:solidFill>
              <a:latin typeface="Calibri"/>
              <a:cs typeface="Arial"/>
            </a:endParaRPr>
          </a:p>
          <a:p>
            <a:endParaRPr lang="en-US" sz="2000" b="1" dirty="0">
              <a:solidFill>
                <a:srgbClr val="000000"/>
              </a:solidFill>
              <a:latin typeface="Calibri"/>
              <a:cs typeface="Arial"/>
            </a:endParaRPr>
          </a:p>
          <a:p>
            <a:endParaRPr lang="en-US" sz="2000" b="1" dirty="0">
              <a:solidFill>
                <a:srgbClr val="000000"/>
              </a:solidFill>
              <a:latin typeface="Calibri"/>
              <a:cs typeface="Calibri"/>
            </a:endParaRPr>
          </a:p>
          <a:p>
            <a:endParaRPr lang="en-US" sz="2000" dirty="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574248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E7A39F-2C45-5A48-2EED-34594901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7429B3-BA10-598F-0D81-3406A7B7CBB1}"/>
              </a:ext>
            </a:extLst>
          </p:cNvPr>
          <p:cNvSpPr txBox="1"/>
          <p:nvPr/>
        </p:nvSpPr>
        <p:spPr>
          <a:xfrm>
            <a:off x="317573" y="242406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UNIQUE</a:t>
            </a:r>
            <a:endParaRPr lang="en-US" sz="4000">
              <a:latin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164B2-A47E-9464-A5A2-D20C6A35B75B}"/>
              </a:ext>
            </a:extLst>
          </p:cNvPr>
          <p:cNvSpPr txBox="1"/>
          <p:nvPr/>
        </p:nvSpPr>
        <p:spPr>
          <a:xfrm>
            <a:off x="315301" y="1817937"/>
            <a:ext cx="8509427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Ensures all values in a column are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unique</a:t>
            </a:r>
            <a:endParaRPr lang="en-US" sz="2000">
              <a:solidFill>
                <a:srgbClr val="FFFFFF"/>
              </a:solidFill>
              <a:latin typeface="Calibri"/>
              <a:cs typeface="Calibri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Allows NULL values (one or more)</a:t>
            </a:r>
            <a:endParaRPr lang="en-US" sz="2000"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endParaRPr lang="en-US" sz="2000" b="1">
              <a:solidFill>
                <a:srgbClr val="272525"/>
              </a:solidFill>
              <a:latin typeface="Calibri"/>
              <a:cs typeface="Arial" panose="020B0604020202020204" pitchFamily="34" charset="0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Useful for emails, usernames, phone numbers</a:t>
            </a:r>
          </a:p>
          <a:p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rgbClr val="000000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rgbClr val="000000"/>
              </a:solidFill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067856E-A90C-F65F-AEA4-51743F428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3086540"/>
            <a:ext cx="3543300" cy="12287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6805255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700428-3688-8837-09D5-5EB28719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C812C-9002-463A-5CE9-7FA629AD5343}"/>
              </a:ext>
            </a:extLst>
          </p:cNvPr>
          <p:cNvSpPr txBox="1"/>
          <p:nvPr/>
        </p:nvSpPr>
        <p:spPr>
          <a:xfrm>
            <a:off x="317573" y="242406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CHECK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4FBC3-5E2E-EBF3-83FC-DB890076D946}"/>
              </a:ext>
            </a:extLst>
          </p:cNvPr>
          <p:cNvSpPr txBox="1"/>
          <p:nvPr/>
        </p:nvSpPr>
        <p:spPr>
          <a:xfrm>
            <a:off x="315301" y="1817937"/>
            <a:ext cx="8509427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Validate data based on condition.</a:t>
            </a:r>
            <a:endParaRPr lang="en-US" sz="2000" b="1">
              <a:solidFill>
                <a:srgbClr val="272525"/>
              </a:solidFill>
              <a:latin typeface="Calibri"/>
              <a:cs typeface="Arial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Allows custom rules.</a:t>
            </a:r>
            <a:endParaRPr lang="en-US" sz="2000"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endParaRPr lang="en-US" sz="2000" b="1">
              <a:solidFill>
                <a:srgbClr val="272525"/>
              </a:solidFill>
              <a:latin typeface="Calibri"/>
              <a:cs typeface="Arial" panose="020B0604020202020204" pitchFamily="34" charset="0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Prevents invalid values like negative prices</a:t>
            </a:r>
          </a:p>
          <a:p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rgbClr val="000000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rgbClr val="000000"/>
              </a:solidFill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5" name="Picture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5E35DEEB-8A12-D115-C549-CBD077468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325" y="2867025"/>
            <a:ext cx="3943350" cy="11239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3236015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36C167-8FB9-928D-F467-BE8429866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04F9E6-5548-35A2-9F36-735FB636693B}"/>
              </a:ext>
            </a:extLst>
          </p:cNvPr>
          <p:cNvSpPr txBox="1"/>
          <p:nvPr/>
        </p:nvSpPr>
        <p:spPr>
          <a:xfrm>
            <a:off x="317572" y="279678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Constraints - Summary</a:t>
            </a:r>
            <a:endParaRPr lang="en-US" sz="4000">
              <a:latin typeface="Calibri"/>
              <a:cs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E79F2E-32B1-1549-B259-0A9ED6BA7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315972"/>
              </p:ext>
            </p:extLst>
          </p:nvPr>
        </p:nvGraphicFramePr>
        <p:xfrm>
          <a:off x="394971" y="1503051"/>
          <a:ext cx="8293627" cy="392337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639259">
                  <a:extLst>
                    <a:ext uri="{9D8B030D-6E8A-4147-A177-3AD203B41FA5}">
                      <a16:colId xmlns:a16="http://schemas.microsoft.com/office/drawing/2014/main" val="2061691575"/>
                    </a:ext>
                  </a:extLst>
                </a:gridCol>
                <a:gridCol w="3332927">
                  <a:extLst>
                    <a:ext uri="{9D8B030D-6E8A-4147-A177-3AD203B41FA5}">
                      <a16:colId xmlns:a16="http://schemas.microsoft.com/office/drawing/2014/main" val="4098695449"/>
                    </a:ext>
                  </a:extLst>
                </a:gridCol>
                <a:gridCol w="2321441">
                  <a:extLst>
                    <a:ext uri="{9D8B030D-6E8A-4147-A177-3AD203B41FA5}">
                      <a16:colId xmlns:a16="http://schemas.microsoft.com/office/drawing/2014/main" val="1705802460"/>
                    </a:ext>
                  </a:extLst>
                </a:gridCol>
              </a:tblGrid>
              <a:tr h="668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  <a:latin typeface="Calibri"/>
                        </a:rPr>
                        <a:t>Allows NULL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446728"/>
                  </a:ext>
                </a:extLst>
              </a:tr>
              <a:tr h="668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PRIMARY KEY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Uniquely identify row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882043"/>
                  </a:ext>
                </a:extLst>
              </a:tr>
              <a:tr h="668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FOREIGN KEY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Maintain relationship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028383"/>
                  </a:ext>
                </a:extLst>
              </a:tr>
              <a:tr h="668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UNIQUE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Prevent duplicates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819094"/>
                  </a:ext>
                </a:extLst>
              </a:tr>
              <a:tr h="668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Validate condition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alibri"/>
                        </a:rPr>
                        <a:t>Depends</a:t>
                      </a:r>
                    </a:p>
                  </a:txBody>
                  <a:tcPr marL="239937" marR="239937" marT="239937" marB="239937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6641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D10AE22-5B5E-0168-EC47-6D1487969F70}"/>
              </a:ext>
            </a:extLst>
          </p:cNvPr>
          <p:cNvSpPr txBox="1"/>
          <p:nvPr/>
        </p:nvSpPr>
        <p:spPr>
          <a:xfrm>
            <a:off x="181268" y="5508555"/>
            <a:ext cx="850955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Constraints protect your database from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bad data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and enforce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business rules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at the database level.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76794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432B78-43F2-1FAB-136A-4C7B6127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9FD6D8-503B-B90C-777F-DC71097EE411}"/>
              </a:ext>
            </a:extLst>
          </p:cNvPr>
          <p:cNvSpPr txBox="1"/>
          <p:nvPr/>
        </p:nvSpPr>
        <p:spPr>
          <a:xfrm>
            <a:off x="317573" y="242406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SQL Joins - Overview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8F268C-5A0F-519D-317B-97863DABD467}"/>
              </a:ext>
            </a:extLst>
          </p:cNvPr>
          <p:cNvSpPr txBox="1"/>
          <p:nvPr/>
        </p:nvSpPr>
        <p:spPr>
          <a:xfrm>
            <a:off x="315301" y="1817937"/>
            <a:ext cx="8509427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 JOIN is used to combine rows from two or more tables based on a related column.</a:t>
            </a:r>
            <a:endParaRPr lang="en-US"/>
          </a:p>
          <a:p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Why Joins Matter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Fetch data spread across multiple tables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Maintain normalized database design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Build real-world queries (orders, customers, products)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Common Join Types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INNER JOIN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LEFT JOIN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RIGHT JOIN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694709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AFD3B6-ABD1-FE4F-95F7-F5D891284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F876F1-5D7B-CF01-0B5E-3597C012FB99}"/>
              </a:ext>
            </a:extLst>
          </p:cNvPr>
          <p:cNvSpPr txBox="1"/>
          <p:nvPr/>
        </p:nvSpPr>
        <p:spPr>
          <a:xfrm>
            <a:off x="317573" y="229982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INNER JOIN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AFAEB-4B6D-70CB-C9FD-EA07A5EB3954}"/>
              </a:ext>
            </a:extLst>
          </p:cNvPr>
          <p:cNvSpPr txBox="1"/>
          <p:nvPr/>
        </p:nvSpPr>
        <p:spPr>
          <a:xfrm>
            <a:off x="315301" y="1817937"/>
            <a:ext cx="8509427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Returns only the rows where there is a matching value in both tables.</a:t>
            </a:r>
            <a:endParaRPr lang="en-US"/>
          </a:p>
          <a:p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Syntax : 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SELECT columns</a:t>
            </a:r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  FROM table1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  INNER JOIN table2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  ON condition;</a:t>
            </a:r>
            <a:endParaRPr lang="en-US">
              <a:solidFill>
                <a:schemeClr val="tx1"/>
              </a:solidFill>
              <a:latin typeface="Calibri"/>
            </a:endParaRPr>
          </a:p>
          <a:p>
            <a:endParaRPr lang="en-US" sz="2000">
              <a:solidFill>
                <a:srgbClr val="000000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08BF0A6E-39FC-9694-80EE-25C8E7F2E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009" y="4649103"/>
            <a:ext cx="6334125" cy="12858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blue and black circle with black text&#10;&#10;AI-generated content may be incorrect.">
            <a:extLst>
              <a:ext uri="{FF2B5EF4-FFF2-40B4-BE49-F238E27FC236}">
                <a16:creationId xmlns:a16="http://schemas.microsoft.com/office/drawing/2014/main" id="{8594C587-E0A7-62E9-FC00-B8A5E749B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747" y="2401685"/>
            <a:ext cx="2645643" cy="17323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485404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CB3BD8-F386-D7AA-4E0D-4AF7F565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29921-B7EA-2B2D-788C-AA01A38500E5}"/>
              </a:ext>
            </a:extLst>
          </p:cNvPr>
          <p:cNvSpPr txBox="1"/>
          <p:nvPr/>
        </p:nvSpPr>
        <p:spPr>
          <a:xfrm>
            <a:off x="317573" y="292102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LEFT JOIN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01EB1-27ED-51DB-A915-B3ECCD172FF5}"/>
              </a:ext>
            </a:extLst>
          </p:cNvPr>
          <p:cNvSpPr txBox="1"/>
          <p:nvPr/>
        </p:nvSpPr>
        <p:spPr>
          <a:xfrm>
            <a:off x="315301" y="1817937"/>
            <a:ext cx="850942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Returns all rows from left table, and matching rows from the right table.</a:t>
            </a:r>
            <a:endParaRPr lang="en-US"/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If no match =&gt; NULL </a:t>
            </a:r>
          </a:p>
          <a:p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Syntax : 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SELECT columns</a:t>
            </a:r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  FROM table1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  LEFT JOIN table2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  ON condition;</a:t>
            </a:r>
            <a:endParaRPr lang="en-US">
              <a:solidFill>
                <a:schemeClr val="tx1"/>
              </a:solidFill>
              <a:latin typeface="Calibri"/>
            </a:endParaRPr>
          </a:p>
          <a:p>
            <a:endParaRPr lang="en-US" sz="2000">
              <a:solidFill>
                <a:srgbClr val="000000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6" name="Picture 5" descr="A blue and black circles with black text&#10;&#10;AI-generated content may be incorrect.">
            <a:extLst>
              <a:ext uri="{FF2B5EF4-FFF2-40B4-BE49-F238E27FC236}">
                <a16:creationId xmlns:a16="http://schemas.microsoft.com/office/drawing/2014/main" id="{48C67277-E23B-B636-BB46-D9AD4C027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98" y="2476941"/>
            <a:ext cx="2748823" cy="19141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C8E853B5-C69F-2C7B-A830-72F3F1C55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281" y="4683790"/>
            <a:ext cx="5269255" cy="11552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6780451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1A3837-DD87-15CA-A3FB-7049638D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1DD9FE-FC8A-BA95-C300-2EE258376483}"/>
              </a:ext>
            </a:extLst>
          </p:cNvPr>
          <p:cNvSpPr txBox="1"/>
          <p:nvPr/>
        </p:nvSpPr>
        <p:spPr>
          <a:xfrm>
            <a:off x="317573" y="279678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RIGHT JOIN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E7189-D8E7-B56F-D87D-1B4619A561D5}"/>
              </a:ext>
            </a:extLst>
          </p:cNvPr>
          <p:cNvSpPr txBox="1"/>
          <p:nvPr/>
        </p:nvSpPr>
        <p:spPr>
          <a:xfrm>
            <a:off x="315301" y="1817937"/>
            <a:ext cx="850942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Returns all rows from right table, and matching rows from the left table.</a:t>
            </a:r>
            <a:endParaRPr lang="en-US"/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If no match =&gt; NULL </a:t>
            </a:r>
          </a:p>
          <a:p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Syntax : 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SELECT columns</a:t>
            </a:r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  FROM table1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  RIGHT JOIN table2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  ON condition;</a:t>
            </a:r>
            <a:endParaRPr lang="en-US">
              <a:solidFill>
                <a:schemeClr val="tx1"/>
              </a:solidFill>
              <a:latin typeface="Calibri"/>
            </a:endParaRPr>
          </a:p>
          <a:p>
            <a:endParaRPr lang="en-US" sz="2000">
              <a:solidFill>
                <a:srgbClr val="000000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diagram of a blue circle with black letters&#10;&#10;AI-generated content may be incorrect.">
            <a:extLst>
              <a:ext uri="{FF2B5EF4-FFF2-40B4-BE49-F238E27FC236}">
                <a16:creationId xmlns:a16="http://schemas.microsoft.com/office/drawing/2014/main" id="{E05A9D4F-7878-8001-D6A0-913E5DBBA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619" y="2369291"/>
            <a:ext cx="2710471" cy="19482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78D57CA-47B0-6C14-B970-DF8CA0D77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371" y="4827644"/>
            <a:ext cx="5105400" cy="1190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3458397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351D35-4174-A943-93C7-4EDB9581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65BAE9-7995-DABB-442D-342E1EC5FB03}"/>
              </a:ext>
            </a:extLst>
          </p:cNvPr>
          <p:cNvSpPr txBox="1"/>
          <p:nvPr/>
        </p:nvSpPr>
        <p:spPr>
          <a:xfrm>
            <a:off x="317573" y="279678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Key Takeaways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969C0-4EA1-4517-1EFA-140C2B232C47}"/>
              </a:ext>
            </a:extLst>
          </p:cNvPr>
          <p:cNvSpPr txBox="1"/>
          <p:nvPr/>
        </p:nvSpPr>
        <p:spPr>
          <a:xfrm>
            <a:off x="315301" y="1817937"/>
            <a:ext cx="850942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JOINs combine data from multiple tables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INNER JOIN → matching rows only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LEFT JOIN → all left + matched right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RIGHT JOIN → all right + matched left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Always join on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correct keys</a:t>
            </a:r>
            <a:endParaRPr lang="en-US" sz="2000">
              <a:latin typeface="Calibri"/>
              <a:ea typeface="SimSun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Understand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Calibri"/>
              </a:rPr>
              <a:t>NULL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 behavior</a:t>
            </a:r>
            <a:endParaRPr lang="en-US" sz="2000">
              <a:latin typeface="Calibri"/>
              <a:ea typeface="SimSun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197498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C4F02A-074C-D9CB-3529-E8B3C63C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D8E20D-A1AA-C5D9-C03A-5416D477008B}"/>
              </a:ext>
            </a:extLst>
          </p:cNvPr>
          <p:cNvSpPr txBox="1"/>
          <p:nvPr/>
        </p:nvSpPr>
        <p:spPr>
          <a:xfrm>
            <a:off x="317573" y="242406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Subquery</a:t>
            </a:r>
            <a:endParaRPr lang="en-US" sz="4000">
              <a:latin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3F647-E674-B5F6-99ED-17924B63FC23}"/>
              </a:ext>
            </a:extLst>
          </p:cNvPr>
          <p:cNvSpPr txBox="1"/>
          <p:nvPr/>
        </p:nvSpPr>
        <p:spPr>
          <a:xfrm>
            <a:off x="315301" y="1817937"/>
            <a:ext cx="850942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 subquery is a query nested inside another SQL query, executed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first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, and its result is used by the outer query.</a:t>
            </a:r>
            <a:endParaRPr lang="en-US"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F0B64A-4763-F308-351D-2C3874DEB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2522888"/>
            <a:ext cx="3829050" cy="1590675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13F459-EA70-7B39-2380-E2FEB36741DD}"/>
              </a:ext>
            </a:extLst>
          </p:cNvPr>
          <p:cNvSpPr txBox="1"/>
          <p:nvPr/>
        </p:nvSpPr>
        <p:spPr>
          <a:xfrm>
            <a:off x="604229" y="4340378"/>
            <a:ext cx="7734132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When to Use Subqueries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Filtering results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Existence checks (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EXISTS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)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When JOIN is not required for output columns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algn="l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71294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CABE5A-BDAF-1740-1C7A-7850D1E8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9D151-44FB-2C0E-126D-695635E47A84}"/>
              </a:ext>
            </a:extLst>
          </p:cNvPr>
          <p:cNvSpPr txBox="1"/>
          <p:nvPr/>
        </p:nvSpPr>
        <p:spPr>
          <a:xfrm>
            <a:off x="317573" y="279678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Join vs subquery</a:t>
            </a:r>
            <a:endParaRPr lang="en-US" sz="4000">
              <a:latin typeface="Calibri"/>
              <a:cs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2D6632-4A90-C987-05B6-1D92D94FD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34301"/>
              </p:ext>
            </p:extLst>
          </p:nvPr>
        </p:nvGraphicFramePr>
        <p:xfrm>
          <a:off x="240030" y="2112024"/>
          <a:ext cx="8661655" cy="3420792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426269">
                  <a:extLst>
                    <a:ext uri="{9D8B030D-6E8A-4147-A177-3AD203B41FA5}">
                      <a16:colId xmlns:a16="http://schemas.microsoft.com/office/drawing/2014/main" val="1189630803"/>
                    </a:ext>
                  </a:extLst>
                </a:gridCol>
                <a:gridCol w="3197889">
                  <a:extLst>
                    <a:ext uri="{9D8B030D-6E8A-4147-A177-3AD203B41FA5}">
                      <a16:colId xmlns:a16="http://schemas.microsoft.com/office/drawing/2014/main" val="3351885895"/>
                    </a:ext>
                  </a:extLst>
                </a:gridCol>
                <a:gridCol w="3037497">
                  <a:extLst>
                    <a:ext uri="{9D8B030D-6E8A-4147-A177-3AD203B41FA5}">
                      <a16:colId xmlns:a16="http://schemas.microsoft.com/office/drawing/2014/main" val="2372728198"/>
                    </a:ext>
                  </a:extLst>
                </a:gridCol>
              </a:tblGrid>
              <a:tr h="57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124846" marR="124846" marT="62423" marB="12484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JOIN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Subquery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35509"/>
                  </a:ext>
                </a:extLst>
              </a:tr>
              <a:tr h="57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Combine tables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Filter or condition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743464"/>
                  </a:ext>
                </a:extLst>
              </a:tr>
              <a:tr h="57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Readability</a:t>
                      </a:r>
                    </a:p>
                  </a:txBody>
                  <a:tcPr marL="124846" marR="124846" marT="62423" marB="12484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Better for relationships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Better for logic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425788"/>
                  </a:ext>
                </a:extLst>
              </a:tr>
              <a:tr h="57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Usually faster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Can be slower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954844"/>
                  </a:ext>
                </a:extLst>
              </a:tr>
              <a:tr h="57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Output Columns</a:t>
                      </a:r>
                    </a:p>
                  </a:txBody>
                  <a:tcPr marL="124846" marR="124846" marT="62423" marB="12484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From multiple tables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From main table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013627"/>
                  </a:ext>
                </a:extLst>
              </a:tr>
              <a:tr h="57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Use Case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Reporting, analytics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Validation, conditions</a:t>
                      </a:r>
                    </a:p>
                  </a:txBody>
                  <a:tcPr marL="124846" marR="124846" marT="62423" marB="12484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958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6640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A7D83A-7C2F-A2E9-9E67-61D4A7371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3D08E6-ECD1-0C5A-0BD8-42F38ECC7ABF}"/>
              </a:ext>
            </a:extLst>
          </p:cNvPr>
          <p:cNvSpPr txBox="1"/>
          <p:nvPr/>
        </p:nvSpPr>
        <p:spPr>
          <a:xfrm>
            <a:off x="317573" y="292102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What Are Aggregate Functions?</a:t>
            </a:r>
            <a:endParaRPr lang="en-US" sz="4000">
              <a:latin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958F2-2B8D-807E-7CC9-1560837AA38F}"/>
              </a:ext>
            </a:extLst>
          </p:cNvPr>
          <p:cNvSpPr txBox="1"/>
          <p:nvPr/>
        </p:nvSpPr>
        <p:spPr>
          <a:xfrm>
            <a:off x="315301" y="1817937"/>
            <a:ext cx="8509427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Aggregate functions perform calculations on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multiple rows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 and return a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single result value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.</a:t>
            </a:r>
            <a:endParaRPr lang="en-US" sz="2000"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Common Aggregate Functions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COUNT() – Counts rows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SUM() – Adds numeric values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AVG() – Calculates average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MIN() – Finds minimum value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MAX() – Finds maximum value</a:t>
            </a: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- Commonly used with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GROUP BY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 for data analysis.</a:t>
            </a:r>
            <a:endParaRPr lang="en-US" sz="2000"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317700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C0D6C0-383B-7ACF-5966-58B30DA6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66AB58-D7F7-F8B6-8FBF-F5F6EB6DDA6D}"/>
              </a:ext>
            </a:extLst>
          </p:cNvPr>
          <p:cNvSpPr txBox="1"/>
          <p:nvPr/>
        </p:nvSpPr>
        <p:spPr>
          <a:xfrm>
            <a:off x="317573" y="242406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COUNT()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A4608-3939-8AB8-7CF8-83F659BD9C88}"/>
              </a:ext>
            </a:extLst>
          </p:cNvPr>
          <p:cNvSpPr txBox="1"/>
          <p:nvPr/>
        </p:nvSpPr>
        <p:spPr>
          <a:xfrm>
            <a:off x="315301" y="1714028"/>
            <a:ext cx="8509427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latin typeface="Arial"/>
              <a:ea typeface="SimSun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COUNT() returns the number of rows that match a condition.</a:t>
            </a:r>
            <a:endParaRPr lang="en-US" sz="2000"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Syntax :</a:t>
            </a:r>
          </a:p>
          <a:p>
            <a:pPr marL="1085850" lvl="1" indent="-342900">
              <a:buFont typeface="Courier New" panose="02020603050405020304" pitchFamily="18" charset="0"/>
              <a:buChar char="o"/>
            </a:pPr>
            <a:r>
              <a:rPr lang="en-US" sz="18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COUNT(</a:t>
            </a:r>
            <a:r>
              <a:rPr lang="en-US" sz="1800" err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column_name</a:t>
            </a:r>
            <a:r>
              <a:rPr lang="en-US" sz="18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)</a:t>
            </a:r>
          </a:p>
          <a:p>
            <a:pPr marL="1085850" lvl="1" indent="-342900">
              <a:buFont typeface="Courier New" panose="02020603050405020304" pitchFamily="18" charset="0"/>
              <a:buChar char="o"/>
            </a:pPr>
            <a:r>
              <a:rPr lang="en-US" sz="18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COUNT(*)</a:t>
            </a:r>
            <a:endParaRPr lang="en-US" sz="1800">
              <a:latin typeface="Calibri"/>
              <a:cs typeface="Arial" panose="020B0604020202020204" pitchFamily="34" charset="0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5" name="Picture 4" descr="A close up of a word&#10;&#10;AI-generated content may be incorrect.">
            <a:extLst>
              <a:ext uri="{FF2B5EF4-FFF2-40B4-BE49-F238E27FC236}">
                <a16:creationId xmlns:a16="http://schemas.microsoft.com/office/drawing/2014/main" id="{0F00F860-7AE9-E3BC-E72D-5E5CE2749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695" y="3769257"/>
            <a:ext cx="3714750" cy="62865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1598692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6FFC23-C2B3-CF95-D229-989558A77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4B7FDE-F80B-0D4E-ABF2-3B77298E9BA9}"/>
              </a:ext>
            </a:extLst>
          </p:cNvPr>
          <p:cNvSpPr txBox="1"/>
          <p:nvPr/>
        </p:nvSpPr>
        <p:spPr>
          <a:xfrm>
            <a:off x="317573" y="242406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SUM()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645308-32EB-1454-4FEE-11D6691F4540}"/>
              </a:ext>
            </a:extLst>
          </p:cNvPr>
          <p:cNvSpPr txBox="1"/>
          <p:nvPr/>
        </p:nvSpPr>
        <p:spPr>
          <a:xfrm>
            <a:off x="315301" y="1714028"/>
            <a:ext cx="8509427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latin typeface="Arial"/>
              <a:ea typeface="SimSun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SUM() calculates the total of a numeric column.</a:t>
            </a:r>
            <a:endParaRPr lang="en-US" sz="2000"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Syntax :</a:t>
            </a:r>
          </a:p>
          <a:p>
            <a:pPr marL="1085850" lvl="1" indent="-342900">
              <a:buFont typeface="Courier New" panose="02020603050405020304" pitchFamily="18" charset="0"/>
              <a:buChar char="o"/>
            </a:pPr>
            <a:r>
              <a:rPr lang="en-US" sz="18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SUM(</a:t>
            </a:r>
            <a:r>
              <a:rPr lang="en-US" sz="1800" err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column_name</a:t>
            </a:r>
            <a:r>
              <a:rPr lang="en-US" sz="18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)</a:t>
            </a: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black and white text&#10;&#10;AI-generated content may be incorrect.">
            <a:extLst>
              <a:ext uri="{FF2B5EF4-FFF2-40B4-BE49-F238E27FC236}">
                <a16:creationId xmlns:a16="http://schemas.microsoft.com/office/drawing/2014/main" id="{225DF85F-1229-4FCB-FD7A-FC42CDBBA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637" y="3626427"/>
            <a:ext cx="4276725" cy="68580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7471806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DCFD59E-8A31-1631-E6CE-43F5B7ACC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2D85F0-9149-FC9D-DD1D-630E0D99E947}"/>
              </a:ext>
            </a:extLst>
          </p:cNvPr>
          <p:cNvSpPr txBox="1"/>
          <p:nvPr/>
        </p:nvSpPr>
        <p:spPr>
          <a:xfrm>
            <a:off x="317573" y="292102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AVG()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A7C77C-C7FD-001E-9B9B-071E56828F49}"/>
              </a:ext>
            </a:extLst>
          </p:cNvPr>
          <p:cNvSpPr txBox="1"/>
          <p:nvPr/>
        </p:nvSpPr>
        <p:spPr>
          <a:xfrm>
            <a:off x="315301" y="1714028"/>
            <a:ext cx="8509427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latin typeface="Arial"/>
              <a:ea typeface="SimSun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AVG() returns the average value of a numeric column.</a:t>
            </a:r>
            <a:endParaRPr lang="en-US" sz="2000"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Syntax :</a:t>
            </a:r>
          </a:p>
          <a:p>
            <a:pPr marL="1085850" lvl="1" indent="-342900">
              <a:buFont typeface="Courier New" panose="02020603050405020304" pitchFamily="18" charset="0"/>
              <a:buChar char="o"/>
            </a:pPr>
            <a:r>
              <a:rPr lang="en-US" sz="18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AVG(</a:t>
            </a:r>
            <a:r>
              <a:rPr lang="en-US" sz="1800" err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column_name</a:t>
            </a:r>
            <a:r>
              <a:rPr lang="en-US" sz="18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)</a:t>
            </a: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5" name="Picture 4" descr="A close up of a word&#10;&#10;AI-generated content may be incorrect.">
            <a:extLst>
              <a:ext uri="{FF2B5EF4-FFF2-40B4-BE49-F238E27FC236}">
                <a16:creationId xmlns:a16="http://schemas.microsoft.com/office/drawing/2014/main" id="{50B0678A-5AFB-D59D-A52C-1F129A909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308" y="3498592"/>
            <a:ext cx="4581525" cy="8477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777600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DB1125-5389-F1DA-1DCF-0A8D2219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0D5EE9-5B6E-1F8B-7D9E-222C6927B467}"/>
              </a:ext>
            </a:extLst>
          </p:cNvPr>
          <p:cNvSpPr txBox="1"/>
          <p:nvPr/>
        </p:nvSpPr>
        <p:spPr>
          <a:xfrm>
            <a:off x="317573" y="254830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MIN()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5B3237-2A52-8C38-3690-3085D8376577}"/>
              </a:ext>
            </a:extLst>
          </p:cNvPr>
          <p:cNvSpPr txBox="1"/>
          <p:nvPr/>
        </p:nvSpPr>
        <p:spPr>
          <a:xfrm>
            <a:off x="315301" y="1714028"/>
            <a:ext cx="8509427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latin typeface="Arial"/>
              <a:ea typeface="SimSun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MIN() returns the smallest value in a column.</a:t>
            </a:r>
            <a:endParaRPr lang="en-US" sz="2000"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Syntax :</a:t>
            </a:r>
          </a:p>
          <a:p>
            <a:pPr marL="1085850" lvl="1" indent="-342900">
              <a:buFont typeface="Courier New" panose="02020603050405020304" pitchFamily="18" charset="0"/>
              <a:buChar char="o"/>
            </a:pPr>
            <a:r>
              <a:rPr lang="en-US" sz="18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MIN(</a:t>
            </a:r>
            <a:r>
              <a:rPr lang="en-US" sz="1800" err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column_name</a:t>
            </a:r>
            <a:r>
              <a:rPr lang="en-US" sz="18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)</a:t>
            </a: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close up of a word&#10;&#10;AI-generated content may be incorrect.">
            <a:extLst>
              <a:ext uri="{FF2B5EF4-FFF2-40B4-BE49-F238E27FC236}">
                <a16:creationId xmlns:a16="http://schemas.microsoft.com/office/drawing/2014/main" id="{E757A5FD-20D7-8B92-AB04-C99463EBB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525" y="3580645"/>
            <a:ext cx="4552950" cy="723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6456121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D590D7-59A2-D834-A081-AD387046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C3F425-23CE-506A-77C7-5ED122C8E815}"/>
              </a:ext>
            </a:extLst>
          </p:cNvPr>
          <p:cNvSpPr txBox="1"/>
          <p:nvPr/>
        </p:nvSpPr>
        <p:spPr>
          <a:xfrm>
            <a:off x="317573" y="229982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MAX()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2C7E4-9C19-97CC-A02C-E9F533B95AC1}"/>
              </a:ext>
            </a:extLst>
          </p:cNvPr>
          <p:cNvSpPr txBox="1"/>
          <p:nvPr/>
        </p:nvSpPr>
        <p:spPr>
          <a:xfrm>
            <a:off x="315301" y="1714028"/>
            <a:ext cx="8509427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latin typeface="Arial"/>
              <a:ea typeface="SimSun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MAX() returns the largest value in a column.</a:t>
            </a:r>
            <a:endParaRPr lang="en-US" sz="2000"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Syntax :</a:t>
            </a:r>
          </a:p>
          <a:p>
            <a:pPr marL="1085850" lvl="1" indent="-342900">
              <a:buFont typeface="Courier New" panose="02020603050405020304" pitchFamily="18" charset="0"/>
              <a:buChar char="o"/>
            </a:pPr>
            <a:r>
              <a:rPr lang="en-US" sz="18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MAX(</a:t>
            </a:r>
            <a:r>
              <a:rPr lang="en-US" sz="1800" err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column_name</a:t>
            </a:r>
            <a:r>
              <a:rPr lang="en-US" sz="18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)</a:t>
            </a: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5" name="Picture 4" descr="A close up of a word&#10;&#10;AI-generated content may be incorrect.">
            <a:extLst>
              <a:ext uri="{FF2B5EF4-FFF2-40B4-BE49-F238E27FC236}">
                <a16:creationId xmlns:a16="http://schemas.microsoft.com/office/drawing/2014/main" id="{CE99B6D3-3140-08D7-B800-F84DEF176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813" y="3433260"/>
            <a:ext cx="4524375" cy="676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4286198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E78A21-DF15-8BBB-97DF-2D8BADE6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11A15-ED37-F1C0-98A7-42DB36F71978}"/>
              </a:ext>
            </a:extLst>
          </p:cNvPr>
          <p:cNvSpPr txBox="1"/>
          <p:nvPr/>
        </p:nvSpPr>
        <p:spPr>
          <a:xfrm>
            <a:off x="317957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GROUP BY &amp; HAVING - Overview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981BE-0999-C8DF-059B-1D13958A7610}"/>
              </a:ext>
            </a:extLst>
          </p:cNvPr>
          <p:cNvSpPr txBox="1"/>
          <p:nvPr/>
        </p:nvSpPr>
        <p:spPr>
          <a:xfrm>
            <a:off x="315301" y="1714028"/>
            <a:ext cx="8509427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Used to </a:t>
            </a:r>
            <a:r>
              <a:rPr lang="en-US" sz="2000" b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aggregate data</a:t>
            </a: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 and </a:t>
            </a:r>
            <a:r>
              <a:rPr lang="en-US" sz="2000" b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filter grouped results</a:t>
            </a: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.</a:t>
            </a:r>
            <a:endParaRPr lang="en-US" sz="2000"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GROUP BY → Groups rows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HAVING → Filters aggregated data</a:t>
            </a:r>
            <a:endParaRPr lang="en-US" sz="2000"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Commonly used with aggregate functions like COUNT, SUM, AVG</a:t>
            </a:r>
            <a:endParaRPr lang="en-US">
              <a:latin typeface="Calibri"/>
            </a:endParaRPr>
          </a:p>
          <a:p>
            <a:endParaRPr lang="en-US" sz="2000">
              <a:solidFill>
                <a:srgbClr val="272525"/>
              </a:solidFill>
              <a:latin typeface="Arial"/>
              <a:ea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972286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ACAF8F-207F-2B46-5241-8F3F3BA14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2578E4-2C19-FC13-08BF-D14DDCFB157C}"/>
              </a:ext>
            </a:extLst>
          </p:cNvPr>
          <p:cNvSpPr txBox="1"/>
          <p:nvPr/>
        </p:nvSpPr>
        <p:spPr>
          <a:xfrm>
            <a:off x="317957" y="264900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GROUP BY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9AC1A-6B45-8EB1-43C2-88AA743F5D9F}"/>
              </a:ext>
            </a:extLst>
          </p:cNvPr>
          <p:cNvSpPr txBox="1"/>
          <p:nvPr/>
        </p:nvSpPr>
        <p:spPr>
          <a:xfrm>
            <a:off x="315301" y="1714028"/>
            <a:ext cx="8509427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GROUP BY groups rows that have the same values into summary rows.</a:t>
            </a: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Syntax : </a:t>
            </a: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  SELECT column, </a:t>
            </a:r>
            <a:r>
              <a:rPr lang="en-US" sz="2000" err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aggregate_function</a:t>
            </a: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()</a:t>
            </a: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  FROM table</a:t>
            </a:r>
            <a:endParaRPr lang="en-US" sz="2000">
              <a:latin typeface="Calibri"/>
              <a:cs typeface="Arial" panose="020B0604020202020204" pitchFamily="34" charset="0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  GROUP BY column;</a:t>
            </a:r>
            <a:endParaRPr lang="en-US" sz="2000">
              <a:latin typeface="Calibri"/>
              <a:cs typeface="Arial" panose="020B0604020202020204" pitchFamily="34" charset="0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close up of a number&#10;&#10;AI-generated content may be incorrect.">
            <a:extLst>
              <a:ext uri="{FF2B5EF4-FFF2-40B4-BE49-F238E27FC236}">
                <a16:creationId xmlns:a16="http://schemas.microsoft.com/office/drawing/2014/main" id="{9B525FEB-2740-8DAD-2277-6E0285C47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188" y="3760970"/>
            <a:ext cx="4619625" cy="8667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close up of words&#10;&#10;AI-generated content may be incorrect.">
            <a:extLst>
              <a:ext uri="{FF2B5EF4-FFF2-40B4-BE49-F238E27FC236}">
                <a16:creationId xmlns:a16="http://schemas.microsoft.com/office/drawing/2014/main" id="{34293F66-B7B0-7F5D-42D1-93C6B7452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763" y="4925474"/>
            <a:ext cx="5324475" cy="914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6997037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DF2265-29AE-4D19-2C4B-D16752DD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C5E5C5-1DE8-4D08-7C17-E44A8ACCD4A3}"/>
              </a:ext>
            </a:extLst>
          </p:cNvPr>
          <p:cNvSpPr txBox="1"/>
          <p:nvPr/>
        </p:nvSpPr>
        <p:spPr>
          <a:xfrm>
            <a:off x="317957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HAVING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AFE1B-7FF1-ACFD-4B5D-5FA859351557}"/>
              </a:ext>
            </a:extLst>
          </p:cNvPr>
          <p:cNvSpPr txBox="1"/>
          <p:nvPr/>
        </p:nvSpPr>
        <p:spPr>
          <a:xfrm>
            <a:off x="315301" y="1714028"/>
            <a:ext cx="850942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HAVING filters </a:t>
            </a:r>
            <a:r>
              <a:rPr lang="en-US" sz="2000" b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grouped results</a:t>
            </a: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 after aggregation.</a:t>
            </a: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WHERE → filters rows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HAVING → filters groups</a:t>
            </a:r>
            <a:endParaRPr lang="en-US" sz="2000">
              <a:latin typeface="Calibri"/>
              <a:cs typeface="Calibri"/>
            </a:endParaRPr>
          </a:p>
        </p:txBody>
      </p:sp>
      <p:pic>
        <p:nvPicPr>
          <p:cNvPr id="6" name="Picture 5" descr="A white background with purple text&#10;&#10;AI-generated content may be incorrect.">
            <a:extLst>
              <a:ext uri="{FF2B5EF4-FFF2-40B4-BE49-F238E27FC236}">
                <a16:creationId xmlns:a16="http://schemas.microsoft.com/office/drawing/2014/main" id="{01766967-3431-746D-50BA-53C3859E8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996" y="3132530"/>
            <a:ext cx="5219700" cy="10763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3201344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F90F2D-60B9-1D6E-11A8-D06EABB2E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F02724-5D43-BB4B-D1BD-40D0F6C4B86B}"/>
              </a:ext>
            </a:extLst>
          </p:cNvPr>
          <p:cNvSpPr txBox="1"/>
          <p:nvPr/>
        </p:nvSpPr>
        <p:spPr>
          <a:xfrm>
            <a:off x="317957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GROUP BY &amp; HAVING – key Points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A9561-791E-EB36-0CDD-ADB66350A37C}"/>
              </a:ext>
            </a:extLst>
          </p:cNvPr>
          <p:cNvSpPr txBox="1"/>
          <p:nvPr/>
        </p:nvSpPr>
        <p:spPr>
          <a:xfrm>
            <a:off x="315301" y="1714028"/>
            <a:ext cx="850942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GROUP BY is used with aggregate functions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HAVING filters aggregated results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WHERE filters rows before grouping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Often used together for analytics queries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786546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0D7899-B0B5-574D-2C34-81D255CA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753B4-1A66-A775-4F5D-07D2EAB09A27}"/>
              </a:ext>
            </a:extLst>
          </p:cNvPr>
          <p:cNvSpPr txBox="1"/>
          <p:nvPr/>
        </p:nvSpPr>
        <p:spPr>
          <a:xfrm>
            <a:off x="317957" y="327019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Aggregate Function with GROUP BY</a:t>
            </a:r>
            <a:endParaRPr lang="en-US" sz="4000">
              <a:latin typeface="Calibri"/>
              <a:ea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41614-495D-C4A8-FC87-71B993C9F9A9}"/>
              </a:ext>
            </a:extLst>
          </p:cNvPr>
          <p:cNvSpPr txBox="1"/>
          <p:nvPr/>
        </p:nvSpPr>
        <p:spPr>
          <a:xfrm>
            <a:off x="315301" y="1714028"/>
            <a:ext cx="850942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Arial"/>
                <a:ea typeface="Calibri"/>
                <a:cs typeface="Arial"/>
              </a:rPr>
              <a:t>Used to apply aggregate functions </a:t>
            </a:r>
            <a:r>
              <a:rPr lang="en-US" sz="2000" b="1">
                <a:solidFill>
                  <a:srgbClr val="272525"/>
                </a:solidFill>
                <a:latin typeface="Arial"/>
                <a:ea typeface="Calibri"/>
                <a:cs typeface="Arial"/>
              </a:rPr>
              <a:t>per group</a:t>
            </a:r>
            <a:r>
              <a:rPr lang="en-US" sz="2000">
                <a:solidFill>
                  <a:srgbClr val="272525"/>
                </a:solidFill>
                <a:latin typeface="Arial"/>
                <a:ea typeface="Calibri"/>
                <a:cs typeface="Arial"/>
              </a:rPr>
              <a:t>.</a:t>
            </a:r>
            <a:endParaRPr lang="en-US">
              <a:latin typeface="Arial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close up of text&#10;&#10;AI-generated content may be incorrect.">
            <a:extLst>
              <a:ext uri="{FF2B5EF4-FFF2-40B4-BE49-F238E27FC236}">
                <a16:creationId xmlns:a16="http://schemas.microsoft.com/office/drawing/2014/main" id="{03602E55-EB83-FEED-E50C-ABD66E95B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754" y="2526664"/>
            <a:ext cx="4324350" cy="1019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93414F-A5B7-F77B-1317-F11B556DFCBE}"/>
              </a:ext>
            </a:extLst>
          </p:cNvPr>
          <p:cNvSpPr txBox="1"/>
          <p:nvPr/>
        </p:nvSpPr>
        <p:spPr>
          <a:xfrm>
            <a:off x="402819" y="4154075"/>
            <a:ext cx="732124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Without GROUP BY, aggregate functions return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one row only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algn="ctr"/>
            <a:endParaRPr lang="en-US">
              <a:solidFill>
                <a:schemeClr val="tx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974360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E1C2E0-2CE4-84AD-C0FF-23978DDDC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8C62A6-EE37-678E-7F55-71361CC64966}"/>
              </a:ext>
            </a:extLst>
          </p:cNvPr>
          <p:cNvSpPr txBox="1"/>
          <p:nvPr/>
        </p:nvSpPr>
        <p:spPr>
          <a:xfrm>
            <a:off x="317957" y="240052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Key Points to Remember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6E3E0-19F6-CDAE-A8F2-52767CA22935}"/>
              </a:ext>
            </a:extLst>
          </p:cNvPr>
          <p:cNvSpPr txBox="1"/>
          <p:nvPr/>
        </p:nvSpPr>
        <p:spPr>
          <a:xfrm>
            <a:off x="315301" y="1714028"/>
            <a:ext cx="850942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Aggregate functions return </a:t>
            </a:r>
            <a:r>
              <a:rPr lang="en-US" sz="2000" b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single values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GROUP BY is required when selecting non-aggregated columns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NULL values are ignored (except COUNT(*))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Often combined with HAVING for filtering aggregated data</a:t>
            </a:r>
            <a:endParaRPr lang="en-US">
              <a:latin typeface="Calibri"/>
            </a:endParaRPr>
          </a:p>
          <a:p>
            <a:endParaRPr lang="en-US" sz="2000">
              <a:solidFill>
                <a:srgbClr val="272525"/>
              </a:solidFill>
              <a:latin typeface="Arial"/>
              <a:ea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rgbClr val="272525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622031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7E452B-61DF-3C3A-B218-B57BE0C1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369E7F-091C-9A1A-9F5E-14480B9B35B4}"/>
              </a:ext>
            </a:extLst>
          </p:cNvPr>
          <p:cNvSpPr txBox="1"/>
          <p:nvPr/>
        </p:nvSpPr>
        <p:spPr>
          <a:xfrm>
            <a:off x="317957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Calibri"/>
                <a:ea typeface="Calibri"/>
                <a:cs typeface="Calibri"/>
              </a:rPr>
              <a:t>Indexes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5BA84-CD00-0042-662E-716E4F38272A}"/>
              </a:ext>
            </a:extLst>
          </p:cNvPr>
          <p:cNvSpPr txBox="1"/>
          <p:nvPr/>
        </p:nvSpPr>
        <p:spPr>
          <a:xfrm>
            <a:off x="315301" y="1532759"/>
            <a:ext cx="8509427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An index is a database structure that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improves query performance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by allowing faster data retrieval.</a:t>
            </a: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Similar to an index in a book — it helps find data quickly without scanning the entire table.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Without Index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1028700" lvl="1" indent="-285750">
              <a:buFont typeface="Courier New"/>
              <a:buChar char="o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Full table scan</a:t>
            </a:r>
            <a:endParaRPr lang="en-US" sz="18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 indent="-285750">
              <a:buFont typeface="Courier New"/>
              <a:buChar char="o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Slower queries on large tables</a:t>
            </a:r>
            <a:endParaRPr lang="en-US" sz="18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With Index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1028700" lvl="1" indent="-285750">
              <a:buFont typeface="Courier New"/>
              <a:buChar char="o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Faster SELECT queries</a:t>
            </a:r>
            <a:endParaRPr lang="en-US" sz="18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 indent="-285750">
              <a:buFont typeface="Courier New"/>
              <a:buChar char="o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Efficient filtering &amp; sorting</a:t>
            </a:r>
            <a:endParaRPr lang="en-US" sz="18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 Indexes speed up:</a:t>
            </a:r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 indent="-285750">
              <a:buFont typeface="Courier New"/>
              <a:buChar char="o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WHERE</a:t>
            </a:r>
            <a:endParaRPr lang="en-US" sz="18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 indent="-285750">
              <a:buFont typeface="Courier New"/>
              <a:buChar char="o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JOIN</a:t>
            </a:r>
            <a:endParaRPr lang="en-US" sz="18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 indent="-285750">
              <a:buFont typeface="Courier New"/>
              <a:buChar char="o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ORDER BY</a:t>
            </a:r>
            <a:endParaRPr lang="en-US" sz="18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 indent="-285750">
              <a:buFont typeface="Courier New"/>
              <a:buChar char="o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GROUP BY</a:t>
            </a:r>
            <a:endParaRPr lang="en-US" sz="18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081679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FA0AA-90FF-5D6E-D79D-82B682F1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73A7E-89F1-C430-0E0F-3FD2F1A6C15E}"/>
              </a:ext>
            </a:extLst>
          </p:cNvPr>
          <p:cNvSpPr txBox="1"/>
          <p:nvPr/>
        </p:nvSpPr>
        <p:spPr>
          <a:xfrm>
            <a:off x="317957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How Index Works</a:t>
            </a:r>
            <a:endParaRPr lang="en-US" sz="4000">
              <a:latin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4E2F6-28D0-390D-9777-291CDDEC371F}"/>
              </a:ext>
            </a:extLst>
          </p:cNvPr>
          <p:cNvSpPr txBox="1"/>
          <p:nvPr/>
        </p:nvSpPr>
        <p:spPr>
          <a:xfrm>
            <a:off x="315301" y="1532759"/>
            <a:ext cx="850942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Index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stores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column values + row references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Query planner uses index to locate rows quickly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Reduces disk I/O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PostgreSQL mainly uses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B-Tree indexes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by default</a:t>
            </a:r>
          </a:p>
          <a:p>
            <a:pPr indent="0"/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black and white text&#10;&#10;AI-generated content may be incorrect.">
            <a:extLst>
              <a:ext uri="{FF2B5EF4-FFF2-40B4-BE49-F238E27FC236}">
                <a16:creationId xmlns:a16="http://schemas.microsoft.com/office/drawing/2014/main" id="{BE1A21B0-0EFD-77CB-61B4-C9145C09E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084" y="3160810"/>
            <a:ext cx="6549129" cy="596803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6E60D5-F789-B306-C4EE-9CDB749EE44B}"/>
              </a:ext>
            </a:extLst>
          </p:cNvPr>
          <p:cNvSpPr txBox="1"/>
          <p:nvPr/>
        </p:nvSpPr>
        <p:spPr>
          <a:xfrm>
            <a:off x="483383" y="4219533"/>
            <a:ext cx="748237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When to Create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Frequently used in 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WHERE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Used in 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JOIN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conditions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Large tables</a:t>
            </a:r>
          </a:p>
          <a:p>
            <a:pPr algn="l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669047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7D8EA6-49BB-6FEA-91A4-AD7438DE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029F98-5A87-932E-0F7B-1B54D6F0C435}"/>
              </a:ext>
            </a:extLst>
          </p:cNvPr>
          <p:cNvSpPr txBox="1"/>
          <p:nvPr/>
        </p:nvSpPr>
        <p:spPr>
          <a:xfrm>
            <a:off x="317957" y="351867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Why Indexes Matter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93ECE-14B7-DCEE-4EAB-6F54A98BA2E8}"/>
              </a:ext>
            </a:extLst>
          </p:cNvPr>
          <p:cNvSpPr txBox="1"/>
          <p:nvPr/>
        </p:nvSpPr>
        <p:spPr>
          <a:xfrm>
            <a:off x="315301" y="1532759"/>
            <a:ext cx="8509427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Without index: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Sequential scan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Slow on large tables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With index: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Index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scan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Faster lookups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>
              <a:buFont typeface="Arial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Indexes improve: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WHERE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JOIN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ORDER BY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GROUP BY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endParaRPr lang="en-US" sz="2000" b="1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465542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2262C7-A003-22A5-2B02-4603F5432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F8B3F-CA51-AC24-9812-17F09407B6D1}"/>
              </a:ext>
            </a:extLst>
          </p:cNvPr>
          <p:cNvSpPr txBox="1"/>
          <p:nvPr/>
        </p:nvSpPr>
        <p:spPr>
          <a:xfrm>
            <a:off x="317957" y="31459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B-Tree Index (Default)</a:t>
            </a:r>
            <a:endParaRPr lang="en-US" sz="4000">
              <a:latin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54A22-FCFB-EC98-7F72-6DC0DD6C62C6}"/>
              </a:ext>
            </a:extLst>
          </p:cNvPr>
          <p:cNvSpPr txBox="1"/>
          <p:nvPr/>
        </p:nvSpPr>
        <p:spPr>
          <a:xfrm>
            <a:off x="315301" y="1532759"/>
            <a:ext cx="850942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Most Common Index</a:t>
            </a: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Equality (=)</a:t>
            </a:r>
            <a:endParaRPr lang="en-US" sz="2000">
              <a:solidFill>
                <a:schemeClr val="tx1"/>
              </a:solidFill>
              <a:latin typeface="SimSun" panose="02010600030101010101" pitchFamily="2" charset="-122"/>
              <a:cs typeface="Calibri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Range (&gt; &lt; BETWEEN)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Sorting (ORDER BY)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close up of text&#10;&#10;AI-generated content may be incorrect.">
            <a:extLst>
              <a:ext uri="{FF2B5EF4-FFF2-40B4-BE49-F238E27FC236}">
                <a16:creationId xmlns:a16="http://schemas.microsoft.com/office/drawing/2014/main" id="{B557D67A-4583-D09F-81E1-303FEE3C2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175" y="3148013"/>
            <a:ext cx="3295650" cy="5619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4268460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22B698-94B6-D158-921E-F9B2C406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DE622D-809B-D3CE-364E-DB214B72EF87}"/>
              </a:ext>
            </a:extLst>
          </p:cNvPr>
          <p:cNvSpPr txBox="1"/>
          <p:nvPr/>
        </p:nvSpPr>
        <p:spPr>
          <a:xfrm>
            <a:off x="317957" y="302172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Hash Index</a:t>
            </a:r>
            <a:endParaRPr lang="en-US" sz="4000">
              <a:latin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CBBE7-BE8C-FCEA-543F-10AB496969E4}"/>
              </a:ext>
            </a:extLst>
          </p:cNvPr>
          <p:cNvSpPr txBox="1"/>
          <p:nvPr/>
        </p:nvSpPr>
        <p:spPr>
          <a:xfrm>
            <a:off x="315301" y="1532759"/>
            <a:ext cx="850942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Equality Only</a:t>
            </a: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= comparisons</a:t>
            </a:r>
            <a:endParaRPr lang="en-US">
              <a:solidFill>
                <a:schemeClr val="tx1"/>
              </a:solidFill>
              <a:latin typeface="SimSun" panose="02010600030101010101" pitchFamily="2" charset="-122"/>
              <a:cs typeface="Calibri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No range queries</a:t>
            </a:r>
            <a:endParaRPr lang="en-US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9C4E4DE5-F349-F229-5861-03FD84D06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075" y="2976563"/>
            <a:ext cx="3371850" cy="9048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C865B5-4003-4416-DB7A-32E28749B23E}"/>
              </a:ext>
            </a:extLst>
          </p:cNvPr>
          <p:cNvSpPr txBox="1"/>
          <p:nvPr/>
        </p:nvSpPr>
        <p:spPr>
          <a:xfrm>
            <a:off x="312185" y="4838868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Rarely used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B-tree usually preferred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142615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6B1C9C-3AF0-2B43-0FC0-72C6B6256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78E883-0741-EA5F-F13A-57B3B1D3BC00}"/>
              </a:ext>
            </a:extLst>
          </p:cNvPr>
          <p:cNvSpPr txBox="1"/>
          <p:nvPr/>
        </p:nvSpPr>
        <p:spPr>
          <a:xfrm>
            <a:off x="317957" y="277324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Calibri"/>
                <a:ea typeface="Calibri"/>
                <a:cs typeface="Arial"/>
              </a:rPr>
              <a:t>GIN Index (Generalized Inverted Index)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95E22-5CB6-AB7A-B682-9E8334A2ADBB}"/>
              </a:ext>
            </a:extLst>
          </p:cNvPr>
          <p:cNvSpPr txBox="1"/>
          <p:nvPr/>
        </p:nvSpPr>
        <p:spPr>
          <a:xfrm>
            <a:off x="315301" y="1532759"/>
            <a:ext cx="850942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For Complex Data Types</a:t>
            </a: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Full-Text Search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ARRAY, JSONB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@&gt;, ?, @@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81F95-BDA6-E1D6-8914-F4FFA3C3CC23}"/>
              </a:ext>
            </a:extLst>
          </p:cNvPr>
          <p:cNvSpPr txBox="1"/>
          <p:nvPr/>
        </p:nvSpPr>
        <p:spPr>
          <a:xfrm>
            <a:off x="312185" y="4838868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Very fast search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Larger index size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2" name="Picture 1" descr="A close-up of a text&#10;&#10;AI-generated content may be incorrect.">
            <a:extLst>
              <a:ext uri="{FF2B5EF4-FFF2-40B4-BE49-F238E27FC236}">
                <a16:creationId xmlns:a16="http://schemas.microsoft.com/office/drawing/2014/main" id="{408C8DA3-B85B-4F79-B33F-B1C73C098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788" y="3016991"/>
            <a:ext cx="4924425" cy="108585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592049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DFFFFA-C702-B382-AEF6-BEE59082A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82C5E7-B6DD-7F84-F854-DE76CA611F6B}"/>
              </a:ext>
            </a:extLst>
          </p:cNvPr>
          <p:cNvSpPr txBox="1"/>
          <p:nvPr/>
        </p:nvSpPr>
        <p:spPr>
          <a:xfrm>
            <a:off x="317957" y="264900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err="1">
                <a:latin typeface="Calibri"/>
                <a:ea typeface="Calibri"/>
                <a:cs typeface="Arial"/>
              </a:rPr>
              <a:t>GisT</a:t>
            </a:r>
            <a:r>
              <a:rPr lang="en-US" sz="4000">
                <a:latin typeface="Calibri"/>
                <a:ea typeface="Calibri"/>
                <a:cs typeface="Arial"/>
              </a:rPr>
              <a:t> Index (Generalized Search Tree)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44FDD8-5DEA-815D-1115-115849F25E11}"/>
              </a:ext>
            </a:extLst>
          </p:cNvPr>
          <p:cNvSpPr txBox="1"/>
          <p:nvPr/>
        </p:nvSpPr>
        <p:spPr>
          <a:xfrm>
            <a:off x="315301" y="1532759"/>
            <a:ext cx="850942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For Range and Geometry</a:t>
            </a: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Range types</a:t>
            </a:r>
            <a:endParaRPr lang="en-US" sz="2000">
              <a:solidFill>
                <a:schemeClr val="tx1"/>
              </a:solidFill>
              <a:latin typeface="SimSun" panose="02010600030101010101" pitchFamily="2" charset="-122"/>
              <a:cs typeface="Arial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Geospatial data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Nearest-neighbor search</a:t>
            </a: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CE310-C902-1F26-EAF2-57126DB7717C}"/>
              </a:ext>
            </a:extLst>
          </p:cNvPr>
          <p:cNvSpPr txBox="1"/>
          <p:nvPr/>
        </p:nvSpPr>
        <p:spPr>
          <a:xfrm>
            <a:off x="312185" y="4838868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Used in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PostGIS</a:t>
            </a:r>
            <a:endParaRPr lang="en-US" err="1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Flexible Indexing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2" name="Picture 1" descr="A close up of text&#10;&#10;AI-generated content may be incorrect.">
            <a:extLst>
              <a:ext uri="{FF2B5EF4-FFF2-40B4-BE49-F238E27FC236}">
                <a16:creationId xmlns:a16="http://schemas.microsoft.com/office/drawing/2014/main" id="{99F5A801-529A-68E9-7419-E23E660BC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3219492"/>
            <a:ext cx="4191000" cy="11239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0902298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2B454A-560E-C7D1-FC3A-746AA6AE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E5163A-AE24-8F28-5B3E-5E187A9A8C8C}"/>
              </a:ext>
            </a:extLst>
          </p:cNvPr>
          <p:cNvSpPr txBox="1"/>
          <p:nvPr/>
        </p:nvSpPr>
        <p:spPr>
          <a:xfrm>
            <a:off x="317957" y="376715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Calibri"/>
                <a:ea typeface="Calibri"/>
                <a:cs typeface="Arial"/>
              </a:rPr>
              <a:t>SP-</a:t>
            </a:r>
            <a:r>
              <a:rPr lang="en-US" sz="4000" err="1">
                <a:latin typeface="Calibri"/>
                <a:ea typeface="Calibri"/>
                <a:cs typeface="Arial"/>
              </a:rPr>
              <a:t>GisT</a:t>
            </a:r>
            <a:r>
              <a:rPr lang="en-US" sz="4000">
                <a:latin typeface="Calibri"/>
                <a:ea typeface="Calibri"/>
                <a:cs typeface="Arial"/>
              </a:rPr>
              <a:t> Index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B85B3-AE7C-60C9-B44C-643337BD4F5F}"/>
              </a:ext>
            </a:extLst>
          </p:cNvPr>
          <p:cNvSpPr txBox="1"/>
          <p:nvPr/>
        </p:nvSpPr>
        <p:spPr>
          <a:xfrm>
            <a:off x="315301" y="1532759"/>
            <a:ext cx="850942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Hierarchical &amp; Partitioned Data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Trees</a:t>
            </a: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IP ranges</a:t>
            </a: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Phone numbers</a:t>
            </a: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3C7FF-F132-525D-6FEB-358B33223C39}"/>
              </a:ext>
            </a:extLst>
          </p:cNvPr>
          <p:cNvSpPr txBox="1"/>
          <p:nvPr/>
        </p:nvSpPr>
        <p:spPr>
          <a:xfrm>
            <a:off x="312185" y="4838868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Specialized use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Not common in apps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5" name="Picture 4" descr="A close up of text&#10;&#10;AI-generated content may be incorrect.">
            <a:extLst>
              <a:ext uri="{FF2B5EF4-FFF2-40B4-BE49-F238E27FC236}">
                <a16:creationId xmlns:a16="http://schemas.microsoft.com/office/drawing/2014/main" id="{B3B662B3-7C4C-E101-055F-C5AF3F9A4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425" y="3076869"/>
            <a:ext cx="3105150" cy="106680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2170744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A645BF-48E8-F0FE-A28E-1B192C69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446590-78AE-AFEE-1EE0-8DDDD867B280}"/>
              </a:ext>
            </a:extLst>
          </p:cNvPr>
          <p:cNvSpPr txBox="1"/>
          <p:nvPr/>
        </p:nvSpPr>
        <p:spPr>
          <a:xfrm>
            <a:off x="317957" y="327020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Calibri"/>
                <a:ea typeface="Calibri"/>
                <a:cs typeface="Arial"/>
              </a:rPr>
              <a:t>BRIN Index (Block Range Index)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8A41B-0A59-8D49-1C01-2253358D0FA9}"/>
              </a:ext>
            </a:extLst>
          </p:cNvPr>
          <p:cNvSpPr txBox="1"/>
          <p:nvPr/>
        </p:nvSpPr>
        <p:spPr>
          <a:xfrm>
            <a:off x="315301" y="1532759"/>
            <a:ext cx="850942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For Huge tables</a:t>
            </a:r>
            <a:endParaRPr lang="en-US">
              <a:solidFill>
                <a:schemeClr val="tx1"/>
              </a:solidFill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Time-series data</a:t>
            </a: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Sequential data</a:t>
            </a: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Minimal storage</a:t>
            </a: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6B238-4237-569D-0947-0A7B07274841}"/>
              </a:ext>
            </a:extLst>
          </p:cNvPr>
          <p:cNvSpPr txBox="1"/>
          <p:nvPr/>
        </p:nvSpPr>
        <p:spPr>
          <a:xfrm>
            <a:off x="312185" y="4838868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Very small index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Less precise then b-tree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2" name="Picture 1" descr="A close-up of a code&#10;&#10;AI-generated content may be incorrect.">
            <a:extLst>
              <a:ext uri="{FF2B5EF4-FFF2-40B4-BE49-F238E27FC236}">
                <a16:creationId xmlns:a16="http://schemas.microsoft.com/office/drawing/2014/main" id="{217E137F-E075-4A59-55FA-0BBC4501E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8" y="3060400"/>
            <a:ext cx="2943225" cy="1019175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0320069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FAAFFC-AA8C-CD1D-08FF-C5C068F1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BA359-3678-8294-7A41-2CC5DBBCB3D2}"/>
              </a:ext>
            </a:extLst>
          </p:cNvPr>
          <p:cNvSpPr txBox="1"/>
          <p:nvPr/>
        </p:nvSpPr>
        <p:spPr>
          <a:xfrm>
            <a:off x="317957" y="351867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Calibri"/>
                <a:ea typeface="Calibri"/>
                <a:cs typeface="Arial"/>
              </a:rPr>
              <a:t>Partial Index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76523-C190-3D46-5347-4788E8757FD8}"/>
              </a:ext>
            </a:extLst>
          </p:cNvPr>
          <p:cNvSpPr txBox="1"/>
          <p:nvPr/>
        </p:nvSpPr>
        <p:spPr>
          <a:xfrm>
            <a:off x="315301" y="1532759"/>
            <a:ext cx="850942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Index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Only Needed Rows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CF9E1-B15D-7554-D4C8-CC4133633550}"/>
              </a:ext>
            </a:extLst>
          </p:cNvPr>
          <p:cNvSpPr txBox="1"/>
          <p:nvPr/>
        </p:nvSpPr>
        <p:spPr>
          <a:xfrm>
            <a:off x="382678" y="4063441"/>
            <a:ext cx="5840881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Faster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Smaller index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Highly optimized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Best for filtered queries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7" name="Picture 6" descr="A close-up of a code&#10;&#10;AI-generated content may be incorrect.">
            <a:extLst>
              <a:ext uri="{FF2B5EF4-FFF2-40B4-BE49-F238E27FC236}">
                <a16:creationId xmlns:a16="http://schemas.microsoft.com/office/drawing/2014/main" id="{A96BD2E6-720E-53CC-7314-1EC367AE6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063" y="2403783"/>
            <a:ext cx="3571875" cy="112395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6987272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496B2A-04E4-3602-AC52-160CB4E0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1C7237-10A6-42FD-0778-5A1C1AC12FEB}"/>
              </a:ext>
            </a:extLst>
          </p:cNvPr>
          <p:cNvSpPr txBox="1"/>
          <p:nvPr/>
        </p:nvSpPr>
        <p:spPr>
          <a:xfrm>
            <a:off x="317957" y="302172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Calibri"/>
                <a:ea typeface="Calibri"/>
                <a:cs typeface="Arial"/>
              </a:rPr>
              <a:t>Expression Index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F8AD0-F29B-EDAE-CC64-A79DD2245A16}"/>
              </a:ext>
            </a:extLst>
          </p:cNvPr>
          <p:cNvSpPr txBox="1"/>
          <p:nvPr/>
        </p:nvSpPr>
        <p:spPr>
          <a:xfrm>
            <a:off x="315301" y="1532759"/>
            <a:ext cx="85094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Index on function result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1C6173-A9D9-297F-E668-ED6C0C549D9A}"/>
              </a:ext>
            </a:extLst>
          </p:cNvPr>
          <p:cNvSpPr txBox="1"/>
          <p:nvPr/>
        </p:nvSpPr>
        <p:spPr>
          <a:xfrm>
            <a:off x="312185" y="4838868"/>
            <a:ext cx="5840881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Faster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Smaller index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Highly optimized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Best for filtered queries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7" name="Picture 6" descr="A close-up of a code&#10;&#10;AI-generated content may be incorrect.">
            <a:extLst>
              <a:ext uri="{FF2B5EF4-FFF2-40B4-BE49-F238E27FC236}">
                <a16:creationId xmlns:a16="http://schemas.microsoft.com/office/drawing/2014/main" id="{9DE9CD28-F675-6319-FB26-C493662D0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063" y="2403783"/>
            <a:ext cx="3571875" cy="112395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3261435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EF0DB6-E067-35DF-31EE-F12303BD4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321918-D33D-A687-7AAD-69E90F00E532}"/>
              </a:ext>
            </a:extLst>
          </p:cNvPr>
          <p:cNvSpPr txBox="1"/>
          <p:nvPr/>
        </p:nvSpPr>
        <p:spPr>
          <a:xfrm>
            <a:off x="243413" y="289748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Calibri"/>
                <a:ea typeface="Calibri"/>
                <a:cs typeface="Arial"/>
              </a:rPr>
              <a:t>Index Type 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DDC583-FCF7-C024-50A2-0B5C61E2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024995"/>
              </p:ext>
            </p:extLst>
          </p:nvPr>
        </p:nvGraphicFramePr>
        <p:xfrm>
          <a:off x="240030" y="1716818"/>
          <a:ext cx="8661657" cy="4233240"/>
        </p:xfrm>
        <a:graphic>
          <a:graphicData uri="http://schemas.openxmlformats.org/drawingml/2006/table">
            <a:tbl>
              <a:tblPr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2432259">
                  <a:extLst>
                    <a:ext uri="{9D8B030D-6E8A-4147-A177-3AD203B41FA5}">
                      <a16:colId xmlns:a16="http://schemas.microsoft.com/office/drawing/2014/main" val="1319695747"/>
                    </a:ext>
                  </a:extLst>
                </a:gridCol>
                <a:gridCol w="2816805">
                  <a:extLst>
                    <a:ext uri="{9D8B030D-6E8A-4147-A177-3AD203B41FA5}">
                      <a16:colId xmlns:a16="http://schemas.microsoft.com/office/drawing/2014/main" val="111486618"/>
                    </a:ext>
                  </a:extLst>
                </a:gridCol>
                <a:gridCol w="1440700">
                  <a:extLst>
                    <a:ext uri="{9D8B030D-6E8A-4147-A177-3AD203B41FA5}">
                      <a16:colId xmlns:a16="http://schemas.microsoft.com/office/drawing/2014/main" val="420643941"/>
                    </a:ext>
                  </a:extLst>
                </a:gridCol>
                <a:gridCol w="1971893">
                  <a:extLst>
                    <a:ext uri="{9D8B030D-6E8A-4147-A177-3AD203B41FA5}">
                      <a16:colId xmlns:a16="http://schemas.microsoft.com/office/drawing/2014/main" val="2375445678"/>
                    </a:ext>
                  </a:extLst>
                </a:gridCol>
              </a:tblGrid>
              <a:tr h="391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Index Type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525996"/>
                  </a:ext>
                </a:extLst>
              </a:tr>
              <a:tr h="391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B-Tree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General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822751"/>
                  </a:ext>
                </a:extLst>
              </a:tr>
              <a:tr h="391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Hash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Equality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⚠️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248108"/>
                  </a:ext>
                </a:extLst>
              </a:tr>
              <a:tr h="391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GIN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JSON / Array / FTS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214865"/>
                  </a:ext>
                </a:extLst>
              </a:tr>
              <a:tr h="391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err="1">
                          <a:solidFill>
                            <a:schemeClr val="tx1"/>
                          </a:solidFill>
                          <a:latin typeface="Calibri"/>
                        </a:rPr>
                        <a:t>GiST</a:t>
                      </a:r>
                      <a:endParaRPr lang="en-US" sz="2000" cap="none" spc="0" dirty="0" err="1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Geo / Range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782006"/>
                  </a:ext>
                </a:extLst>
              </a:tr>
              <a:tr h="391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SP-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  <a:latin typeface="Calibri"/>
                        </a:rPr>
                        <a:t>GiST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Hierarchy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⚠️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860683"/>
                  </a:ext>
                </a:extLst>
              </a:tr>
              <a:tr h="391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BRIN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Huge tables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⚠️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Tiny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724421"/>
                  </a:ext>
                </a:extLst>
              </a:tr>
              <a:tr h="391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Filtered data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397243"/>
                  </a:ext>
                </a:extLst>
              </a:tr>
              <a:tr h="391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Expression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Functions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107613" marR="82780" marT="82780" marB="82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166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21670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433C91-9F0B-66BE-A7AD-820AECC27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E77E5E-E7CC-11AE-2652-0362103D51AF}"/>
              </a:ext>
            </a:extLst>
          </p:cNvPr>
          <p:cNvSpPr txBox="1"/>
          <p:nvPr/>
        </p:nvSpPr>
        <p:spPr>
          <a:xfrm>
            <a:off x="243188" y="242132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When Index is NOT Used</a:t>
            </a:r>
            <a:endParaRPr lang="en-US" sz="400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05BA85-615B-7379-7177-DD30C939BDE4}"/>
              </a:ext>
            </a:extLst>
          </p:cNvPr>
          <p:cNvSpPr txBox="1"/>
          <p:nvPr/>
        </p:nvSpPr>
        <p:spPr>
          <a:xfrm>
            <a:off x="453171" y="1419939"/>
            <a:ext cx="563946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b="1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Small tables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LIKE '%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abc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%'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Columns with frequent updates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Low-selectivity columns </a:t>
            </a: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  (e.g., gender)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Indexes improve reads but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slow down writes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algn="l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576127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81A581-50D2-2F8A-A931-E2A385BFB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4C919C-8356-E6DB-4585-15DCB1C69C16}"/>
              </a:ext>
            </a:extLst>
          </p:cNvPr>
          <p:cNvSpPr txBox="1"/>
          <p:nvPr/>
        </p:nvSpPr>
        <p:spPr>
          <a:xfrm>
            <a:off x="255837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Date &amp; Time Handling - Overview</a:t>
            </a:r>
            <a:endParaRPr lang="en-US" sz="4000">
              <a:latin typeface="Calibr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FBD2F-3962-1CA4-5C31-B7244E1664DA}"/>
              </a:ext>
            </a:extLst>
          </p:cNvPr>
          <p:cNvSpPr txBox="1"/>
          <p:nvPr/>
        </p:nvSpPr>
        <p:spPr>
          <a:xfrm>
            <a:off x="251762" y="1621348"/>
            <a:ext cx="8640474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Date &amp; Time handling is essential for: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Tracking events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Reporting &amp; analytics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Time-based filtering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PostgreSQL provides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powerful built-in date &amp; time functions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.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algn="l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Common Data Types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DATE → Stores date only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TIME → Stores time only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TIMESTAMP → Date + time (without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timezone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TIMESTAMPTZ → Date + time with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timezone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884957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7B6BB2-80A8-4B6C-387E-8A33A1323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FF4392-72FD-0FEA-0EFB-AC8B1D2D355B}"/>
              </a:ext>
            </a:extLst>
          </p:cNvPr>
          <p:cNvSpPr txBox="1"/>
          <p:nvPr/>
        </p:nvSpPr>
        <p:spPr>
          <a:xfrm>
            <a:off x="255837" y="302172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Query with Date</a:t>
            </a:r>
            <a:endParaRPr lang="en-US" sz="4000">
              <a:latin typeface="Calibri"/>
              <a:cs typeface="Arial"/>
            </a:endParaRPr>
          </a:p>
        </p:txBody>
      </p:sp>
      <p:pic>
        <p:nvPicPr>
          <p:cNvPr id="4" name="Picture 3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BD23A509-6198-6EEF-DB65-4AC9DF66E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25" y="1486278"/>
            <a:ext cx="4352925" cy="10858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close up of text&#10;&#10;AI-generated content may be incorrect.">
            <a:extLst>
              <a:ext uri="{FF2B5EF4-FFF2-40B4-BE49-F238E27FC236}">
                <a16:creationId xmlns:a16="http://schemas.microsoft.com/office/drawing/2014/main" id="{2F8E7C15-1BB9-A75A-5619-A6DD32204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00" y="2808532"/>
            <a:ext cx="5800725" cy="15430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close up of text&#10;&#10;AI-generated content may be incorrect.">
            <a:extLst>
              <a:ext uri="{FF2B5EF4-FFF2-40B4-BE49-F238E27FC236}">
                <a16:creationId xmlns:a16="http://schemas.microsoft.com/office/drawing/2014/main" id="{24BCF455-2626-F924-4E74-295B44170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343" y="4664732"/>
            <a:ext cx="4486275" cy="952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2635A6-85D1-FE54-2EF3-0E3476D26452}"/>
              </a:ext>
            </a:extLst>
          </p:cNvPr>
          <p:cNvSpPr txBox="1"/>
          <p:nvPr/>
        </p:nvSpPr>
        <p:spPr>
          <a:xfrm>
            <a:off x="5035242" y="4672704"/>
            <a:ext cx="274924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Common Formats</a:t>
            </a:r>
            <a:endParaRPr lang="en-US" sz="18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YYYY-MM-DD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DD-MM-YYYY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Month YYYY</a:t>
            </a:r>
          </a:p>
          <a:p>
            <a:pPr algn="l"/>
            <a:endParaRPr lang="en-US" sz="18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955202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0E50A8-CBBB-7087-8BB2-0F31AC28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04BC20-C0EC-A8B1-6EBA-7DD43906D756}"/>
              </a:ext>
            </a:extLst>
          </p:cNvPr>
          <p:cNvSpPr txBox="1"/>
          <p:nvPr/>
        </p:nvSpPr>
        <p:spPr>
          <a:xfrm>
            <a:off x="255837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EXISTS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28174-903A-28EB-9310-2D91C32AD423}"/>
              </a:ext>
            </a:extLst>
          </p:cNvPr>
          <p:cNvSpPr txBox="1"/>
          <p:nvPr/>
        </p:nvSpPr>
        <p:spPr>
          <a:xfrm>
            <a:off x="251762" y="1520643"/>
            <a:ext cx="8549840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EXISTS returns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TRUE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if the subquery returns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at least one row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.</a:t>
            </a:r>
          </a:p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Syntax :</a:t>
            </a:r>
            <a:br>
              <a:rPr lang="en-US" sz="2000">
                <a:latin typeface="Calibri"/>
                <a:ea typeface="SimSun"/>
                <a:cs typeface="Arial"/>
              </a:rPr>
            </a:b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  SELECT column</a:t>
            </a: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  FROM table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  WHERE EXISTS (subquery);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Stops execution once a match is found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Faster than IN for large datasets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</p:txBody>
      </p:sp>
      <p:pic>
        <p:nvPicPr>
          <p:cNvPr id="2" name="Picture 1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90B7CEB3-CB86-9AA6-E29F-0D3DF8FE5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838" y="3433596"/>
            <a:ext cx="4448175" cy="17430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0038983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EA0B704-EC5B-4BF2-9BD8-7926F3B6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DA6CA-C57B-FAC0-927E-8286624D6454}"/>
              </a:ext>
            </a:extLst>
          </p:cNvPr>
          <p:cNvSpPr txBox="1"/>
          <p:nvPr/>
        </p:nvSpPr>
        <p:spPr>
          <a:xfrm>
            <a:off x="255837" y="264900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CTE (WITH)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123175-A446-B099-77D0-1A3994B279E4}"/>
              </a:ext>
            </a:extLst>
          </p:cNvPr>
          <p:cNvSpPr txBox="1"/>
          <p:nvPr/>
        </p:nvSpPr>
        <p:spPr>
          <a:xfrm>
            <a:off x="251762" y="1520643"/>
            <a:ext cx="8549840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Common Table Expression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is a temporary result set used within a query.</a:t>
            </a:r>
            <a:endParaRPr lang="en-US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Syntax :</a:t>
            </a:r>
            <a:br>
              <a:rPr lang="en-US" sz="2000">
                <a:latin typeface="Calibri"/>
                <a:ea typeface="SimSun"/>
                <a:cs typeface="Arial"/>
              </a:rPr>
            </a:b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</a:t>
            </a: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WITH </a:t>
            </a:r>
            <a:r>
              <a:rPr lang="en-US" sz="18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cte_name</a:t>
            </a: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AS (</a:t>
            </a:r>
            <a:endParaRPr lang="en-US" sz="18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     SELECT ...</a:t>
            </a:r>
            <a:endParaRPr lang="en-US" sz="18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  )</a:t>
            </a:r>
            <a:endParaRPr lang="en-US" sz="18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  SELECT *</a:t>
            </a:r>
            <a:endParaRPr lang="en-US" sz="18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  FROM </a:t>
            </a:r>
            <a:r>
              <a:rPr lang="en-US" sz="18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cte_name</a:t>
            </a: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;</a:t>
            </a:r>
          </a:p>
          <a:p>
            <a:endParaRPr lang="en-US" sz="18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endParaRPr lang="en-US" sz="18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endParaRPr lang="en-US" sz="18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endParaRPr lang="en-US" sz="18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endParaRPr lang="en-US" sz="18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285750" indent="-28575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Improves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readability &amp; maintainability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E0DFDD2-7314-C9E2-84FB-5A66169C2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299" y="2805155"/>
            <a:ext cx="5019675" cy="1952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201669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4E6788-A7A7-1C26-7209-24C4FC2E1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7E505B-6EB7-CD7A-4E21-5F8469558D92}"/>
              </a:ext>
            </a:extLst>
          </p:cNvPr>
          <p:cNvSpPr txBox="1"/>
          <p:nvPr/>
        </p:nvSpPr>
        <p:spPr>
          <a:xfrm>
            <a:off x="206142" y="277324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EXISTS vs CTE</a:t>
            </a:r>
            <a:endParaRPr lang="en-US" sz="4000">
              <a:latin typeface="Calibri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C8EBC4-9774-4901-5656-F671E9AA9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930961"/>
              </p:ext>
            </p:extLst>
          </p:nvPr>
        </p:nvGraphicFramePr>
        <p:xfrm>
          <a:off x="209818" y="2210043"/>
          <a:ext cx="4153175" cy="2609877"/>
        </p:xfrm>
        <a:graphic>
          <a:graphicData uri="http://schemas.openxmlformats.org/drawingml/2006/table">
            <a:tbl>
              <a:tblPr bandRow="1">
                <a:solidFill>
                  <a:srgbClr val="F7F7F7"/>
                </a:solidFill>
                <a:tableStyleId>{5C22544A-7EE6-4342-B048-85BDC9FD1C3A}</a:tableStyleId>
              </a:tblPr>
              <a:tblGrid>
                <a:gridCol w="1017118">
                  <a:extLst>
                    <a:ext uri="{9D8B030D-6E8A-4147-A177-3AD203B41FA5}">
                      <a16:colId xmlns:a16="http://schemas.microsoft.com/office/drawing/2014/main" val="2520115425"/>
                    </a:ext>
                  </a:extLst>
                </a:gridCol>
                <a:gridCol w="1268881">
                  <a:extLst>
                    <a:ext uri="{9D8B030D-6E8A-4147-A177-3AD203B41FA5}">
                      <a16:colId xmlns:a16="http://schemas.microsoft.com/office/drawing/2014/main" val="3373644668"/>
                    </a:ext>
                  </a:extLst>
                </a:gridCol>
                <a:gridCol w="1867176">
                  <a:extLst>
                    <a:ext uri="{9D8B030D-6E8A-4147-A177-3AD203B41FA5}">
                      <a16:colId xmlns:a16="http://schemas.microsoft.com/office/drawing/2014/main" val="542982067"/>
                    </a:ext>
                  </a:extLst>
                </a:gridCol>
              </a:tblGrid>
              <a:tr h="334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latin typeface="Calibri"/>
                        </a:rPr>
                        <a:t>EXISTS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latin typeface="Calibri"/>
                        </a:rPr>
                        <a:t>CTE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243707"/>
                  </a:ext>
                </a:extLst>
              </a:tr>
              <a:tr h="530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Check existence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Reusable query block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16258"/>
                  </a:ext>
                </a:extLst>
              </a:tr>
              <a:tr h="530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Returns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TRUE / FALSE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Result set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8747"/>
                  </a:ext>
                </a:extLst>
              </a:tr>
              <a:tr h="530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Filtering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Complex queries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994557"/>
                  </a:ext>
                </a:extLst>
              </a:tr>
              <a:tr h="334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Readability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322" marR="73322" marT="36661" marB="7332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099857"/>
                  </a:ext>
                </a:extLst>
              </a:tr>
            </a:tbl>
          </a:graphicData>
        </a:graphic>
      </p:graphicFrame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EF5822B-92F4-7DC4-F5E1-C24A5FA8D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916" y="1839626"/>
            <a:ext cx="4247773" cy="1799093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23950CA2-9248-D820-C5DD-3B28FB73C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930" y="3827329"/>
            <a:ext cx="4257885" cy="2043218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345614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E5239C-C177-90F4-D862-7686AA82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2E9D54-171B-F16B-0E9D-3354F82F0313}"/>
              </a:ext>
            </a:extLst>
          </p:cNvPr>
          <p:cNvSpPr txBox="1"/>
          <p:nvPr/>
        </p:nvSpPr>
        <p:spPr>
          <a:xfrm>
            <a:off x="218565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Advanced CTEs 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2E2A7E-C9C2-07C7-52CF-D2FB1329D548}"/>
              </a:ext>
            </a:extLst>
          </p:cNvPr>
          <p:cNvSpPr txBox="1"/>
          <p:nvPr/>
        </p:nvSpPr>
        <p:spPr>
          <a:xfrm>
            <a:off x="221550" y="1762335"/>
            <a:ext cx="8559911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Advanced CTEs are used to: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Break complex queries into steps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Improve readability &amp; maintainability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Handle hierarchical or recursive data</a:t>
            </a: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Common in reporting, analytics, and tree-structured data</a:t>
            </a:r>
          </a:p>
          <a:p>
            <a:pPr algn="l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99EB7-6D24-73BB-2452-179438DFA549}"/>
              </a:ext>
            </a:extLst>
          </p:cNvPr>
          <p:cNvSpPr txBox="1"/>
          <p:nvPr/>
        </p:nvSpPr>
        <p:spPr>
          <a:xfrm>
            <a:off x="221552" y="3856995"/>
            <a:ext cx="336354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 Cases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Reusing aggregated results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Simplifying complex joins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Layered calculations</a:t>
            </a:r>
          </a:p>
          <a:p>
            <a:pPr algn="l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DB80AD2-02FE-C30A-1BDB-428A5E8E5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525" y="3512816"/>
            <a:ext cx="4892493" cy="17558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9D44F8-4AB7-118B-B614-CEF45D28B72D}"/>
              </a:ext>
            </a:extLst>
          </p:cNvPr>
          <p:cNvSpPr txBox="1"/>
          <p:nvPr/>
        </p:nvSpPr>
        <p:spPr>
          <a:xfrm>
            <a:off x="322255" y="5397779"/>
            <a:ext cx="73816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 panose="02020603050405020304" pitchFamily="18" charset="0"/>
              <a:buChar char="-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Acts like a temporary table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285750" indent="-285750" algn="l">
              <a:buFont typeface="Calibri" panose="02020603050405020304" pitchFamily="18" charset="0"/>
              <a:buChar char="-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Exists only for the query execution</a:t>
            </a:r>
            <a:endParaRPr lang="en-US">
              <a:solidFill>
                <a:schemeClr val="tx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247763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4D87C17-9564-DCAA-54D9-41D96870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469C2D-A2E5-54F8-7AC6-D46B5764730B}"/>
              </a:ext>
            </a:extLst>
          </p:cNvPr>
          <p:cNvSpPr txBox="1"/>
          <p:nvPr/>
        </p:nvSpPr>
        <p:spPr>
          <a:xfrm>
            <a:off x="218565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Multiple CTEs in One Query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5B4B73-A0F6-36F9-783B-7EB52FFA262E}"/>
              </a:ext>
            </a:extLst>
          </p:cNvPr>
          <p:cNvSpPr txBox="1"/>
          <p:nvPr/>
        </p:nvSpPr>
        <p:spPr>
          <a:xfrm>
            <a:off x="221550" y="1762335"/>
            <a:ext cx="85599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CTEs can reference </a:t>
            </a:r>
            <a:r>
              <a:rPr lang="en-US" sz="2000" b="1">
                <a:solidFill>
                  <a:schemeClr val="tx1"/>
                </a:solidFill>
                <a:latin typeface="Arial"/>
                <a:ea typeface="SimSun"/>
                <a:cs typeface="Arial"/>
              </a:rPr>
              <a:t>previous CTEs</a:t>
            </a:r>
            <a:endParaRPr lang="en-US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FD93E31-B690-94A8-45AB-D50030C07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381" y="2464730"/>
            <a:ext cx="5600700" cy="3076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9134663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7F40E73-0C25-1B21-6589-893E2332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9873E5-B893-2958-CCEC-8E0338BF09C1}"/>
              </a:ext>
            </a:extLst>
          </p:cNvPr>
          <p:cNvSpPr txBox="1"/>
          <p:nvPr/>
        </p:nvSpPr>
        <p:spPr>
          <a:xfrm>
            <a:off x="218565" y="277324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Recursive CTEs</a:t>
            </a:r>
            <a:endParaRPr lang="en-US" sz="4000">
              <a:latin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999F22-CEE6-A9CC-8DE6-EE04BD69B666}"/>
              </a:ext>
            </a:extLst>
          </p:cNvPr>
          <p:cNvSpPr txBox="1"/>
          <p:nvPr/>
        </p:nvSpPr>
        <p:spPr>
          <a:xfrm>
            <a:off x="221550" y="1762335"/>
            <a:ext cx="855991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A recursive CTE is used to query </a:t>
            </a:r>
            <a:r>
              <a:rPr lang="en-US" sz="2000" b="1">
                <a:solidFill>
                  <a:schemeClr val="tx1"/>
                </a:solidFill>
                <a:latin typeface="Arial"/>
                <a:ea typeface="SimSun"/>
                <a:cs typeface="Arial"/>
              </a:rPr>
              <a:t>hierarchical or tree-structured data</a:t>
            </a: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endParaRPr lang="en-US" sz="2000" b="1">
              <a:solidFill>
                <a:schemeClr val="tx1"/>
              </a:solidFill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53C08E-9A6E-A095-BC75-643B67584179}"/>
              </a:ext>
            </a:extLst>
          </p:cNvPr>
          <p:cNvSpPr txBox="1"/>
          <p:nvPr/>
        </p:nvSpPr>
        <p:spPr>
          <a:xfrm>
            <a:off x="443421" y="2465483"/>
            <a:ext cx="348438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Common Use Cases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Employee-manager hierarchy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Category-subcategories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Organizational charts</a:t>
            </a:r>
          </a:p>
          <a:p>
            <a:pPr algn="l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25C865B-59B0-5A8B-19E0-109B2892A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723" y="2465676"/>
            <a:ext cx="3560618" cy="27579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8918F1-063A-721E-7C0F-909BC78B62EE}"/>
              </a:ext>
            </a:extLst>
          </p:cNvPr>
          <p:cNvSpPr txBox="1"/>
          <p:nvPr/>
        </p:nvSpPr>
        <p:spPr>
          <a:xfrm>
            <a:off x="402819" y="4803621"/>
            <a:ext cx="36052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UNION ALL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is mandatory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Anchor query runs first</a:t>
            </a:r>
            <a:endParaRPr lang="en-US">
              <a:solidFill>
                <a:schemeClr val="tx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488043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36CA09-D138-E140-EC49-C16DFB0E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554409-410B-80A1-954E-3D0051E07790}"/>
              </a:ext>
            </a:extLst>
          </p:cNvPr>
          <p:cNvSpPr txBox="1"/>
          <p:nvPr/>
        </p:nvSpPr>
        <p:spPr>
          <a:xfrm>
            <a:off x="218565" y="277324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Key Points &amp; Best Practices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3B17EC-0AFF-50A6-FA74-A3F4D3653D34}"/>
              </a:ext>
            </a:extLst>
          </p:cNvPr>
          <p:cNvSpPr txBox="1"/>
          <p:nvPr/>
        </p:nvSpPr>
        <p:spPr>
          <a:xfrm>
            <a:off x="221550" y="1762335"/>
            <a:ext cx="8559911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 CTEs to simplify complex SQL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Recursive CTEs handle hierarchical data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Avoid infinite recursion (ensure termination)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Prefer CTEs for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readability over subqueries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0D4FDCD-C9BB-BFF9-BFE0-035445418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371" y="3147089"/>
            <a:ext cx="4168342" cy="2930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550541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E73A8B-D4BB-8F0A-F075-BA1DC7F8B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241510-383B-F59D-FB44-D098AA162073}"/>
              </a:ext>
            </a:extLst>
          </p:cNvPr>
          <p:cNvSpPr txBox="1"/>
          <p:nvPr/>
        </p:nvSpPr>
        <p:spPr>
          <a:xfrm>
            <a:off x="230989" y="240052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Window Function - Overview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0456C3-8C49-7F49-23B3-D2F95A861702}"/>
              </a:ext>
            </a:extLst>
          </p:cNvPr>
          <p:cNvSpPr txBox="1"/>
          <p:nvPr/>
        </p:nvSpPr>
        <p:spPr>
          <a:xfrm>
            <a:off x="221550" y="1762335"/>
            <a:ext cx="855991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Window functions perform calculations across a set of rows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without collapsing rows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.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 </a:t>
            </a: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Unlike GROUP BY, window functions </a:t>
            </a:r>
            <a:r>
              <a:rPr lang="en-US" sz="18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preserve row-level data</a:t>
            </a:r>
            <a:endParaRPr lang="en-US" sz="18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EB7-BF9F-94FC-2307-398AD8E7D2D3}"/>
              </a:ext>
            </a:extLst>
          </p:cNvPr>
          <p:cNvSpPr txBox="1"/>
          <p:nvPr/>
        </p:nvSpPr>
        <p:spPr>
          <a:xfrm>
            <a:off x="221551" y="3157097"/>
            <a:ext cx="4572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Common Window Functions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ROW_NUMBER()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RANK()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LAG()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LEAD()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6" name="Picture 5" descr="A close up of text&#10;&#10;AI-generated content may be incorrect.">
            <a:extLst>
              <a:ext uri="{FF2B5EF4-FFF2-40B4-BE49-F238E27FC236}">
                <a16:creationId xmlns:a16="http://schemas.microsoft.com/office/drawing/2014/main" id="{2BABDECE-AB93-D79A-5231-9E5B86EEF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270" y="3156090"/>
            <a:ext cx="2686050" cy="1371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CC3085-6D3D-57D9-9B34-BB6E81D1DC14}"/>
              </a:ext>
            </a:extLst>
          </p:cNvPr>
          <p:cNvSpPr txBox="1"/>
          <p:nvPr/>
        </p:nvSpPr>
        <p:spPr>
          <a:xfrm>
            <a:off x="4793551" y="4889220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PARTITION BY → groups rows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ORDER BY → defines row order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964458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5EE2EB-150F-9D89-7414-F1B44FF83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70F2B6-F46E-BCB6-C604-6BEA22D809A5}"/>
              </a:ext>
            </a:extLst>
          </p:cNvPr>
          <p:cNvSpPr txBox="1"/>
          <p:nvPr/>
        </p:nvSpPr>
        <p:spPr>
          <a:xfrm>
            <a:off x="218565" y="289748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ROW_NUMBER()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088EF3-09FA-C3D9-B6B5-C353217B2FA4}"/>
              </a:ext>
            </a:extLst>
          </p:cNvPr>
          <p:cNvSpPr txBox="1"/>
          <p:nvPr/>
        </p:nvSpPr>
        <p:spPr>
          <a:xfrm>
            <a:off x="221550" y="1762335"/>
            <a:ext cx="85599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Assigns a </a:t>
            </a:r>
            <a:r>
              <a:rPr lang="en-US" sz="2000" b="1">
                <a:solidFill>
                  <a:schemeClr val="tx1"/>
                </a:solidFill>
                <a:latin typeface="Arial"/>
                <a:ea typeface="SimSun"/>
                <a:cs typeface="Arial"/>
              </a:rPr>
              <a:t>unique sequential number</a:t>
            </a: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 to each row.</a:t>
            </a:r>
            <a:endParaRPr lang="en-US">
              <a:solidFill>
                <a:schemeClr val="tx1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2E16EF-BAB7-22D1-BC96-71DD24495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130" y="2478934"/>
            <a:ext cx="3657600" cy="1638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302EC9-0535-AB29-EFB5-9C538A4E7D8F}"/>
              </a:ext>
            </a:extLst>
          </p:cNvPr>
          <p:cNvSpPr txBox="1"/>
          <p:nvPr/>
        </p:nvSpPr>
        <p:spPr>
          <a:xfrm>
            <a:off x="443101" y="4526682"/>
            <a:ext cx="53675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Useful for pagination and deduplication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780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1B6672-174F-BDCF-5723-B09AA2BDF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F6A7ED-5856-D6F5-8817-BB15D7BF179F}"/>
              </a:ext>
            </a:extLst>
          </p:cNvPr>
          <p:cNvSpPr txBox="1"/>
          <p:nvPr/>
        </p:nvSpPr>
        <p:spPr>
          <a:xfrm>
            <a:off x="218565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RANK()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2DE225-51F1-4FE0-7ACC-C2461685DF92}"/>
              </a:ext>
            </a:extLst>
          </p:cNvPr>
          <p:cNvSpPr txBox="1"/>
          <p:nvPr/>
        </p:nvSpPr>
        <p:spPr>
          <a:xfrm>
            <a:off x="221550" y="1762335"/>
            <a:ext cx="85599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Assigns ranks with </a:t>
            </a:r>
            <a:r>
              <a:rPr lang="en-US" sz="2000" b="1">
                <a:solidFill>
                  <a:schemeClr val="tx1"/>
                </a:solidFill>
                <a:latin typeface="Arial"/>
                <a:ea typeface="SimSun"/>
                <a:cs typeface="Arial"/>
              </a:rPr>
              <a:t>gaps</a:t>
            </a: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 for duplicate values.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92CC7-8C0D-6246-4A1D-992E821208B1}"/>
              </a:ext>
            </a:extLst>
          </p:cNvPr>
          <p:cNvSpPr txBox="1"/>
          <p:nvPr/>
        </p:nvSpPr>
        <p:spPr>
          <a:xfrm>
            <a:off x="443101" y="4526682"/>
            <a:ext cx="668680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Tied values get same rank, next rank is skipped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4" name="Picture 3" descr="A computer code with text&#10;&#10;AI-generated content may be incorrect.">
            <a:extLst>
              <a:ext uri="{FF2B5EF4-FFF2-40B4-BE49-F238E27FC236}">
                <a16:creationId xmlns:a16="http://schemas.microsoft.com/office/drawing/2014/main" id="{23D2A88C-0E05-5659-6EF4-D832592FF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988" y="2681288"/>
            <a:ext cx="4010025" cy="14954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444312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D51D19-4F5E-D3B3-AA4B-581199E1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2DE149-4D29-0C3E-7C5F-882F812EB472}"/>
              </a:ext>
            </a:extLst>
          </p:cNvPr>
          <p:cNvSpPr txBox="1"/>
          <p:nvPr/>
        </p:nvSpPr>
        <p:spPr>
          <a:xfrm>
            <a:off x="218565" y="327020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LAG() &amp; LEAD()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2604AA-CB77-4BA4-231E-3FF135C04DED}"/>
              </a:ext>
            </a:extLst>
          </p:cNvPr>
          <p:cNvSpPr txBox="1"/>
          <p:nvPr/>
        </p:nvSpPr>
        <p:spPr>
          <a:xfrm>
            <a:off x="221550" y="1762335"/>
            <a:ext cx="855991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LAG() → Access previous row value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LEAD() → Access next row value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9F03B-DBEF-A243-BA8F-6FEF5A36E13D}"/>
              </a:ext>
            </a:extLst>
          </p:cNvPr>
          <p:cNvSpPr txBox="1"/>
          <p:nvPr/>
        </p:nvSpPr>
        <p:spPr>
          <a:xfrm>
            <a:off x="443101" y="4526682"/>
            <a:ext cx="668680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Used for trend analysis &amp; comparisons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5" name="Picture 4" descr="A close up of text&#10;&#10;AI-generated content may be incorrect.">
            <a:extLst>
              <a:ext uri="{FF2B5EF4-FFF2-40B4-BE49-F238E27FC236}">
                <a16:creationId xmlns:a16="http://schemas.microsoft.com/office/drawing/2014/main" id="{EB80AD36-6EA6-ED7A-8A7A-380CEA218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963513"/>
            <a:ext cx="6781800" cy="1152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8886381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404555-5470-FCD3-C80C-E3555AE8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7CBDD-DE2B-E037-22D7-C41AE49666E1}"/>
              </a:ext>
            </a:extLst>
          </p:cNvPr>
          <p:cNvSpPr txBox="1"/>
          <p:nvPr/>
        </p:nvSpPr>
        <p:spPr>
          <a:xfrm>
            <a:off x="222501" y="231788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Partitioning &amp; Large Tables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C5139C-2411-5953-A873-1437DB36826B}"/>
              </a:ext>
            </a:extLst>
          </p:cNvPr>
          <p:cNvSpPr txBox="1"/>
          <p:nvPr/>
        </p:nvSpPr>
        <p:spPr>
          <a:xfrm>
            <a:off x="293957" y="1358923"/>
            <a:ext cx="8559911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>
                <a:solidFill>
                  <a:srgbClr val="273239"/>
                </a:solidFill>
                <a:latin typeface="Calibri"/>
                <a:ea typeface="SimSun"/>
                <a:cs typeface="Arial"/>
              </a:rPr>
              <a:t>Why Partitioning?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000">
                <a:solidFill>
                  <a:srgbClr val="273239"/>
                </a:solidFill>
                <a:latin typeface="Calibri"/>
                <a:ea typeface="SimSun"/>
                <a:cs typeface="Arial"/>
              </a:rPr>
              <a:t>When a table becomes very large (millions/billions of rows), queries, inserts, updates, and deletes can become slow.</a:t>
            </a:r>
            <a:br>
              <a:rPr lang="en-IN" sz="2000">
                <a:latin typeface="Calibri"/>
                <a:cs typeface="Arial"/>
              </a:rPr>
            </a:br>
            <a:r>
              <a:rPr lang="en-IN" sz="2000">
                <a:solidFill>
                  <a:srgbClr val="273239"/>
                </a:solidFill>
                <a:latin typeface="Calibri"/>
                <a:ea typeface="SimSun"/>
                <a:cs typeface="Arial"/>
              </a:rPr>
              <a:t>Partitioning </a:t>
            </a:r>
            <a:r>
              <a:rPr lang="en-IN" sz="2000" b="1">
                <a:solidFill>
                  <a:srgbClr val="273239"/>
                </a:solidFill>
                <a:latin typeface="Calibri"/>
                <a:ea typeface="SimSun"/>
                <a:cs typeface="Arial"/>
              </a:rPr>
              <a:t>splits a large table into smaller, more manageable pieces (partitions)</a:t>
            </a:r>
            <a:r>
              <a:rPr lang="en-IN" sz="2000">
                <a:solidFill>
                  <a:srgbClr val="273239"/>
                </a:solidFill>
                <a:latin typeface="Calibri"/>
                <a:ea typeface="SimSun"/>
                <a:cs typeface="Arial"/>
              </a:rPr>
              <a:t>, while logically behaving as a single table.</a:t>
            </a:r>
            <a:endParaRPr lang="en-IN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sz="2000">
              <a:solidFill>
                <a:srgbClr val="273239"/>
              </a:solidFill>
              <a:latin typeface="Calibri"/>
              <a:ea typeface="SimSun"/>
              <a:cs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000" b="1">
                <a:solidFill>
                  <a:srgbClr val="273239"/>
                </a:solidFill>
                <a:latin typeface="Calibri"/>
                <a:ea typeface="SimSun"/>
                <a:cs typeface="Arial"/>
              </a:rPr>
              <a:t>Benefits:</a:t>
            </a:r>
            <a:endParaRPr lang="en-IN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IN" sz="2000">
                <a:solidFill>
                  <a:srgbClr val="273239"/>
                </a:solidFill>
                <a:latin typeface="Calibri"/>
                <a:ea typeface="SimSun"/>
                <a:cs typeface="Arial"/>
              </a:rPr>
              <a:t>Faster queries (by scanning only relevant partitions).</a:t>
            </a:r>
            <a:endParaRPr lang="en-IN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IN" sz="2000">
                <a:solidFill>
                  <a:srgbClr val="273239"/>
                </a:solidFill>
                <a:latin typeface="Calibri"/>
                <a:ea typeface="SimSun"/>
                <a:cs typeface="Arial"/>
              </a:rPr>
              <a:t>Better maintenance (VACUUM, ANALYZE, REINDEX only on smaller partitions).</a:t>
            </a:r>
            <a:endParaRPr lang="en-IN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IN" sz="2000">
                <a:solidFill>
                  <a:srgbClr val="273239"/>
                </a:solidFill>
                <a:latin typeface="Calibri"/>
                <a:ea typeface="SimSun"/>
                <a:cs typeface="Arial"/>
              </a:rPr>
              <a:t>Easier data lifecycle management (drop/archive old partitions).</a:t>
            </a:r>
            <a:endParaRPr lang="en-IN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IN" sz="2000">
                <a:solidFill>
                  <a:srgbClr val="273239"/>
                </a:solidFill>
                <a:latin typeface="Calibri"/>
                <a:ea typeface="SimSun"/>
                <a:cs typeface="Arial"/>
              </a:rPr>
              <a:t>Parallel query execution.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000" b="1">
                <a:solidFill>
                  <a:srgbClr val="273239"/>
                </a:solidFill>
                <a:latin typeface="Calibri"/>
                <a:ea typeface="SimSun"/>
                <a:cs typeface="Arial"/>
              </a:rPr>
              <a:t>Partitioning Types: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IN" sz="2000">
                <a:solidFill>
                  <a:srgbClr val="273239"/>
                </a:solidFill>
                <a:latin typeface="Calibri"/>
                <a:ea typeface="SimSun"/>
                <a:cs typeface="Arial"/>
              </a:rPr>
              <a:t>Range Partitioning</a:t>
            </a:r>
            <a:endParaRPr lang="en-IN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IN" sz="2000">
                <a:solidFill>
                  <a:srgbClr val="273239"/>
                </a:solidFill>
                <a:latin typeface="Calibri"/>
                <a:ea typeface="SimSun"/>
                <a:cs typeface="Arial"/>
              </a:rPr>
              <a:t>List Partitioning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IN" sz="2000">
                <a:solidFill>
                  <a:srgbClr val="273239"/>
                </a:solidFill>
                <a:latin typeface="Calibri"/>
                <a:ea typeface="SimSun"/>
                <a:cs typeface="Arial"/>
              </a:rPr>
              <a:t>Hash Partitioning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IN" sz="2000">
                <a:solidFill>
                  <a:srgbClr val="273239"/>
                </a:solidFill>
                <a:latin typeface="Calibri"/>
                <a:ea typeface="SimSun"/>
                <a:cs typeface="Arial"/>
              </a:rPr>
              <a:t>Composite Partitioning (Sub-Partitioning)</a:t>
            </a:r>
            <a:endParaRPr lang="en-US" sz="2000">
              <a:latin typeface="Calibri"/>
              <a:ea typeface="SimSu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215273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BE6BAD-D002-9F72-FA9A-5D438A60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192FC2-961E-FB1E-22D6-447E89886C5A}"/>
              </a:ext>
            </a:extLst>
          </p:cNvPr>
          <p:cNvSpPr txBox="1"/>
          <p:nvPr/>
        </p:nvSpPr>
        <p:spPr>
          <a:xfrm>
            <a:off x="222501" y="262820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Partitioning Types: Range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C3CB5-8D04-6FB6-9036-2C7413B216F6}"/>
              </a:ext>
            </a:extLst>
          </p:cNvPr>
          <p:cNvSpPr txBox="1"/>
          <p:nvPr/>
        </p:nvSpPr>
        <p:spPr>
          <a:xfrm>
            <a:off x="227566" y="1515380"/>
            <a:ext cx="8368206" cy="887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575"/>
              </a:lnSpc>
            </a:pPr>
            <a:r>
              <a:rPr lang="en-IN" sz="2000" baseline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Combination of partitioning methods (e.g., range + list).</a:t>
            </a:r>
            <a:r>
              <a:rPr lang="en-US" sz="200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rtl="0">
              <a:lnSpc>
                <a:spcPts val="2325"/>
              </a:lnSpc>
            </a:pPr>
            <a:r>
              <a:rPr lang="en-IN" sz="2000" baseline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When you create a </a:t>
            </a:r>
            <a:r>
              <a:rPr lang="en-IN" sz="2000" b="1" baseline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PRIMARY KEY or UNIQUE constraint</a:t>
            </a:r>
            <a:r>
              <a:rPr lang="en-IN" sz="2000" baseline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 on a </a:t>
            </a:r>
            <a:r>
              <a:rPr lang="en-IN" sz="2000" b="1" baseline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partitioned table</a:t>
            </a:r>
            <a:r>
              <a:rPr lang="en-IN" sz="2000" baseline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, </a:t>
            </a:r>
            <a:r>
              <a:rPr lang="en-IN" sz="2000" b="1" baseline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all partitioning columns must be included in the key</a:t>
            </a:r>
            <a:r>
              <a:rPr lang="en-IN" sz="2000" baseline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.</a:t>
            </a:r>
            <a:r>
              <a:rPr lang="en-US" sz="200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​</a:t>
            </a: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8DD1FB9-1306-D313-B4CE-ED6DE4210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63" y="2745226"/>
            <a:ext cx="5116519" cy="2877756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25517C-3151-6407-9529-232EDB7DC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915" y="2403296"/>
            <a:ext cx="1876425" cy="32099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7096010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B96FBED-C2A7-1EA7-BE0F-C077270D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8E41C1-C1DF-1AA9-7ED0-76AB6BA7DB3C}"/>
              </a:ext>
            </a:extLst>
          </p:cNvPr>
          <p:cNvSpPr txBox="1"/>
          <p:nvPr/>
        </p:nvSpPr>
        <p:spPr>
          <a:xfrm>
            <a:off x="222501" y="262820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Partitioning Types: List</a:t>
            </a:r>
            <a:endParaRPr lang="en-IN" sz="400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916D1-F465-BD79-A78B-B32C160AF1E6}"/>
              </a:ext>
            </a:extLst>
          </p:cNvPr>
          <p:cNvSpPr txBox="1"/>
          <p:nvPr/>
        </p:nvSpPr>
        <p:spPr>
          <a:xfrm>
            <a:off x="227566" y="1515380"/>
            <a:ext cx="836820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 List Partitioning, rows are distributed into partitions based on discrete values 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of 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column 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or expression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).</a:t>
            </a:r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Example: country = 'US', country = 'IN'</a:t>
            </a: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Great for categorical data like country, department, product type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status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5693F26-4175-2E57-72FC-6351A061E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76" y="2839593"/>
            <a:ext cx="3168118" cy="3206218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E95EC1-F938-E7C1-AD1A-576642C3D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746" y="2839377"/>
            <a:ext cx="2085975" cy="32480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261423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93CB8E-1C8D-3757-FC39-78B161E87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6C0F8-782F-EC12-A4AA-118DD1869F8C}"/>
              </a:ext>
            </a:extLst>
          </p:cNvPr>
          <p:cNvSpPr txBox="1"/>
          <p:nvPr/>
        </p:nvSpPr>
        <p:spPr>
          <a:xfrm>
            <a:off x="222501" y="262820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Partitioning Types: Hash</a:t>
            </a:r>
            <a:endParaRPr lang="en-IN" sz="400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C520F-C8D3-C29D-2945-A5271F96C0FB}"/>
              </a:ext>
            </a:extLst>
          </p:cNvPr>
          <p:cNvSpPr txBox="1"/>
          <p:nvPr/>
        </p:nvSpPr>
        <p:spPr>
          <a:xfrm>
            <a:off x="227566" y="1515380"/>
            <a:ext cx="8719898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Rows are distributed to partitions based on the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hash value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of 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a column.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Ensures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even distribution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of data 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(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good for parallel queries, load balancing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).</a:t>
            </a:r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Unlike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range/list partitioning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, you don’t control </a:t>
            </a:r>
            <a:r>
              <a:rPr lang="en-US" sz="2000" i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which specific values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go to which partition.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Useful when no natural ranges exist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, 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but you want to avoid a single “hot” partition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.</a:t>
            </a:r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2620A54-32FB-7A63-1B47-3302EB920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42" y="3148422"/>
            <a:ext cx="2743200" cy="2857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F45A1D-BCA2-69A2-1818-A5BA04A85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001" y="3147388"/>
            <a:ext cx="1876425" cy="3314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 descr="A table with numbers and a pen&#10;&#10;AI-generated content may be incorrect.">
            <a:extLst>
              <a:ext uri="{FF2B5EF4-FFF2-40B4-BE49-F238E27FC236}">
                <a16:creationId xmlns:a16="http://schemas.microsoft.com/office/drawing/2014/main" id="{E066BA0F-F678-D507-DD1B-17793DCE7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0738" y="3761418"/>
            <a:ext cx="3856383" cy="14295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77044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36B875-F109-B0B8-EEAD-D2BBD52C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22B4FC-A7EC-4EA3-BDFA-5192136C4EEC}"/>
              </a:ext>
            </a:extLst>
          </p:cNvPr>
          <p:cNvSpPr txBox="1"/>
          <p:nvPr/>
        </p:nvSpPr>
        <p:spPr>
          <a:xfrm>
            <a:off x="222501" y="262820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Partitioning Types: Composite</a:t>
            </a:r>
            <a:endParaRPr lang="en-IN" sz="400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7C082-E631-69C5-1411-ADA9DD8337BD}"/>
              </a:ext>
            </a:extLst>
          </p:cNvPr>
          <p:cNvSpPr txBox="1"/>
          <p:nvPr/>
        </p:nvSpPr>
        <p:spPr>
          <a:xfrm>
            <a:off x="227566" y="1515380"/>
            <a:ext cx="7788105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A table is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partitioned on more than one level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First partition by one method 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(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e.g.,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Range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), and inside each partition, further sub-partition (e.g.,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List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or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Hash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).</a:t>
            </a:r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Great for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multi-dimensional data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→ e.g., time-series (by date) + region (by list).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Where Composite Partitioning Helps?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Multi-dimensional partitioning → e.g., time + geography.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Faster queries → PostgreSQL prunes both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date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and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region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partitions</a:t>
            </a:r>
            <a:r>
              <a:rPr lang="en-US" sz="2000" baseline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.</a:t>
            </a:r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Easier data management (drop partitions per year or per region).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BB89A5-1DF6-5A35-ABA5-98F939534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57" y="4683815"/>
            <a:ext cx="6248400" cy="1714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0C98BE-0E12-EF77-AE8E-E906F311D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278" y="2981739"/>
            <a:ext cx="1304097" cy="28699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3473316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C84646-CF38-1B66-0833-CB1D205B5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AC7D66-BEA9-D288-058F-6D68B3097BE2}"/>
              </a:ext>
            </a:extLst>
          </p:cNvPr>
          <p:cNvSpPr txBox="1"/>
          <p:nvPr/>
        </p:nvSpPr>
        <p:spPr>
          <a:xfrm>
            <a:off x="206142" y="376715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Best Practices &amp; Key Takeaways</a:t>
            </a:r>
            <a:endParaRPr lang="en-US" sz="4000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17CCAA-38C9-2932-6A49-05F1BF27FF08}"/>
              </a:ext>
            </a:extLst>
          </p:cNvPr>
          <p:cNvSpPr txBox="1"/>
          <p:nvPr/>
        </p:nvSpPr>
        <p:spPr>
          <a:xfrm>
            <a:off x="322118" y="1626177"/>
            <a:ext cx="618327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Best Practices :</a:t>
            </a: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Always partition on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query filter column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Prefer 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RANGE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for dates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Keep partition sizes balanced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Avoid too many partitions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7C3EF-6A86-9C61-C6D7-DCD80CF186D7}"/>
              </a:ext>
            </a:extLst>
          </p:cNvPr>
          <p:cNvSpPr txBox="1"/>
          <p:nvPr/>
        </p:nvSpPr>
        <p:spPr>
          <a:xfrm>
            <a:off x="322256" y="3700904"/>
            <a:ext cx="634440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Key Takeaways :</a:t>
            </a: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Partitioning is essential for large tables</a:t>
            </a: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Improves query speed &amp; maintenance</a:t>
            </a: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Best suited for time-series data</a:t>
            </a: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Works seamlessly with your existing schema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863688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774F83A-3177-74D2-6345-0B3FA2293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BC048-E722-7393-9C65-F644D74A2131}"/>
              </a:ext>
            </a:extLst>
          </p:cNvPr>
          <p:cNvSpPr txBox="1"/>
          <p:nvPr/>
        </p:nvSpPr>
        <p:spPr>
          <a:xfrm>
            <a:off x="317956" y="252476"/>
            <a:ext cx="882412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Custom Types</a:t>
            </a:r>
            <a:endParaRPr lang="en-US" sz="4000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87A95-54E9-FAE2-96BD-DB86556E9750}"/>
              </a:ext>
            </a:extLst>
          </p:cNvPr>
          <p:cNvSpPr txBox="1"/>
          <p:nvPr/>
        </p:nvSpPr>
        <p:spPr>
          <a:xfrm>
            <a:off x="322118" y="1626177"/>
            <a:ext cx="8348431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Custom types allow you to define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your own data types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in PostgreSQL.</a:t>
            </a: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Why Use Custom Types?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Enforce consistent data values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Improve data readability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Reduce data errors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Centralize business rules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- Commonly used for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statuses, categories, structured data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870050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AA4A48-D792-37DD-F261-43ABA93F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DDF26E-0E5E-48C4-AF86-666A12324892}"/>
              </a:ext>
            </a:extLst>
          </p:cNvPr>
          <p:cNvSpPr txBox="1"/>
          <p:nvPr/>
        </p:nvSpPr>
        <p:spPr>
          <a:xfrm>
            <a:off x="317957" y="227628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ENUM Type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F0008-E0F9-07C1-9C90-B85A12D78AEE}"/>
              </a:ext>
            </a:extLst>
          </p:cNvPr>
          <p:cNvSpPr txBox="1"/>
          <p:nvPr/>
        </p:nvSpPr>
        <p:spPr>
          <a:xfrm>
            <a:off x="322118" y="1626177"/>
            <a:ext cx="834843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ENUM restricts a column to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predefined values only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.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98FC50C-C57B-942B-0801-21FAA0FAD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729" y="2411210"/>
            <a:ext cx="4724400" cy="243840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4070111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38B960-AFAA-4517-4D83-6222BDB5B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72E240-6BC4-2D17-4982-8C6CD0EF39A2}"/>
              </a:ext>
            </a:extLst>
          </p:cNvPr>
          <p:cNvSpPr txBox="1"/>
          <p:nvPr/>
        </p:nvSpPr>
        <p:spPr>
          <a:xfrm>
            <a:off x="317957" y="31459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Domain Type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C508A-970E-81F4-B465-9B9DD2462A02}"/>
              </a:ext>
            </a:extLst>
          </p:cNvPr>
          <p:cNvSpPr txBox="1"/>
          <p:nvPr/>
        </p:nvSpPr>
        <p:spPr>
          <a:xfrm>
            <a:off x="322118" y="1626177"/>
            <a:ext cx="834843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A DOMAIN is a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custom data type with constraints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.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BAE6850-362A-76C7-1A60-940C7C5AE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775" y="2486025"/>
            <a:ext cx="4362450" cy="188595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04FAF3-123D-5B02-DB5D-DFA3C28910FB}"/>
              </a:ext>
            </a:extLst>
          </p:cNvPr>
          <p:cNvSpPr txBox="1"/>
          <p:nvPr/>
        </p:nvSpPr>
        <p:spPr>
          <a:xfrm>
            <a:off x="322256" y="4969784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Reusable validation logic</a:t>
            </a:r>
            <a:endParaRPr lang="en-US">
              <a:solidFill>
                <a:schemeClr val="tx1"/>
              </a:solidFill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758791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1C9DC47-E729-F4AE-07F7-4F38FD44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4DEF29-E362-9127-7078-297FAF28B991}"/>
              </a:ext>
            </a:extLst>
          </p:cNvPr>
          <p:cNvSpPr txBox="1"/>
          <p:nvPr/>
        </p:nvSpPr>
        <p:spPr>
          <a:xfrm>
            <a:off x="317957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Composite Type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F23F3-862E-6F3E-06EC-8613F51BA392}"/>
              </a:ext>
            </a:extLst>
          </p:cNvPr>
          <p:cNvSpPr txBox="1"/>
          <p:nvPr/>
        </p:nvSpPr>
        <p:spPr>
          <a:xfrm>
            <a:off x="322118" y="1626177"/>
            <a:ext cx="834843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A composite type groups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multiple fields into one type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.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CAF5D-6EC0-0423-4BEB-E53EEE7D0BAA}"/>
              </a:ext>
            </a:extLst>
          </p:cNvPr>
          <p:cNvSpPr txBox="1"/>
          <p:nvPr/>
        </p:nvSpPr>
        <p:spPr>
          <a:xfrm>
            <a:off x="322256" y="4969784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Useful for structured data.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56B5B0B-93BD-EAAC-35CD-C61002BD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797" y="1979270"/>
            <a:ext cx="3280335" cy="2073681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12A943-0AD1-174B-D152-29F8D09D0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362" y="4584064"/>
            <a:ext cx="4991100" cy="1476375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1708518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977520-5E24-6A79-AD37-5DF89ECB1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6E2E97-9094-72B8-9387-81030334BFCF}"/>
              </a:ext>
            </a:extLst>
          </p:cNvPr>
          <p:cNvSpPr txBox="1"/>
          <p:nvPr/>
        </p:nvSpPr>
        <p:spPr>
          <a:xfrm>
            <a:off x="317957" y="264900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Composite Type in Function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29804-D066-2CD0-12F7-39CBD85B4BC7}"/>
              </a:ext>
            </a:extLst>
          </p:cNvPr>
          <p:cNvSpPr txBox="1"/>
          <p:nvPr/>
        </p:nvSpPr>
        <p:spPr>
          <a:xfrm>
            <a:off x="322118" y="1626177"/>
            <a:ext cx="834843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A composite type groups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multiple fields into one type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.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9462B-653B-D0EE-2408-B7040CD2D563}"/>
              </a:ext>
            </a:extLst>
          </p:cNvPr>
          <p:cNvSpPr txBox="1"/>
          <p:nvPr/>
        </p:nvSpPr>
        <p:spPr>
          <a:xfrm>
            <a:off x="322256" y="5191335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Improves function return clarity</a:t>
            </a:r>
          </a:p>
          <a:p>
            <a:pPr marL="342900" indent="-342900">
              <a:buFont typeface="Calibri" panose="02020603050405020304" pitchFamily="18" charset="0"/>
              <a:buChar char="-"/>
            </a:pP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3DC9A5B-F1E0-8F31-1789-B56DFC72F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713" y="2101500"/>
            <a:ext cx="4600575" cy="287655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8601975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ED2E1A-DC51-BEE5-100E-A8FBFFB0C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9D0493-7DF5-4AB4-93E9-9CAA6C9E514D}"/>
              </a:ext>
            </a:extLst>
          </p:cNvPr>
          <p:cNvSpPr txBox="1"/>
          <p:nvPr/>
        </p:nvSpPr>
        <p:spPr>
          <a:xfrm>
            <a:off x="317957" y="289748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When to use &amp; Key Takeaways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73CFB2-94BC-897E-A13A-E6824510A7B7}"/>
              </a:ext>
            </a:extLst>
          </p:cNvPr>
          <p:cNvSpPr txBox="1"/>
          <p:nvPr/>
        </p:nvSpPr>
        <p:spPr>
          <a:xfrm>
            <a:off x="322118" y="1626177"/>
            <a:ext cx="8348431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Best Use Cases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Status fields (ENUM)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Reusable validation (DOMAIN)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Structured columns (COMPOSITE)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85850" lvl="1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Function return types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19EFC-335D-417E-F345-80F2B147F8B9}"/>
              </a:ext>
            </a:extLst>
          </p:cNvPr>
          <p:cNvSpPr txBox="1"/>
          <p:nvPr/>
        </p:nvSpPr>
        <p:spPr>
          <a:xfrm>
            <a:off x="322255" y="3680762"/>
            <a:ext cx="5216511" cy="22366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Key Takeaways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Custom types improve data integrity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ENUM enforces fixed values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DOMAIN adds reusable constraints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COMPOSITE types group related fields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Makes schemas cleaner &amp; safer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750554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7E602B9-1500-9621-5B0E-5E73C2F8A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F285D1-6BC0-D4D2-E7D6-4C095B8DDA8A}"/>
              </a:ext>
            </a:extLst>
          </p:cNvPr>
          <p:cNvSpPr txBox="1"/>
          <p:nvPr/>
        </p:nvSpPr>
        <p:spPr>
          <a:xfrm>
            <a:off x="317957" y="289748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UPSERT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99E99-3DBB-18CA-796C-31A5F058CA8A}"/>
              </a:ext>
            </a:extLst>
          </p:cNvPr>
          <p:cNvSpPr txBox="1"/>
          <p:nvPr/>
        </p:nvSpPr>
        <p:spPr>
          <a:xfrm>
            <a:off x="322118" y="1626177"/>
            <a:ext cx="834843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UPSERT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allows you to </a:t>
            </a:r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insert a new row or update an existing row if a conflict occurs</a:t>
            </a:r>
          </a:p>
          <a:p>
            <a:endParaRPr lang="en-US" sz="2000" b="1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-  Introduced in PostgreSQL 9.5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-  Prevents duplicate key errors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Use Cases</a:t>
            </a:r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Avoid duplicate records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Maintain latest data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Idempotent inserts</a:t>
            </a: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964774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EB3229-6D73-D135-7905-DB0B4A9A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15FDC5-427D-54BD-47A7-5E7A84E7F5F5}"/>
              </a:ext>
            </a:extLst>
          </p:cNvPr>
          <p:cNvSpPr txBox="1"/>
          <p:nvPr/>
        </p:nvSpPr>
        <p:spPr>
          <a:xfrm>
            <a:off x="317957" y="289748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Why Use UPSERT?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96629-3C35-9C0A-455D-3A44833550D8}"/>
              </a:ext>
            </a:extLst>
          </p:cNvPr>
          <p:cNvSpPr txBox="1"/>
          <p:nvPr/>
        </p:nvSpPr>
        <p:spPr>
          <a:xfrm>
            <a:off x="322118" y="1626177"/>
            <a:ext cx="8348431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INSERT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fails on duplicate key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Requires separate 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SELECT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+ 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INSERT/UPDATE</a:t>
            </a: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Solution :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INSERT ... ON CONFLICT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-  Single atomic operation</a:t>
            </a:r>
            <a:b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</a:b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-  Safe for concurrent inserts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2" name="Picture 1" descr="A computer code with text&#10;&#10;AI-generated content may be incorrect.">
            <a:extLst>
              <a:ext uri="{FF2B5EF4-FFF2-40B4-BE49-F238E27FC236}">
                <a16:creationId xmlns:a16="http://schemas.microsoft.com/office/drawing/2014/main" id="{1A34C74C-47F9-0CAF-3563-62F1ED6DE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151" y="3978597"/>
            <a:ext cx="3476625" cy="125730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4104747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C96B79-9244-DE91-8086-3E131E463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A31F5A-EB6F-745E-3F61-C28B4E177573}"/>
              </a:ext>
            </a:extLst>
          </p:cNvPr>
          <p:cNvSpPr txBox="1"/>
          <p:nvPr/>
        </p:nvSpPr>
        <p:spPr>
          <a:xfrm>
            <a:off x="243413" y="252476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UPSERT Query</a:t>
            </a:r>
            <a:endParaRPr lang="en-US" sz="4000">
              <a:latin typeface="Calibri"/>
              <a:cs typeface="Calibri"/>
            </a:endParaRPr>
          </a:p>
        </p:txBody>
      </p:sp>
      <p:pic>
        <p:nvPicPr>
          <p:cNvPr id="5" name="Picture 4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509D9091-D857-5054-4316-A7C43D58E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47" y="1718886"/>
            <a:ext cx="3861318" cy="133564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EFFC63-27AC-BC2E-A274-BF73741C6EF5}"/>
              </a:ext>
            </a:extLst>
          </p:cNvPr>
          <p:cNvSpPr txBox="1"/>
          <p:nvPr/>
        </p:nvSpPr>
        <p:spPr>
          <a:xfrm>
            <a:off x="4400802" y="1878146"/>
            <a:ext cx="536756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Inserts new customer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Updates existing customer if email exists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7" name="Picture 6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9D758592-F9C6-F4D0-25E0-F5E2E0D8D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23" y="4089226"/>
            <a:ext cx="4067175" cy="1076325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693A90-7FCD-F775-6A14-D4ECF208C4CD}"/>
              </a:ext>
            </a:extLst>
          </p:cNvPr>
          <p:cNvSpPr txBox="1"/>
          <p:nvPr/>
        </p:nvSpPr>
        <p:spPr>
          <a:xfrm>
            <a:off x="4803621" y="4365555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No error, no update</a:t>
            </a:r>
            <a:endParaRPr lang="en-US">
              <a:solidFill>
                <a:schemeClr val="tx1"/>
              </a:solidFill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928103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6DC06F-F93B-604D-E3A8-4715721C4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32F352-2709-12D5-4D4E-BA26046B0679}"/>
              </a:ext>
            </a:extLst>
          </p:cNvPr>
          <p:cNvSpPr txBox="1"/>
          <p:nvPr/>
        </p:nvSpPr>
        <p:spPr>
          <a:xfrm>
            <a:off x="193718" y="240052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UPSERT with WHERE Condition</a:t>
            </a:r>
            <a:endParaRPr lang="en-US" sz="4000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7C219-B894-72C7-DBA6-23578F19B5AE}"/>
              </a:ext>
            </a:extLst>
          </p:cNvPr>
          <p:cNvSpPr txBox="1"/>
          <p:nvPr/>
        </p:nvSpPr>
        <p:spPr>
          <a:xfrm>
            <a:off x="191339" y="1717018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Updates only when data changes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2" name="Picture 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61086D9-4A8C-80A8-3C74-9D5D035E1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936" y="2425854"/>
            <a:ext cx="4191000" cy="154305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2596531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1F292D-5AAB-6EC4-2368-7CAC4529F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FB4AD7-791E-9B90-D394-330043F09D13}"/>
              </a:ext>
            </a:extLst>
          </p:cNvPr>
          <p:cNvSpPr txBox="1"/>
          <p:nvPr/>
        </p:nvSpPr>
        <p:spPr>
          <a:xfrm>
            <a:off x="280684" y="314596"/>
            <a:ext cx="886139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Conflict Target Options</a:t>
            </a:r>
            <a:endParaRPr lang="en-US" sz="40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136A11-2E71-8540-86AC-597F25936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97334"/>
              </p:ext>
            </p:extLst>
          </p:nvPr>
        </p:nvGraphicFramePr>
        <p:xfrm>
          <a:off x="459130" y="1462045"/>
          <a:ext cx="8225727" cy="32289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25577">
                  <a:extLst>
                    <a:ext uri="{9D8B030D-6E8A-4147-A177-3AD203B41FA5}">
                      <a16:colId xmlns:a16="http://schemas.microsoft.com/office/drawing/2014/main" val="389948263"/>
                    </a:ext>
                  </a:extLst>
                </a:gridCol>
                <a:gridCol w="6000150">
                  <a:extLst>
                    <a:ext uri="{9D8B030D-6E8A-4147-A177-3AD203B41FA5}">
                      <a16:colId xmlns:a16="http://schemas.microsoft.com/office/drawing/2014/main" val="208187998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 fontAlgn="base">
                        <a:lnSpc>
                          <a:spcPts val="3225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Calibri"/>
                        </a:rPr>
                        <a:t>Conflict Target</a:t>
                      </a:r>
                    </a:p>
                  </a:txBody>
                  <a:tcPr marL="154848" marR="154848" marT="77419" marB="1548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3225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Calibri"/>
                        </a:rPr>
                        <a:t>Example</a:t>
                      </a:r>
                    </a:p>
                  </a:txBody>
                  <a:tcPr marL="154848" marR="154848" marT="77419" marB="1548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51217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fontAlgn="base">
                        <a:lnSpc>
                          <a:spcPts val="3225"/>
                        </a:lnSpc>
                        <a:buNone/>
                      </a:pPr>
                      <a:r>
                        <a:rPr lang="en-US" sz="2000">
                          <a:effectLst/>
                          <a:latin typeface="Calibri"/>
                        </a:rPr>
                        <a:t>Column</a:t>
                      </a:r>
                    </a:p>
                  </a:txBody>
                  <a:tcPr marL="154848" marR="154848" marT="77419" marB="1548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3225"/>
                        </a:lnSpc>
                        <a:buNone/>
                      </a:pPr>
                      <a:r>
                        <a:rPr lang="en-US" sz="2000">
                          <a:effectLst/>
                          <a:latin typeface="Calibri"/>
                        </a:rPr>
                        <a:t>ON CONFLICT (email)</a:t>
                      </a:r>
                    </a:p>
                  </a:txBody>
                  <a:tcPr marL="154848" marR="154848" marT="77419" marB="1548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344774"/>
                  </a:ext>
                </a:extLst>
              </a:tr>
              <a:tr h="1114425">
                <a:tc>
                  <a:txBody>
                    <a:bodyPr/>
                    <a:lstStyle/>
                    <a:p>
                      <a:pPr fontAlgn="base">
                        <a:lnSpc>
                          <a:spcPts val="3225"/>
                        </a:lnSpc>
                        <a:buNone/>
                      </a:pPr>
                      <a:r>
                        <a:rPr lang="en-US" sz="2000">
                          <a:effectLst/>
                          <a:latin typeface="Calibri"/>
                        </a:rPr>
                        <a:t>Constraint</a:t>
                      </a:r>
                    </a:p>
                  </a:txBody>
                  <a:tcPr marL="154848" marR="154848" marT="77419" marB="1548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3225"/>
                        </a:lnSpc>
                        <a:buNone/>
                      </a:pPr>
                      <a:r>
                        <a:rPr lang="en-US" sz="2000">
                          <a:effectLst/>
                          <a:latin typeface="Calibri"/>
                        </a:rPr>
                        <a:t>ON CONFLICT ON CONSTRAINT </a:t>
                      </a:r>
                      <a:r>
                        <a:rPr lang="en-US" sz="2000" err="1">
                          <a:effectLst/>
                          <a:latin typeface="Calibri"/>
                        </a:rPr>
                        <a:t>users_email_key</a:t>
                      </a:r>
                      <a:endParaRPr lang="en-US" sz="2000">
                        <a:effectLst/>
                        <a:latin typeface="Calibri"/>
                      </a:endParaRPr>
                    </a:p>
                  </a:txBody>
                  <a:tcPr marL="154848" marR="154848" marT="77419" marB="1548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12457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fontAlgn="base">
                        <a:lnSpc>
                          <a:spcPts val="3225"/>
                        </a:lnSpc>
                        <a:buNone/>
                      </a:pPr>
                      <a:r>
                        <a:rPr lang="en-US" sz="2000">
                          <a:effectLst/>
                          <a:latin typeface="Calibri"/>
                        </a:rPr>
                        <a:t>Composite Key</a:t>
                      </a:r>
                    </a:p>
                  </a:txBody>
                  <a:tcPr marL="154848" marR="154848" marT="77419" marB="1548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3225"/>
                        </a:lnSpc>
                        <a:buNone/>
                      </a:pPr>
                      <a:r>
                        <a:rPr lang="en-US" sz="2000">
                          <a:effectLst/>
                          <a:latin typeface="Calibri"/>
                        </a:rPr>
                        <a:t>ON CONFLICT (col1, col2)</a:t>
                      </a:r>
                    </a:p>
                  </a:txBody>
                  <a:tcPr marL="154848" marR="154848" marT="77419" marB="1548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9155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CE8292F-BA5C-48B5-CCA8-19BC129206E4}"/>
              </a:ext>
            </a:extLst>
          </p:cNvPr>
          <p:cNvSpPr txBox="1"/>
          <p:nvPr/>
        </p:nvSpPr>
        <p:spPr>
          <a:xfrm>
            <a:off x="543806" y="5171194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 panose="02020603050405020304" pitchFamily="18" charset="0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Requires a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UNIQUE or PRIMARY KEY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409834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E771E6-E3FF-3ED5-0BF4-B82A61269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1A53F3-8028-A77B-EFAC-427886BBDAD8}"/>
              </a:ext>
            </a:extLst>
          </p:cNvPr>
          <p:cNvSpPr txBox="1"/>
          <p:nvPr/>
        </p:nvSpPr>
        <p:spPr>
          <a:xfrm>
            <a:off x="342805" y="240052"/>
            <a:ext cx="91347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Calibri"/>
                <a:ea typeface="Calibri"/>
                <a:cs typeface="Arial"/>
              </a:rPr>
              <a:t>UPSERT Key Takeaways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98244-1F25-B14B-B27B-0378689E0256}"/>
              </a:ext>
            </a:extLst>
          </p:cNvPr>
          <p:cNvSpPr txBox="1"/>
          <p:nvPr/>
        </p:nvSpPr>
        <p:spPr>
          <a:xfrm>
            <a:off x="342397" y="1717018"/>
            <a:ext cx="4572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UPSERT = Insert or Update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Uses 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ON CONFLICT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EXCLUDED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represents incoming data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Requires UNIQUE / PRIMARY KEY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Safe &amp; efficient for concurrent writes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25781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828800" y="2819400"/>
            <a:ext cx="52578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" name="WordArt 2"/>
          <p:cNvSpPr>
            <a:spLocks noChangeArrowheads="1" noChangeShapeType="1" noTextEdit="1"/>
          </p:cNvSpPr>
          <p:nvPr/>
        </p:nvSpPr>
        <p:spPr bwMode="auto">
          <a:xfrm>
            <a:off x="2700338" y="3060700"/>
            <a:ext cx="4138612" cy="21510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>
                <a:gd name="adj1" fmla="val 6481"/>
                <a:gd name="adj2" fmla="val 0"/>
              </a:avLst>
            </a:prstTxWarp>
          </a:bodyPr>
          <a:lstStyle/>
          <a:p>
            <a:pPr algn="ctr"/>
            <a:r>
              <a:rPr lang="en-US" kern="10" spc="-72">
                <a:solidFill>
                  <a:srgbClr val="1E4649"/>
                </a:solidFill>
                <a:latin typeface="Thorndale"/>
              </a:rPr>
              <a:t> 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479925" y="2967038"/>
            <a:ext cx="1841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1" name="Rectangle 10"/>
          <p:cNvSpPr/>
          <p:nvPr/>
        </p:nvSpPr>
        <p:spPr>
          <a:xfrm>
            <a:off x="76200" y="2498003"/>
            <a:ext cx="8991600" cy="646331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algn="ctr">
              <a:buFont typeface="Times New Roman" pitchFamily="16" charset="0"/>
              <a:buNone/>
              <a:defRPr/>
            </a:pPr>
            <a:r>
              <a:rPr lang="en-US" altLang="en-US" sz="36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Calibri"/>
                <a:ea typeface="SimSun"/>
                <a:cs typeface="Calibri"/>
              </a:rPr>
              <a:t>THANK YOU</a:t>
            </a:r>
            <a:endParaRPr lang="en-US" sz="3600" b="1">
              <a:ln w="12700">
                <a:solidFill>
                  <a:srgbClr val="000000">
                    <a:satMod val="155000"/>
                  </a:srgbClr>
                </a:solidFill>
                <a:prstDash val="solid"/>
              </a:ln>
              <a:solidFill>
                <a:srgbClr val="00206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Calibri"/>
              <a:ea typeface="SimSun"/>
              <a:cs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200" y="3810899"/>
            <a:ext cx="8991600" cy="646331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algn="ctr">
              <a:buFont typeface="Times New Roman" pitchFamily="16" charset="0"/>
              <a:buNone/>
              <a:defRPr/>
            </a:pPr>
            <a:r>
              <a:rPr lang="en-US" altLang="en-US" sz="36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Calibri"/>
                <a:ea typeface="SimSun"/>
                <a:cs typeface="Calibri"/>
              </a:rPr>
              <a:t>ANY QUESTIONS ?</a:t>
            </a:r>
            <a:endParaRPr lang="en-US" sz="3600" b="1">
              <a:ln w="12700">
                <a:solidFill>
                  <a:srgbClr val="000000">
                    <a:satMod val="155000"/>
                  </a:srgbClr>
                </a:solidFill>
                <a:prstDash val="solid"/>
              </a:ln>
              <a:solidFill>
                <a:srgbClr val="00206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Calibri"/>
              <a:ea typeface="SimSu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86526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SimSun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SimSun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77</Slides>
  <Notes>77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77</vt:i4>
      </vt:variant>
    </vt:vector>
  </HeadingPairs>
  <TitlesOfParts>
    <vt:vector size="79" baseType="lpstr">
      <vt:lpstr>1_Default Design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revision>75</cp:revision>
  <cp:lastPrinted>1601-01-01T00:00:00Z</cp:lastPrinted>
  <dcterms:created xsi:type="dcterms:W3CDTF">2005-05-22T08:55:10Z</dcterms:created>
  <dcterms:modified xsi:type="dcterms:W3CDTF">2026-01-13T07:40:49Z</dcterms:modified>
</cp:coreProperties>
</file>