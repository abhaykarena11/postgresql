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672" r:id="rId2"/>
  </p:sldMasterIdLst>
  <p:notesMasterIdLst>
    <p:notesMasterId r:id="rId66"/>
  </p:notesMasterIdLst>
  <p:sldIdLst>
    <p:sldId id="299" r:id="rId3"/>
    <p:sldId id="300" r:id="rId4"/>
    <p:sldId id="401" r:id="rId5"/>
    <p:sldId id="354" r:id="rId6"/>
    <p:sldId id="395" r:id="rId7"/>
    <p:sldId id="364" r:id="rId8"/>
    <p:sldId id="396" r:id="rId9"/>
    <p:sldId id="365" r:id="rId10"/>
    <p:sldId id="366" r:id="rId11"/>
    <p:sldId id="367" r:id="rId12"/>
    <p:sldId id="397" r:id="rId13"/>
    <p:sldId id="398" r:id="rId14"/>
    <p:sldId id="393" r:id="rId15"/>
    <p:sldId id="363" r:id="rId16"/>
    <p:sldId id="355" r:id="rId17"/>
    <p:sldId id="356" r:id="rId18"/>
    <p:sldId id="357" r:id="rId19"/>
    <p:sldId id="358" r:id="rId20"/>
    <p:sldId id="359" r:id="rId21"/>
    <p:sldId id="362" r:id="rId22"/>
    <p:sldId id="394" r:id="rId23"/>
    <p:sldId id="347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  <p:sldId id="424" r:id="rId35"/>
    <p:sldId id="426" r:id="rId36"/>
    <p:sldId id="427" r:id="rId37"/>
    <p:sldId id="428" r:id="rId38"/>
    <p:sldId id="429" r:id="rId39"/>
    <p:sldId id="399" r:id="rId40"/>
    <p:sldId id="410" r:id="rId41"/>
    <p:sldId id="411" r:id="rId42"/>
    <p:sldId id="412" r:id="rId43"/>
    <p:sldId id="413" r:id="rId44"/>
    <p:sldId id="414" r:id="rId45"/>
    <p:sldId id="415" r:id="rId46"/>
    <p:sldId id="416" r:id="rId47"/>
    <p:sldId id="417" r:id="rId48"/>
    <p:sldId id="420" r:id="rId49"/>
    <p:sldId id="423" r:id="rId50"/>
    <p:sldId id="425" r:id="rId51"/>
    <p:sldId id="409" r:id="rId52"/>
    <p:sldId id="400" r:id="rId53"/>
    <p:sldId id="402" r:id="rId54"/>
    <p:sldId id="403" r:id="rId55"/>
    <p:sldId id="404" r:id="rId56"/>
    <p:sldId id="405" r:id="rId57"/>
    <p:sldId id="406" r:id="rId58"/>
    <p:sldId id="407" r:id="rId59"/>
    <p:sldId id="408" r:id="rId60"/>
    <p:sldId id="418" r:id="rId61"/>
    <p:sldId id="419" r:id="rId62"/>
    <p:sldId id="421" r:id="rId63"/>
    <p:sldId id="422" r:id="rId64"/>
    <p:sldId id="317" r:id="rId65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64683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C4961-9358-6DF2-0A6D-FB9D26B40EF4}" v="25" dt="2026-01-05T12:49:14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 Modi" userId="S::parth.modi@tatvasoft.com::daa4fcb5-95ba-4aa8-bf2b-a898ea60fc48" providerId="AD" clId="Web-{CDB74EFE-F722-A85A-6C6B-4838D802BDED}"/>
    <pc:docChg chg="addSld modSld">
      <pc:chgData name="Parth Modi" userId="S::parth.modi@tatvasoft.com::daa4fcb5-95ba-4aa8-bf2b-a898ea60fc48" providerId="AD" clId="Web-{CDB74EFE-F722-A85A-6C6B-4838D802BDED}" dt="2026-01-01T10:33:23.826" v="762"/>
      <pc:docMkLst>
        <pc:docMk/>
      </pc:docMkLst>
      <pc:sldChg chg="modSp">
        <pc:chgData name="Parth Modi" userId="S::parth.modi@tatvasoft.com::daa4fcb5-95ba-4aa8-bf2b-a898ea60fc48" providerId="AD" clId="Web-{CDB74EFE-F722-A85A-6C6B-4838D802BDED}" dt="2026-01-01T07:27:43.705" v="75" actId="20577"/>
        <pc:sldMkLst>
          <pc:docMk/>
          <pc:sldMk cId="3610702949" sldId="299"/>
        </pc:sldMkLst>
        <pc:spChg chg="mod">
          <ac:chgData name="Parth Modi" userId="S::parth.modi@tatvasoft.com::daa4fcb5-95ba-4aa8-bf2b-a898ea60fc48" providerId="AD" clId="Web-{CDB74EFE-F722-A85A-6C6B-4838D802BDED}" dt="2026-01-01T07:27:43.705" v="75" actId="20577"/>
          <ac:spMkLst>
            <pc:docMk/>
            <pc:sldMk cId="3610702949" sldId="299"/>
            <ac:spMk id="2" creationId="{9818273A-033E-22FC-1600-18C371CDD49F}"/>
          </ac:spMkLst>
        </pc:spChg>
      </pc:sldChg>
      <pc:sldChg chg="modSp">
        <pc:chgData name="Parth Modi" userId="S::parth.modi@tatvasoft.com::daa4fcb5-95ba-4aa8-bf2b-a898ea60fc48" providerId="AD" clId="Web-{CDB74EFE-F722-A85A-6C6B-4838D802BDED}" dt="2026-01-01T10:04:08.560" v="630" actId="20577"/>
        <pc:sldMkLst>
          <pc:docMk/>
          <pc:sldMk cId="2182333227" sldId="300"/>
        </pc:sldMkLst>
        <pc:spChg chg="mod">
          <ac:chgData name="Parth Modi" userId="S::parth.modi@tatvasoft.com::daa4fcb5-95ba-4aa8-bf2b-a898ea60fc48" providerId="AD" clId="Web-{CDB74EFE-F722-A85A-6C6B-4838D802BDED}" dt="2026-01-01T10:04:08.560" v="630" actId="20577"/>
          <ac:spMkLst>
            <pc:docMk/>
            <pc:sldMk cId="2182333227" sldId="300"/>
            <ac:spMk id="2" creationId="{6BD8D2E6-41C6-CBA5-4F04-30EA59B309C8}"/>
          </ac:spMkLst>
        </pc:spChg>
        <pc:spChg chg="mod">
          <ac:chgData name="Parth Modi" userId="S::parth.modi@tatvasoft.com::daa4fcb5-95ba-4aa8-bf2b-a898ea60fc48" providerId="AD" clId="Web-{CDB74EFE-F722-A85A-6C6B-4838D802BDED}" dt="2026-01-01T07:24:16.250" v="6" actId="20577"/>
          <ac:spMkLst>
            <pc:docMk/>
            <pc:sldMk cId="2182333227" sldId="300"/>
            <ac:spMk id="3" creationId="{1D2E9C93-3002-C352-FC29-67E064F46CA5}"/>
          </ac:spMkLst>
        </pc:spChg>
      </pc:sldChg>
      <pc:sldChg chg="delSp modSp">
        <pc:chgData name="Parth Modi" userId="S::parth.modi@tatvasoft.com::daa4fcb5-95ba-4aa8-bf2b-a898ea60fc48" providerId="AD" clId="Web-{CDB74EFE-F722-A85A-6C6B-4838D802BDED}" dt="2026-01-01T10:01:05.604" v="573"/>
        <pc:sldMkLst>
          <pc:docMk/>
          <pc:sldMk cId="1767804512" sldId="356"/>
        </pc:sldMkLst>
        <pc:spChg chg="mod">
          <ac:chgData name="Parth Modi" userId="S::parth.modi@tatvasoft.com::daa4fcb5-95ba-4aa8-bf2b-a898ea60fc48" providerId="AD" clId="Web-{CDB74EFE-F722-A85A-6C6B-4838D802BDED}" dt="2026-01-01T07:36:22.412" v="164" actId="20577"/>
          <ac:spMkLst>
            <pc:docMk/>
            <pc:sldMk cId="1767804512" sldId="356"/>
            <ac:spMk id="4" creationId="{57B01EB1-27ED-51DB-A915-B3ECCD172FF5}"/>
          </ac:spMkLst>
        </pc:spChg>
        <pc:picChg chg="mod">
          <ac:chgData name="Parth Modi" userId="S::parth.modi@tatvasoft.com::daa4fcb5-95ba-4aa8-bf2b-a898ea60fc48" providerId="AD" clId="Web-{CDB74EFE-F722-A85A-6C6B-4838D802BDED}" dt="2026-01-01T10:01:05.604" v="573"/>
          <ac:picMkLst>
            <pc:docMk/>
            <pc:sldMk cId="1767804512" sldId="356"/>
            <ac:picMk id="2" creationId="{402CD2FC-D3DC-FAD8-332B-B64A237F0AA7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1:00.948" v="572"/>
        <pc:sldMkLst>
          <pc:docMk/>
          <pc:sldMk cId="1934583974" sldId="357"/>
        </pc:sldMkLst>
        <pc:picChg chg="mod">
          <ac:chgData name="Parth Modi" userId="S::parth.modi@tatvasoft.com::daa4fcb5-95ba-4aa8-bf2b-a898ea60fc48" providerId="AD" clId="Web-{CDB74EFE-F722-A85A-6C6B-4838D802BDED}" dt="2026-01-01T10:01:00.948" v="572"/>
          <ac:picMkLst>
            <pc:docMk/>
            <pc:sldMk cId="1934583974" sldId="357"/>
            <ac:picMk id="6" creationId="{2CAD2B8E-0BBC-1F35-EC33-FBD7EF713936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0:57.463" v="571"/>
        <pc:sldMkLst>
          <pc:docMk/>
          <pc:sldMk cId="779712943" sldId="359"/>
        </pc:sldMkLst>
        <pc:picChg chg="mod">
          <ac:chgData name="Parth Modi" userId="S::parth.modi@tatvasoft.com::daa4fcb5-95ba-4aa8-bf2b-a898ea60fc48" providerId="AD" clId="Web-{CDB74EFE-F722-A85A-6C6B-4838D802BDED}" dt="2026-01-01T10:00:57.463" v="571"/>
          <ac:picMkLst>
            <pc:docMk/>
            <pc:sldMk cId="779712943" sldId="359"/>
            <ac:picMk id="5" creationId="{3E1C7012-5443-B27F-6071-F7CE0042CA1D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0:53.338" v="570"/>
        <pc:sldMkLst>
          <pc:docMk/>
          <pc:sldMk cId="82266400" sldId="362"/>
        </pc:sldMkLst>
        <pc:picChg chg="mod">
          <ac:chgData name="Parth Modi" userId="S::parth.modi@tatvasoft.com::daa4fcb5-95ba-4aa8-bf2b-a898ea60fc48" providerId="AD" clId="Web-{CDB74EFE-F722-A85A-6C6B-4838D802BDED}" dt="2026-01-01T10:00:53.338" v="570"/>
          <ac:picMkLst>
            <pc:docMk/>
            <pc:sldMk cId="82266400" sldId="362"/>
            <ac:picMk id="2" creationId="{DA8D26E8-9EA8-9DAE-7FC1-0EEC1AF365ED}"/>
          </ac:picMkLst>
        </pc:picChg>
      </pc:sldChg>
      <pc:sldChg chg="delSp modSp">
        <pc:chgData name="Parth Modi" userId="S::parth.modi@tatvasoft.com::daa4fcb5-95ba-4aa8-bf2b-a898ea60fc48" providerId="AD" clId="Web-{CDB74EFE-F722-A85A-6C6B-4838D802BDED}" dt="2026-01-01T10:01:50.995" v="580"/>
        <pc:sldMkLst>
          <pc:docMk/>
          <pc:sldMk cId="893795697" sldId="364"/>
        </pc:sldMkLst>
        <pc:spChg chg="mod">
          <ac:chgData name="Parth Modi" userId="S::parth.modi@tatvasoft.com::daa4fcb5-95ba-4aa8-bf2b-a898ea60fc48" providerId="AD" clId="Web-{CDB74EFE-F722-A85A-6C6B-4838D802BDED}" dt="2026-01-01T07:33:14.311" v="124" actId="20577"/>
          <ac:spMkLst>
            <pc:docMk/>
            <pc:sldMk cId="893795697" sldId="364"/>
            <ac:spMk id="4" creationId="{C3443028-D58F-CB71-4A4C-C06E19586BEB}"/>
          </ac:spMkLst>
        </pc:spChg>
        <pc:picChg chg="mod">
          <ac:chgData name="Parth Modi" userId="S::parth.modi@tatvasoft.com::daa4fcb5-95ba-4aa8-bf2b-a898ea60fc48" providerId="AD" clId="Web-{CDB74EFE-F722-A85A-6C6B-4838D802BDED}" dt="2026-01-01T10:01:50.995" v="580"/>
          <ac:picMkLst>
            <pc:docMk/>
            <pc:sldMk cId="893795697" sldId="364"/>
            <ac:picMk id="5" creationId="{EC5F1BEA-F6DC-EE2E-63D6-95FC778B1890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1:31.433" v="578"/>
        <pc:sldMkLst>
          <pc:docMk/>
          <pc:sldMk cId="3346337561" sldId="365"/>
        </pc:sldMkLst>
        <pc:picChg chg="mod">
          <ac:chgData name="Parth Modi" userId="S::parth.modi@tatvasoft.com::daa4fcb5-95ba-4aa8-bf2b-a898ea60fc48" providerId="AD" clId="Web-{CDB74EFE-F722-A85A-6C6B-4838D802BDED}" dt="2026-01-01T10:01:31.433" v="578"/>
          <ac:picMkLst>
            <pc:docMk/>
            <pc:sldMk cId="3346337561" sldId="365"/>
            <ac:picMk id="2" creationId="{3662B3F3-0CE9-85D6-FBCB-E77E70F59D5B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1:26.854" v="577"/>
        <pc:sldMkLst>
          <pc:docMk/>
          <pc:sldMk cId="3768052557" sldId="366"/>
        </pc:sldMkLst>
        <pc:picChg chg="mod">
          <ac:chgData name="Parth Modi" userId="S::parth.modi@tatvasoft.com::daa4fcb5-95ba-4aa8-bf2b-a898ea60fc48" providerId="AD" clId="Web-{CDB74EFE-F722-A85A-6C6B-4838D802BDED}" dt="2026-01-01T10:01:26.854" v="577"/>
          <ac:picMkLst>
            <pc:docMk/>
            <pc:sldMk cId="3768052557" sldId="366"/>
            <ac:picMk id="5" creationId="{22CE014E-33A0-213A-0D7C-6B086F2897FD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1:23.417" v="576"/>
        <pc:sldMkLst>
          <pc:docMk/>
          <pc:sldMk cId="732360158" sldId="367"/>
        </pc:sldMkLst>
        <pc:picChg chg="mod">
          <ac:chgData name="Parth Modi" userId="S::parth.modi@tatvasoft.com::daa4fcb5-95ba-4aa8-bf2b-a898ea60fc48" providerId="AD" clId="Web-{CDB74EFE-F722-A85A-6C6B-4838D802BDED}" dt="2026-01-01T10:01:23.417" v="576"/>
          <ac:picMkLst>
            <pc:docMk/>
            <pc:sldMk cId="732360158" sldId="367"/>
            <ac:picMk id="2" creationId="{A056C22A-F2DB-41EB-11C5-C4C0BA6AFDB5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1:35.370" v="579"/>
        <pc:sldMkLst>
          <pc:docMk/>
          <pc:sldMk cId="1699820602" sldId="396"/>
        </pc:sldMkLst>
        <pc:picChg chg="mod">
          <ac:chgData name="Parth Modi" userId="S::parth.modi@tatvasoft.com::daa4fcb5-95ba-4aa8-bf2b-a898ea60fc48" providerId="AD" clId="Web-{CDB74EFE-F722-A85A-6C6B-4838D802BDED}" dt="2026-01-01T10:01:35.370" v="579"/>
          <ac:picMkLst>
            <pc:docMk/>
            <pc:sldMk cId="1699820602" sldId="396"/>
            <ac:picMk id="6" creationId="{20DA6494-0990-C5F7-0684-3A8E55A5C9A6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1:18.886" v="575"/>
        <pc:sldMkLst>
          <pc:docMk/>
          <pc:sldMk cId="2981771780" sldId="397"/>
        </pc:sldMkLst>
        <pc:picChg chg="mod">
          <ac:chgData name="Parth Modi" userId="S::parth.modi@tatvasoft.com::daa4fcb5-95ba-4aa8-bf2b-a898ea60fc48" providerId="AD" clId="Web-{CDB74EFE-F722-A85A-6C6B-4838D802BDED}" dt="2026-01-01T10:01:18.886" v="575"/>
          <ac:picMkLst>
            <pc:docMk/>
            <pc:sldMk cId="2981771780" sldId="397"/>
            <ac:picMk id="5" creationId="{30819D9B-C82E-C340-FED9-60122D7CD7FA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1:14.854" v="574"/>
        <pc:sldMkLst>
          <pc:docMk/>
          <pc:sldMk cId="3398734492" sldId="398"/>
        </pc:sldMkLst>
        <pc:picChg chg="mod">
          <ac:chgData name="Parth Modi" userId="S::parth.modi@tatvasoft.com::daa4fcb5-95ba-4aa8-bf2b-a898ea60fc48" providerId="AD" clId="Web-{CDB74EFE-F722-A85A-6C6B-4838D802BDED}" dt="2026-01-01T10:01:14.854" v="574"/>
          <ac:picMkLst>
            <pc:docMk/>
            <pc:sldMk cId="3398734492" sldId="398"/>
            <ac:picMk id="2" creationId="{66D768F6-4236-2598-8DEC-DFE0EAB48201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07:42:28.542" v="177" actId="1076"/>
        <pc:sldMkLst>
          <pc:docMk/>
          <pc:sldMk cId="3895262517" sldId="400"/>
        </pc:sldMkLst>
        <pc:spChg chg="mod">
          <ac:chgData name="Parth Modi" userId="S::parth.modi@tatvasoft.com::daa4fcb5-95ba-4aa8-bf2b-a898ea60fc48" providerId="AD" clId="Web-{CDB74EFE-F722-A85A-6C6B-4838D802BDED}" dt="2026-01-01T07:42:28.542" v="177" actId="1076"/>
          <ac:spMkLst>
            <pc:docMk/>
            <pc:sldMk cId="3895262517" sldId="400"/>
            <ac:spMk id="2" creationId="{69E5259D-F06A-1013-4823-4EB47FBA3E2B}"/>
          </ac:spMkLst>
        </pc:spChg>
        <pc:spChg chg="mod">
          <ac:chgData name="Parth Modi" userId="S::parth.modi@tatvasoft.com::daa4fcb5-95ba-4aa8-bf2b-a898ea60fc48" providerId="AD" clId="Web-{CDB74EFE-F722-A85A-6C6B-4838D802BDED}" dt="2026-01-01T07:42:19.385" v="176" actId="20577"/>
          <ac:spMkLst>
            <pc:docMk/>
            <pc:sldMk cId="3895262517" sldId="400"/>
            <ac:spMk id="4" creationId="{3ED9EA08-2BE8-74AD-E71B-D518FF6C7C67}"/>
          </ac:spMkLst>
        </pc:spChg>
      </pc:sldChg>
      <pc:sldChg chg="modSp add replId">
        <pc:chgData name="Parth Modi" userId="S::parth.modi@tatvasoft.com::daa4fcb5-95ba-4aa8-bf2b-a898ea60fc48" providerId="AD" clId="Web-{CDB74EFE-F722-A85A-6C6B-4838D802BDED}" dt="2026-01-01T07:30:17.292" v="77" actId="20577"/>
        <pc:sldMkLst>
          <pc:docMk/>
          <pc:sldMk cId="2988830627" sldId="401"/>
        </pc:sldMkLst>
        <pc:spChg chg="mod">
          <ac:chgData name="Parth Modi" userId="S::parth.modi@tatvasoft.com::daa4fcb5-95ba-4aa8-bf2b-a898ea60fc48" providerId="AD" clId="Web-{CDB74EFE-F722-A85A-6C6B-4838D802BDED}" dt="2026-01-01T07:30:17.292" v="77" actId="20577"/>
          <ac:spMkLst>
            <pc:docMk/>
            <pc:sldMk cId="2988830627" sldId="401"/>
            <ac:spMk id="2" creationId="{A303E9F5-C294-093B-3ECD-70C178C44D84}"/>
          </ac:spMkLst>
        </pc:spChg>
      </pc:sldChg>
      <pc:sldChg chg="delSp modSp add replId">
        <pc:chgData name="Parth Modi" userId="S::parth.modi@tatvasoft.com::daa4fcb5-95ba-4aa8-bf2b-a898ea60fc48" providerId="AD" clId="Web-{CDB74EFE-F722-A85A-6C6B-4838D802BDED}" dt="2026-01-01T07:44:35.373" v="224" actId="20577"/>
        <pc:sldMkLst>
          <pc:docMk/>
          <pc:sldMk cId="16591237" sldId="402"/>
        </pc:sldMkLst>
        <pc:spChg chg="mod">
          <ac:chgData name="Parth Modi" userId="S::parth.modi@tatvasoft.com::daa4fcb5-95ba-4aa8-bf2b-a898ea60fc48" providerId="AD" clId="Web-{CDB74EFE-F722-A85A-6C6B-4838D802BDED}" dt="2026-01-01T07:43:14.215" v="187" actId="20577"/>
          <ac:spMkLst>
            <pc:docMk/>
            <pc:sldMk cId="16591237" sldId="402"/>
            <ac:spMk id="3" creationId="{DBD41D9C-C986-D62F-E60F-2C9C8F1AAE9B}"/>
          </ac:spMkLst>
        </pc:spChg>
        <pc:spChg chg="mod">
          <ac:chgData name="Parth Modi" userId="S::parth.modi@tatvasoft.com::daa4fcb5-95ba-4aa8-bf2b-a898ea60fc48" providerId="AD" clId="Web-{CDB74EFE-F722-A85A-6C6B-4838D802BDED}" dt="2026-01-01T07:44:35.373" v="224" actId="20577"/>
          <ac:spMkLst>
            <pc:docMk/>
            <pc:sldMk cId="16591237" sldId="402"/>
            <ac:spMk id="4" creationId="{534155FA-96DA-8203-EF36-A93FA92FFFC9}"/>
          </ac:spMkLst>
        </pc:spChg>
      </pc:sldChg>
      <pc:sldChg chg="addSp modSp add replId">
        <pc:chgData name="Parth Modi" userId="S::parth.modi@tatvasoft.com::daa4fcb5-95ba-4aa8-bf2b-a898ea60fc48" providerId="AD" clId="Web-{CDB74EFE-F722-A85A-6C6B-4838D802BDED}" dt="2026-01-01T10:02:42.934" v="590"/>
        <pc:sldMkLst>
          <pc:docMk/>
          <pc:sldMk cId="1820748432" sldId="403"/>
        </pc:sldMkLst>
        <pc:spChg chg="mod">
          <ac:chgData name="Parth Modi" userId="S::parth.modi@tatvasoft.com::daa4fcb5-95ba-4aa8-bf2b-a898ea60fc48" providerId="AD" clId="Web-{CDB74EFE-F722-A85A-6C6B-4838D802BDED}" dt="2026-01-01T07:53:12.951" v="277" actId="20577"/>
          <ac:spMkLst>
            <pc:docMk/>
            <pc:sldMk cId="1820748432" sldId="403"/>
            <ac:spMk id="4" creationId="{6C75B7C7-DCF2-BE65-E95A-A34EEFA09B49}"/>
          </ac:spMkLst>
        </pc:spChg>
        <pc:spChg chg="add mod">
          <ac:chgData name="Parth Modi" userId="S::parth.modi@tatvasoft.com::daa4fcb5-95ba-4aa8-bf2b-a898ea60fc48" providerId="AD" clId="Web-{CDB74EFE-F722-A85A-6C6B-4838D802BDED}" dt="2026-01-01T07:57:08.797" v="329" actId="20577"/>
          <ac:spMkLst>
            <pc:docMk/>
            <pc:sldMk cId="1820748432" sldId="403"/>
            <ac:spMk id="5" creationId="{81B5298D-C853-8F9F-2CD8-53C53920062E}"/>
          </ac:spMkLst>
        </pc:spChg>
        <pc:picChg chg="add mod">
          <ac:chgData name="Parth Modi" userId="S::parth.modi@tatvasoft.com::daa4fcb5-95ba-4aa8-bf2b-a898ea60fc48" providerId="AD" clId="Web-{CDB74EFE-F722-A85A-6C6B-4838D802BDED}" dt="2026-01-01T10:02:42.934" v="590"/>
          <ac:picMkLst>
            <pc:docMk/>
            <pc:sldMk cId="1820748432" sldId="403"/>
            <ac:picMk id="2" creationId="{53287A51-5B8D-903F-0BA1-86FC8B3B8D09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07:58:43.407" v="375"/>
        <pc:sldMkLst>
          <pc:docMk/>
          <pc:sldMk cId="534948809" sldId="404"/>
        </pc:sldMkLst>
        <pc:graphicFrameChg chg="add mod modGraphic">
          <ac:chgData name="Parth Modi" userId="S::parth.modi@tatvasoft.com::daa4fcb5-95ba-4aa8-bf2b-a898ea60fc48" providerId="AD" clId="Web-{CDB74EFE-F722-A85A-6C6B-4838D802BDED}" dt="2026-01-01T07:57:57.649" v="354"/>
          <ac:graphicFrameMkLst>
            <pc:docMk/>
            <pc:sldMk cId="534948809" sldId="404"/>
            <ac:graphicFrameMk id="7" creationId="{6BBBC552-7D92-09E4-369C-D6808856EF8E}"/>
          </ac:graphicFrameMkLst>
        </pc:graphicFrameChg>
        <pc:graphicFrameChg chg="add mod modGraphic">
          <ac:chgData name="Parth Modi" userId="S::parth.modi@tatvasoft.com::daa4fcb5-95ba-4aa8-bf2b-a898ea60fc48" providerId="AD" clId="Web-{CDB74EFE-F722-A85A-6C6B-4838D802BDED}" dt="2026-01-01T07:58:43.407" v="375"/>
          <ac:graphicFrameMkLst>
            <pc:docMk/>
            <pc:sldMk cId="534948809" sldId="404"/>
            <ac:graphicFrameMk id="9" creationId="{711026BD-5933-EFC8-B70D-602DE123D214}"/>
          </ac:graphicFrameMkLst>
        </pc:graphicFrameChg>
      </pc:sldChg>
      <pc:sldChg chg="addSp delSp modSp add replId">
        <pc:chgData name="Parth Modi" userId="S::parth.modi@tatvasoft.com::daa4fcb5-95ba-4aa8-bf2b-a898ea60fc48" providerId="AD" clId="Web-{CDB74EFE-F722-A85A-6C6B-4838D802BDED}" dt="2026-01-01T08:00:17.948" v="432" actId="1076"/>
        <pc:sldMkLst>
          <pc:docMk/>
          <pc:sldMk cId="1200027998" sldId="405"/>
        </pc:sldMkLst>
        <pc:graphicFrameChg chg="add mod modGraphic">
          <ac:chgData name="Parth Modi" userId="S::parth.modi@tatvasoft.com::daa4fcb5-95ba-4aa8-bf2b-a898ea60fc48" providerId="AD" clId="Web-{CDB74EFE-F722-A85A-6C6B-4838D802BDED}" dt="2026-01-01T07:59:41.617" v="406"/>
          <ac:graphicFrameMkLst>
            <pc:docMk/>
            <pc:sldMk cId="1200027998" sldId="405"/>
            <ac:graphicFrameMk id="4" creationId="{E315EE8E-30FC-8967-8FB4-F8BFFEEA4108}"/>
          </ac:graphicFrameMkLst>
        </pc:graphicFrameChg>
        <pc:graphicFrameChg chg="add mod modGraphic">
          <ac:chgData name="Parth Modi" userId="S::parth.modi@tatvasoft.com::daa4fcb5-95ba-4aa8-bf2b-a898ea60fc48" providerId="AD" clId="Web-{CDB74EFE-F722-A85A-6C6B-4838D802BDED}" dt="2026-01-01T08:00:17.948" v="432" actId="1076"/>
          <ac:graphicFrameMkLst>
            <pc:docMk/>
            <pc:sldMk cId="1200027998" sldId="405"/>
            <ac:graphicFrameMk id="6" creationId="{EE582A04-E44C-80EE-2410-242AE0B1AEE5}"/>
          </ac:graphicFrameMkLst>
        </pc:graphicFrameChg>
      </pc:sldChg>
      <pc:sldChg chg="addSp delSp modSp add replId">
        <pc:chgData name="Parth Modi" userId="S::parth.modi@tatvasoft.com::daa4fcb5-95ba-4aa8-bf2b-a898ea60fc48" providerId="AD" clId="Web-{CDB74EFE-F722-A85A-6C6B-4838D802BDED}" dt="2026-01-01T08:14:33.083" v="472" actId="20577"/>
        <pc:sldMkLst>
          <pc:docMk/>
          <pc:sldMk cId="408676665" sldId="406"/>
        </pc:sldMkLst>
        <pc:spChg chg="add mod">
          <ac:chgData name="Parth Modi" userId="S::parth.modi@tatvasoft.com::daa4fcb5-95ba-4aa8-bf2b-a898ea60fc48" providerId="AD" clId="Web-{CDB74EFE-F722-A85A-6C6B-4838D802BDED}" dt="2026-01-01T08:13:21.645" v="464" actId="20577"/>
          <ac:spMkLst>
            <pc:docMk/>
            <pc:sldMk cId="408676665" sldId="406"/>
            <ac:spMk id="2" creationId="{38E6420D-9B3C-61EB-09AA-89A9143D6FDE}"/>
          </ac:spMkLst>
        </pc:spChg>
        <pc:spChg chg="mod">
          <ac:chgData name="Parth Modi" userId="S::parth.modi@tatvasoft.com::daa4fcb5-95ba-4aa8-bf2b-a898ea60fc48" providerId="AD" clId="Web-{CDB74EFE-F722-A85A-6C6B-4838D802BDED}" dt="2026-01-01T08:10:49.550" v="437" actId="20577"/>
          <ac:spMkLst>
            <pc:docMk/>
            <pc:sldMk cId="408676665" sldId="406"/>
            <ac:spMk id="3" creationId="{27B0E4E4-0B2E-95D8-81F9-A7F12137517F}"/>
          </ac:spMkLst>
        </pc:spChg>
        <pc:spChg chg="add mod">
          <ac:chgData name="Parth Modi" userId="S::parth.modi@tatvasoft.com::daa4fcb5-95ba-4aa8-bf2b-a898ea60fc48" providerId="AD" clId="Web-{CDB74EFE-F722-A85A-6C6B-4838D802BDED}" dt="2026-01-01T08:14:33.083" v="472" actId="20577"/>
          <ac:spMkLst>
            <pc:docMk/>
            <pc:sldMk cId="408676665" sldId="406"/>
            <ac:spMk id="5" creationId="{E9B8E8A3-D0A3-1E1A-C28A-42A3AF6F74B1}"/>
          </ac:spMkLst>
        </pc:spChg>
      </pc:sldChg>
      <pc:sldChg chg="addSp delSp modSp add replId">
        <pc:chgData name="Parth Modi" userId="S::parth.modi@tatvasoft.com::daa4fcb5-95ba-4aa8-bf2b-a898ea60fc48" providerId="AD" clId="Web-{CDB74EFE-F722-A85A-6C6B-4838D802BDED}" dt="2026-01-01T10:03:50.294" v="621" actId="20577"/>
        <pc:sldMkLst>
          <pc:docMk/>
          <pc:sldMk cId="2309806507" sldId="407"/>
        </pc:sldMkLst>
        <pc:spChg chg="mod">
          <ac:chgData name="Parth Modi" userId="S::parth.modi@tatvasoft.com::daa4fcb5-95ba-4aa8-bf2b-a898ea60fc48" providerId="AD" clId="Web-{CDB74EFE-F722-A85A-6C6B-4838D802BDED}" dt="2026-01-01T10:03:50.294" v="621" actId="20577"/>
          <ac:spMkLst>
            <pc:docMk/>
            <pc:sldMk cId="2309806507" sldId="407"/>
            <ac:spMk id="5" creationId="{C4BBFCF9-922B-B56E-D9F6-4C352BC99D6E}"/>
          </ac:spMkLst>
        </pc:spChg>
        <pc:picChg chg="add mod">
          <ac:chgData name="Parth Modi" userId="S::parth.modi@tatvasoft.com::daa4fcb5-95ba-4aa8-bf2b-a898ea60fc48" providerId="AD" clId="Web-{CDB74EFE-F722-A85A-6C6B-4838D802BDED}" dt="2026-01-01T10:02:48.012" v="591"/>
          <ac:picMkLst>
            <pc:docMk/>
            <pc:sldMk cId="2309806507" sldId="407"/>
            <ac:picMk id="4" creationId="{855C7E3A-5FAC-AFF2-AAB6-66169C0E12E8}"/>
          </ac:picMkLst>
        </pc:picChg>
        <pc:picChg chg="add mod">
          <ac:chgData name="Parth Modi" userId="S::parth.modi@tatvasoft.com::daa4fcb5-95ba-4aa8-bf2b-a898ea60fc48" providerId="AD" clId="Web-{CDB74EFE-F722-A85A-6C6B-4838D802BDED}" dt="2026-01-01T08:23:22.580" v="493"/>
          <ac:picMkLst>
            <pc:docMk/>
            <pc:sldMk cId="2309806507" sldId="407"/>
            <ac:picMk id="6" creationId="{2E64A073-318A-2835-83FA-14DE5BD6411F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10:03:45.200" v="617" actId="20577"/>
        <pc:sldMkLst>
          <pc:docMk/>
          <pc:sldMk cId="557267816" sldId="408"/>
        </pc:sldMkLst>
        <pc:spChg chg="mod">
          <ac:chgData name="Parth Modi" userId="S::parth.modi@tatvasoft.com::daa4fcb5-95ba-4aa8-bf2b-a898ea60fc48" providerId="AD" clId="Web-{CDB74EFE-F722-A85A-6C6B-4838D802BDED}" dt="2026-01-01T10:03:45.200" v="617" actId="20577"/>
          <ac:spMkLst>
            <pc:docMk/>
            <pc:sldMk cId="557267816" sldId="408"/>
            <ac:spMk id="5" creationId="{B4230A2F-5A6A-68FB-27BE-640AC3A2C5EF}"/>
          </ac:spMkLst>
        </pc:spChg>
        <pc:picChg chg="add mod">
          <ac:chgData name="Parth Modi" userId="S::parth.modi@tatvasoft.com::daa4fcb5-95ba-4aa8-bf2b-a898ea60fc48" providerId="AD" clId="Web-{CDB74EFE-F722-A85A-6C6B-4838D802BDED}" dt="2026-01-01T09:01:06.200" v="507"/>
          <ac:picMkLst>
            <pc:docMk/>
            <pc:sldMk cId="557267816" sldId="408"/>
            <ac:picMk id="2" creationId="{5C5518ED-1556-9571-D705-4759E4D24C9D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0:41.369" v="567"/>
        <pc:sldMkLst>
          <pc:docMk/>
          <pc:sldMk cId="3365567498" sldId="410"/>
        </pc:sldMkLst>
        <pc:spChg chg="mod">
          <ac:chgData name="Parth Modi" userId="S::parth.modi@tatvasoft.com::daa4fcb5-95ba-4aa8-bf2b-a898ea60fc48" providerId="AD" clId="Web-{CDB74EFE-F722-A85A-6C6B-4838D802BDED}" dt="2026-01-01T09:59:52.150" v="560" actId="1076"/>
          <ac:spMkLst>
            <pc:docMk/>
            <pc:sldMk cId="3365567498" sldId="410"/>
            <ac:spMk id="6" creationId="{E7B350E8-E4D8-1580-FD8C-969EBC63766E}"/>
          </ac:spMkLst>
        </pc:spChg>
        <pc:picChg chg="mod">
          <ac:chgData name="Parth Modi" userId="S::parth.modi@tatvasoft.com::daa4fcb5-95ba-4aa8-bf2b-a898ea60fc48" providerId="AD" clId="Web-{CDB74EFE-F722-A85A-6C6B-4838D802BDED}" dt="2026-01-01T10:00:38.729" v="566"/>
          <ac:picMkLst>
            <pc:docMk/>
            <pc:sldMk cId="3365567498" sldId="410"/>
            <ac:picMk id="2" creationId="{ABD6BF99-BDE6-489A-DB23-418B754B6875}"/>
          </ac:picMkLst>
        </pc:picChg>
        <pc:picChg chg="mod">
          <ac:chgData name="Parth Modi" userId="S::parth.modi@tatvasoft.com::daa4fcb5-95ba-4aa8-bf2b-a898ea60fc48" providerId="AD" clId="Web-{CDB74EFE-F722-A85A-6C6B-4838D802BDED}" dt="2026-01-01T10:00:41.369" v="567"/>
          <ac:picMkLst>
            <pc:docMk/>
            <pc:sldMk cId="3365567498" sldId="410"/>
            <ac:picMk id="7" creationId="{62C1B3A0-EF31-387E-C071-B6C8B54CBB6F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0:34.088" v="565"/>
        <pc:sldMkLst>
          <pc:docMk/>
          <pc:sldMk cId="3448897727" sldId="411"/>
        </pc:sldMkLst>
        <pc:picChg chg="mod">
          <ac:chgData name="Parth Modi" userId="S::parth.modi@tatvasoft.com::daa4fcb5-95ba-4aa8-bf2b-a898ea60fc48" providerId="AD" clId="Web-{CDB74EFE-F722-A85A-6C6B-4838D802BDED}" dt="2026-01-01T10:00:30.432" v="564"/>
          <ac:picMkLst>
            <pc:docMk/>
            <pc:sldMk cId="3448897727" sldId="411"/>
            <ac:picMk id="2" creationId="{6E90E1F0-BC37-0DBF-38B9-F0F34BD817B4}"/>
          </ac:picMkLst>
        </pc:picChg>
        <pc:picChg chg="mod">
          <ac:chgData name="Parth Modi" userId="S::parth.modi@tatvasoft.com::daa4fcb5-95ba-4aa8-bf2b-a898ea60fc48" providerId="AD" clId="Web-{CDB74EFE-F722-A85A-6C6B-4838D802BDED}" dt="2026-01-01T10:00:34.088" v="565"/>
          <ac:picMkLst>
            <pc:docMk/>
            <pc:sldMk cId="3448897727" sldId="411"/>
            <ac:picMk id="5" creationId="{826C1832-8132-659D-53B6-5B4AFF6B9738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0:47.135" v="569"/>
        <pc:sldMkLst>
          <pc:docMk/>
          <pc:sldMk cId="748399164" sldId="412"/>
        </pc:sldMkLst>
        <pc:picChg chg="mod">
          <ac:chgData name="Parth Modi" userId="S::parth.modi@tatvasoft.com::daa4fcb5-95ba-4aa8-bf2b-a898ea60fc48" providerId="AD" clId="Web-{CDB74EFE-F722-A85A-6C6B-4838D802BDED}" dt="2026-01-01T10:00:44.526" v="568"/>
          <ac:picMkLst>
            <pc:docMk/>
            <pc:sldMk cId="748399164" sldId="412"/>
            <ac:picMk id="7" creationId="{D8A69BCD-BD7C-B758-0245-E13B5CE125DB}"/>
          </ac:picMkLst>
        </pc:picChg>
        <pc:picChg chg="mod">
          <ac:chgData name="Parth Modi" userId="S::parth.modi@tatvasoft.com::daa4fcb5-95ba-4aa8-bf2b-a898ea60fc48" providerId="AD" clId="Web-{CDB74EFE-F722-A85A-6C6B-4838D802BDED}" dt="2026-01-01T10:00:47.135" v="569"/>
          <ac:picMkLst>
            <pc:docMk/>
            <pc:sldMk cId="748399164" sldId="412"/>
            <ac:picMk id="8" creationId="{2C456D06-4FA3-6D62-099B-9E8F08311939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2:06.902" v="582"/>
        <pc:sldMkLst>
          <pc:docMk/>
          <pc:sldMk cId="2636800891" sldId="413"/>
        </pc:sldMkLst>
        <pc:picChg chg="mod">
          <ac:chgData name="Parth Modi" userId="S::parth.modi@tatvasoft.com::daa4fcb5-95ba-4aa8-bf2b-a898ea60fc48" providerId="AD" clId="Web-{CDB74EFE-F722-A85A-6C6B-4838D802BDED}" dt="2026-01-01T10:02:04.871" v="581"/>
          <ac:picMkLst>
            <pc:docMk/>
            <pc:sldMk cId="2636800891" sldId="413"/>
            <ac:picMk id="2" creationId="{78D7A727-F5C3-9EDE-A15B-18A6AA960179}"/>
          </ac:picMkLst>
        </pc:picChg>
        <pc:picChg chg="mod">
          <ac:chgData name="Parth Modi" userId="S::parth.modi@tatvasoft.com::daa4fcb5-95ba-4aa8-bf2b-a898ea60fc48" providerId="AD" clId="Web-{CDB74EFE-F722-A85A-6C6B-4838D802BDED}" dt="2026-01-01T10:02:06.902" v="582"/>
          <ac:picMkLst>
            <pc:docMk/>
            <pc:sldMk cId="2636800891" sldId="413"/>
            <ac:picMk id="5" creationId="{DB20F944-D28E-4E18-6DDF-1CF0C311263F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2:12.855" v="584"/>
        <pc:sldMkLst>
          <pc:docMk/>
          <pc:sldMk cId="1905228334" sldId="414"/>
        </pc:sldMkLst>
        <pc:picChg chg="mod">
          <ac:chgData name="Parth Modi" userId="S::parth.modi@tatvasoft.com::daa4fcb5-95ba-4aa8-bf2b-a898ea60fc48" providerId="AD" clId="Web-{CDB74EFE-F722-A85A-6C6B-4838D802BDED}" dt="2026-01-01T10:02:10.621" v="583"/>
          <ac:picMkLst>
            <pc:docMk/>
            <pc:sldMk cId="1905228334" sldId="414"/>
            <ac:picMk id="8" creationId="{0AB416D0-1244-BC8F-38CB-28DEC10E6921}"/>
          </ac:picMkLst>
        </pc:picChg>
        <pc:picChg chg="mod">
          <ac:chgData name="Parth Modi" userId="S::parth.modi@tatvasoft.com::daa4fcb5-95ba-4aa8-bf2b-a898ea60fc48" providerId="AD" clId="Web-{CDB74EFE-F722-A85A-6C6B-4838D802BDED}" dt="2026-01-01T10:02:12.855" v="584"/>
          <ac:picMkLst>
            <pc:docMk/>
            <pc:sldMk cId="1905228334" sldId="414"/>
            <ac:picMk id="10" creationId="{5563B592-832B-41E0-4C2D-B20E8B3B4B92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2:16.465" v="585"/>
        <pc:sldMkLst>
          <pc:docMk/>
          <pc:sldMk cId="934995289" sldId="415"/>
        </pc:sldMkLst>
        <pc:picChg chg="mod">
          <ac:chgData name="Parth Modi" userId="S::parth.modi@tatvasoft.com::daa4fcb5-95ba-4aa8-bf2b-a898ea60fc48" providerId="AD" clId="Web-{CDB74EFE-F722-A85A-6C6B-4838D802BDED}" dt="2026-01-01T10:02:16.465" v="585"/>
          <ac:picMkLst>
            <pc:docMk/>
            <pc:sldMk cId="934995289" sldId="415"/>
            <ac:picMk id="2" creationId="{1EC885E6-AD11-7C48-0DE9-7BADC62552FB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2:21.043" v="587"/>
        <pc:sldMkLst>
          <pc:docMk/>
          <pc:sldMk cId="4031598521" sldId="416"/>
        </pc:sldMkLst>
        <pc:picChg chg="mod">
          <ac:chgData name="Parth Modi" userId="S::parth.modi@tatvasoft.com::daa4fcb5-95ba-4aa8-bf2b-a898ea60fc48" providerId="AD" clId="Web-{CDB74EFE-F722-A85A-6C6B-4838D802BDED}" dt="2026-01-01T10:02:19.043" v="586"/>
          <ac:picMkLst>
            <pc:docMk/>
            <pc:sldMk cId="4031598521" sldId="416"/>
            <ac:picMk id="4" creationId="{9AFEBDE3-C32F-D278-6A74-279DFAD621F0}"/>
          </ac:picMkLst>
        </pc:picChg>
        <pc:picChg chg="mod">
          <ac:chgData name="Parth Modi" userId="S::parth.modi@tatvasoft.com::daa4fcb5-95ba-4aa8-bf2b-a898ea60fc48" providerId="AD" clId="Web-{CDB74EFE-F722-A85A-6C6B-4838D802BDED}" dt="2026-01-01T10:02:21.043" v="587"/>
          <ac:picMkLst>
            <pc:docMk/>
            <pc:sldMk cId="4031598521" sldId="416"/>
            <ac:picMk id="6" creationId="{F7C253B4-FC6C-FD4E-0EF0-7F415CC380A4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2:29.168" v="588"/>
        <pc:sldMkLst>
          <pc:docMk/>
          <pc:sldMk cId="4168136591" sldId="417"/>
        </pc:sldMkLst>
        <pc:picChg chg="mod">
          <ac:chgData name="Parth Modi" userId="S::parth.modi@tatvasoft.com::daa4fcb5-95ba-4aa8-bf2b-a898ea60fc48" providerId="AD" clId="Web-{CDB74EFE-F722-A85A-6C6B-4838D802BDED}" dt="2026-01-01T10:02:29.168" v="588"/>
          <ac:picMkLst>
            <pc:docMk/>
            <pc:sldMk cId="4168136591" sldId="417"/>
            <ac:picMk id="8" creationId="{101DDACA-429D-3C6E-C6AE-89B8FCB0FE3B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10:03:35.231" v="613" actId="20577"/>
        <pc:sldMkLst>
          <pc:docMk/>
          <pc:sldMk cId="498180258" sldId="418"/>
        </pc:sldMkLst>
        <pc:spChg chg="mod">
          <ac:chgData name="Parth Modi" userId="S::parth.modi@tatvasoft.com::daa4fcb5-95ba-4aa8-bf2b-a898ea60fc48" providerId="AD" clId="Web-{CDB74EFE-F722-A85A-6C6B-4838D802BDED}" dt="2026-01-01T10:03:35.231" v="613" actId="20577"/>
          <ac:spMkLst>
            <pc:docMk/>
            <pc:sldMk cId="498180258" sldId="418"/>
            <ac:spMk id="5" creationId="{593A8072-2845-A29E-3BFE-1EEFFBD5A8C3}"/>
          </ac:spMkLst>
        </pc:spChg>
        <pc:picChg chg="add mod">
          <ac:chgData name="Parth Modi" userId="S::parth.modi@tatvasoft.com::daa4fcb5-95ba-4aa8-bf2b-a898ea60fc48" providerId="AD" clId="Web-{CDB74EFE-F722-A85A-6C6B-4838D802BDED}" dt="2026-01-01T10:02:54.778" v="592"/>
          <ac:picMkLst>
            <pc:docMk/>
            <pc:sldMk cId="498180258" sldId="418"/>
            <ac:picMk id="4" creationId="{AA5692A6-6128-D05C-EEC4-102548D5D3EE}"/>
          </ac:picMkLst>
        </pc:picChg>
      </pc:sldChg>
      <pc:sldChg chg="addSp modSp add replId">
        <pc:chgData name="Parth Modi" userId="S::parth.modi@tatvasoft.com::daa4fcb5-95ba-4aa8-bf2b-a898ea60fc48" providerId="AD" clId="Web-{CDB74EFE-F722-A85A-6C6B-4838D802BDED}" dt="2026-01-01T09:56:13.003" v="530" actId="1076"/>
        <pc:sldMkLst>
          <pc:docMk/>
          <pc:sldMk cId="3230103449" sldId="419"/>
        </pc:sldMkLst>
        <pc:picChg chg="add mod">
          <ac:chgData name="Parth Modi" userId="S::parth.modi@tatvasoft.com::daa4fcb5-95ba-4aa8-bf2b-a898ea60fc48" providerId="AD" clId="Web-{CDB74EFE-F722-A85A-6C6B-4838D802BDED}" dt="2026-01-01T09:56:13.003" v="530" actId="1076"/>
          <ac:picMkLst>
            <pc:docMk/>
            <pc:sldMk cId="3230103449" sldId="419"/>
            <ac:picMk id="2" creationId="{D7CB7210-1D70-0906-3D2E-1081D7C79000}"/>
          </ac:picMkLst>
        </pc:picChg>
        <pc:picChg chg="mod">
          <ac:chgData name="Parth Modi" userId="S::parth.modi@tatvasoft.com::daa4fcb5-95ba-4aa8-bf2b-a898ea60fc48" providerId="AD" clId="Web-{CDB74EFE-F722-A85A-6C6B-4838D802BDED}" dt="2026-01-01T09:54:15.810" v="528"/>
          <ac:picMkLst>
            <pc:docMk/>
            <pc:sldMk cId="3230103449" sldId="419"/>
            <ac:picMk id="4" creationId="{C1805C81-9D6E-C4FF-9A7F-C15DCDEB6B26}"/>
          </ac:picMkLst>
        </pc:picChg>
      </pc:sldChg>
      <pc:sldChg chg="modSp">
        <pc:chgData name="Parth Modi" userId="S::parth.modi@tatvasoft.com::daa4fcb5-95ba-4aa8-bf2b-a898ea60fc48" providerId="AD" clId="Web-{CDB74EFE-F722-A85A-6C6B-4838D802BDED}" dt="2026-01-01T10:02:33.293" v="589"/>
        <pc:sldMkLst>
          <pc:docMk/>
          <pc:sldMk cId="495916431" sldId="420"/>
        </pc:sldMkLst>
        <pc:picChg chg="mod">
          <ac:chgData name="Parth Modi" userId="S::parth.modi@tatvasoft.com::daa4fcb5-95ba-4aa8-bf2b-a898ea60fc48" providerId="AD" clId="Web-{CDB74EFE-F722-A85A-6C6B-4838D802BDED}" dt="2026-01-01T10:02:33.293" v="589"/>
          <ac:picMkLst>
            <pc:docMk/>
            <pc:sldMk cId="495916431" sldId="420"/>
            <ac:picMk id="4" creationId="{AE4539FC-947A-8274-CA7B-96803443F90B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10:03:29.356" v="609" actId="20577"/>
        <pc:sldMkLst>
          <pc:docMk/>
          <pc:sldMk cId="1382616253" sldId="421"/>
        </pc:sldMkLst>
        <pc:spChg chg="mod">
          <ac:chgData name="Parth Modi" userId="S::parth.modi@tatvasoft.com::daa4fcb5-95ba-4aa8-bf2b-a898ea60fc48" providerId="AD" clId="Web-{CDB74EFE-F722-A85A-6C6B-4838D802BDED}" dt="2026-01-01T10:03:29.356" v="609" actId="20577"/>
          <ac:spMkLst>
            <pc:docMk/>
            <pc:sldMk cId="1382616253" sldId="421"/>
            <ac:spMk id="5" creationId="{7E51E885-813F-8814-D07D-99AB136E203F}"/>
          </ac:spMkLst>
        </pc:spChg>
        <pc:picChg chg="add mod">
          <ac:chgData name="Parth Modi" userId="S::parth.modi@tatvasoft.com::daa4fcb5-95ba-4aa8-bf2b-a898ea60fc48" providerId="AD" clId="Web-{CDB74EFE-F722-A85A-6C6B-4838D802BDED}" dt="2026-01-01T10:03:01.106" v="593"/>
          <ac:picMkLst>
            <pc:docMk/>
            <pc:sldMk cId="1382616253" sldId="421"/>
            <ac:picMk id="6" creationId="{01F778A4-EC31-6690-A371-B203F7A42F82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10:03:24.387" v="603" actId="20577"/>
        <pc:sldMkLst>
          <pc:docMk/>
          <pc:sldMk cId="1811109275" sldId="422"/>
        </pc:sldMkLst>
        <pc:spChg chg="mod">
          <ac:chgData name="Parth Modi" userId="S::parth.modi@tatvasoft.com::daa4fcb5-95ba-4aa8-bf2b-a898ea60fc48" providerId="AD" clId="Web-{CDB74EFE-F722-A85A-6C6B-4838D802BDED}" dt="2026-01-01T10:03:24.387" v="603" actId="20577"/>
          <ac:spMkLst>
            <pc:docMk/>
            <pc:sldMk cId="1811109275" sldId="422"/>
            <ac:spMk id="5" creationId="{22CFBAAB-8D78-DEFB-6553-3BD3E74EE570}"/>
          </ac:spMkLst>
        </pc:spChg>
        <pc:picChg chg="add mod">
          <ac:chgData name="Parth Modi" userId="S::parth.modi@tatvasoft.com::daa4fcb5-95ba-4aa8-bf2b-a898ea60fc48" providerId="AD" clId="Web-{CDB74EFE-F722-A85A-6C6B-4838D802BDED}" dt="2026-01-01T10:03:16.012" v="597" actId="14100"/>
          <ac:picMkLst>
            <pc:docMk/>
            <pc:sldMk cId="1811109275" sldId="422"/>
            <ac:picMk id="2" creationId="{9D608195-177D-1204-38F7-E00F9796F2E5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10:09:13.890" v="719" actId="20577"/>
        <pc:sldMkLst>
          <pc:docMk/>
          <pc:sldMk cId="166293420" sldId="424"/>
        </pc:sldMkLst>
        <pc:spChg chg="add mod">
          <ac:chgData name="Parth Modi" userId="S::parth.modi@tatvasoft.com::daa4fcb5-95ba-4aa8-bf2b-a898ea60fc48" providerId="AD" clId="Web-{CDB74EFE-F722-A85A-6C6B-4838D802BDED}" dt="2026-01-01T10:08:45.296" v="705" actId="20577"/>
          <ac:spMkLst>
            <pc:docMk/>
            <pc:sldMk cId="166293420" sldId="424"/>
            <ac:spMk id="2" creationId="{52A412A2-0991-4583-E738-D48EC996A4B3}"/>
          </ac:spMkLst>
        </pc:spChg>
        <pc:spChg chg="mod">
          <ac:chgData name="Parth Modi" userId="S::parth.modi@tatvasoft.com::daa4fcb5-95ba-4aa8-bf2b-a898ea60fc48" providerId="AD" clId="Web-{CDB74EFE-F722-A85A-6C6B-4838D802BDED}" dt="2026-01-01T10:09:13.890" v="719" actId="20577"/>
          <ac:spMkLst>
            <pc:docMk/>
            <pc:sldMk cId="166293420" sldId="424"/>
            <ac:spMk id="3" creationId="{180FCA44-8886-76CB-AA81-8370D8598067}"/>
          </ac:spMkLst>
        </pc:spChg>
      </pc:sldChg>
      <pc:sldChg chg="addSp modSp add replId">
        <pc:chgData name="Parth Modi" userId="S::parth.modi@tatvasoft.com::daa4fcb5-95ba-4aa8-bf2b-a898ea60fc48" providerId="AD" clId="Web-{CDB74EFE-F722-A85A-6C6B-4838D802BDED}" dt="2026-01-01T10:30:21.164" v="734"/>
        <pc:sldMkLst>
          <pc:docMk/>
          <pc:sldMk cId="2393279441" sldId="426"/>
        </pc:sldMkLst>
        <pc:spChg chg="mod">
          <ac:chgData name="Parth Modi" userId="S::parth.modi@tatvasoft.com::daa4fcb5-95ba-4aa8-bf2b-a898ea60fc48" providerId="AD" clId="Web-{CDB74EFE-F722-A85A-6C6B-4838D802BDED}" dt="2026-01-01T10:14:51.196" v="728" actId="1076"/>
          <ac:spMkLst>
            <pc:docMk/>
            <pc:sldMk cId="2393279441" sldId="426"/>
            <ac:spMk id="2" creationId="{A3D6B391-E3FC-9607-54F9-6748BF3E27BD}"/>
          </ac:spMkLst>
        </pc:spChg>
        <pc:spChg chg="mod">
          <ac:chgData name="Parth Modi" userId="S::parth.modi@tatvasoft.com::daa4fcb5-95ba-4aa8-bf2b-a898ea60fc48" providerId="AD" clId="Web-{CDB74EFE-F722-A85A-6C6B-4838D802BDED}" dt="2026-01-01T10:09:19.312" v="721" actId="20577"/>
          <ac:spMkLst>
            <pc:docMk/>
            <pc:sldMk cId="2393279441" sldId="426"/>
            <ac:spMk id="3" creationId="{350590A6-64F2-2668-77DD-452864CC2EF2}"/>
          </ac:spMkLst>
        </pc:spChg>
        <pc:picChg chg="add mod modCrop">
          <ac:chgData name="Parth Modi" userId="S::parth.modi@tatvasoft.com::daa4fcb5-95ba-4aa8-bf2b-a898ea60fc48" providerId="AD" clId="Web-{CDB74EFE-F722-A85A-6C6B-4838D802BDED}" dt="2026-01-01T10:30:21.164" v="734"/>
          <ac:picMkLst>
            <pc:docMk/>
            <pc:sldMk cId="2393279441" sldId="426"/>
            <ac:picMk id="4" creationId="{405920F5-1013-F7DC-709F-213AED27430A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10:32:18.496" v="754"/>
        <pc:sldMkLst>
          <pc:docMk/>
          <pc:sldMk cId="3548819122" sldId="427"/>
        </pc:sldMkLst>
        <pc:spChg chg="mod">
          <ac:chgData name="Parth Modi" userId="S::parth.modi@tatvasoft.com::daa4fcb5-95ba-4aa8-bf2b-a898ea60fc48" providerId="AD" clId="Web-{CDB74EFE-F722-A85A-6C6B-4838D802BDED}" dt="2026-01-01T10:31:04.916" v="742" actId="20577"/>
          <ac:spMkLst>
            <pc:docMk/>
            <pc:sldMk cId="3548819122" sldId="427"/>
            <ac:spMk id="2" creationId="{8EE42657-05CC-1A37-DF52-7F54A2B6E995}"/>
          </ac:spMkLst>
        </pc:spChg>
        <pc:picChg chg="add mod">
          <ac:chgData name="Parth Modi" userId="S::parth.modi@tatvasoft.com::daa4fcb5-95ba-4aa8-bf2b-a898ea60fc48" providerId="AD" clId="Web-{CDB74EFE-F722-A85A-6C6B-4838D802BDED}" dt="2026-01-01T10:32:18.496" v="754"/>
          <ac:picMkLst>
            <pc:docMk/>
            <pc:sldMk cId="3548819122" sldId="427"/>
            <ac:picMk id="5" creationId="{46C80FF8-21A1-A4AB-186D-136815172CB5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10:32:15.887" v="753"/>
        <pc:sldMkLst>
          <pc:docMk/>
          <pc:sldMk cId="3933338897" sldId="428"/>
        </pc:sldMkLst>
        <pc:spChg chg="mod">
          <ac:chgData name="Parth Modi" userId="S::parth.modi@tatvasoft.com::daa4fcb5-95ba-4aa8-bf2b-a898ea60fc48" providerId="AD" clId="Web-{CDB74EFE-F722-A85A-6C6B-4838D802BDED}" dt="2026-01-01T10:31:45.683" v="749" actId="20577"/>
          <ac:spMkLst>
            <pc:docMk/>
            <pc:sldMk cId="3933338897" sldId="428"/>
            <ac:spMk id="2" creationId="{909CB23F-F946-D8DC-DBF3-B074779FFC78}"/>
          </ac:spMkLst>
        </pc:spChg>
        <pc:picChg chg="add mod">
          <ac:chgData name="Parth Modi" userId="S::parth.modi@tatvasoft.com::daa4fcb5-95ba-4aa8-bf2b-a898ea60fc48" providerId="AD" clId="Web-{CDB74EFE-F722-A85A-6C6B-4838D802BDED}" dt="2026-01-01T10:32:15.887" v="753"/>
          <ac:picMkLst>
            <pc:docMk/>
            <pc:sldMk cId="3933338897" sldId="428"/>
            <ac:picMk id="4" creationId="{6F5A8557-9FEE-139E-14B2-8E64214F7F48}"/>
          </ac:picMkLst>
        </pc:picChg>
      </pc:sldChg>
      <pc:sldChg chg="addSp delSp modSp add replId">
        <pc:chgData name="Parth Modi" userId="S::parth.modi@tatvasoft.com::daa4fcb5-95ba-4aa8-bf2b-a898ea60fc48" providerId="AD" clId="Web-{CDB74EFE-F722-A85A-6C6B-4838D802BDED}" dt="2026-01-01T10:33:23.826" v="762"/>
        <pc:sldMkLst>
          <pc:docMk/>
          <pc:sldMk cId="3256744804" sldId="429"/>
        </pc:sldMkLst>
        <pc:spChg chg="mod">
          <ac:chgData name="Parth Modi" userId="S::parth.modi@tatvasoft.com::daa4fcb5-95ba-4aa8-bf2b-a898ea60fc48" providerId="AD" clId="Web-{CDB74EFE-F722-A85A-6C6B-4838D802BDED}" dt="2026-01-01T10:32:51.059" v="758" actId="20577"/>
          <ac:spMkLst>
            <pc:docMk/>
            <pc:sldMk cId="3256744804" sldId="429"/>
            <ac:spMk id="2" creationId="{1375C28F-E7CF-8EE2-AEE4-51CB5E1635DC}"/>
          </ac:spMkLst>
        </pc:spChg>
        <pc:picChg chg="add mod">
          <ac:chgData name="Parth Modi" userId="S::parth.modi@tatvasoft.com::daa4fcb5-95ba-4aa8-bf2b-a898ea60fc48" providerId="AD" clId="Web-{CDB74EFE-F722-A85A-6C6B-4838D802BDED}" dt="2026-01-01T10:33:23.826" v="762"/>
          <ac:picMkLst>
            <pc:docMk/>
            <pc:sldMk cId="3256744804" sldId="429"/>
            <ac:picMk id="5" creationId="{D5E38BFE-58B5-33C3-BC09-931C4B3EE985}"/>
          </ac:picMkLst>
        </pc:picChg>
      </pc:sldChg>
    </pc:docChg>
  </pc:docChgLst>
  <pc:docChgLst>
    <pc:chgData name="Akhil Kukadiya" userId="S::akhil.kukadiya@tatvasoft.com::f739c6cb-6fd2-470d-a4ab-8ce914b02e38" providerId="AD" clId="Web-{D800DBE2-0A44-50CF-932E-C3809415E632}"/>
    <pc:docChg chg="addSld delSld modSld sldOrd">
      <pc:chgData name="Akhil Kukadiya" userId="S::akhil.kukadiya@tatvasoft.com::f739c6cb-6fd2-470d-a4ab-8ce914b02e38" providerId="AD" clId="Web-{D800DBE2-0A44-50CF-932E-C3809415E632}" dt="2025-12-31T07:00:51.571" v="850"/>
      <pc:docMkLst>
        <pc:docMk/>
      </pc:docMkLst>
      <pc:sldChg chg="modSp">
        <pc:chgData name="Akhil Kukadiya" userId="S::akhil.kukadiya@tatvasoft.com::f739c6cb-6fd2-470d-a4ab-8ce914b02e38" providerId="AD" clId="Web-{D800DBE2-0A44-50CF-932E-C3809415E632}" dt="2025-12-31T04:34:49.809" v="48" actId="20577"/>
        <pc:sldMkLst>
          <pc:docMk/>
          <pc:sldMk cId="3610702949" sldId="299"/>
        </pc:sldMkLst>
        <pc:spChg chg="mod">
          <ac:chgData name="Akhil Kukadiya" userId="S::akhil.kukadiya@tatvasoft.com::f739c6cb-6fd2-470d-a4ab-8ce914b02e38" providerId="AD" clId="Web-{D800DBE2-0A44-50CF-932E-C3809415E632}" dt="2025-12-31T04:34:49.809" v="48" actId="20577"/>
          <ac:spMkLst>
            <pc:docMk/>
            <pc:sldMk cId="3610702949" sldId="299"/>
            <ac:spMk id="2" creationId="{9818273A-033E-22FC-1600-18C371CDD49F}"/>
          </ac:spMkLst>
        </pc:spChg>
      </pc:sldChg>
      <pc:sldChg chg="modSp">
        <pc:chgData name="Akhil Kukadiya" userId="S::akhil.kukadiya@tatvasoft.com::f739c6cb-6fd2-470d-a4ab-8ce914b02e38" providerId="AD" clId="Web-{D800DBE2-0A44-50CF-932E-C3809415E632}" dt="2025-12-31T04:47:26.125" v="71" actId="20577"/>
        <pc:sldMkLst>
          <pc:docMk/>
          <pc:sldMk cId="2182333227" sldId="300"/>
        </pc:sldMkLst>
        <pc:spChg chg="mod">
          <ac:chgData name="Akhil Kukadiya" userId="S::akhil.kukadiya@tatvasoft.com::f739c6cb-6fd2-470d-a4ab-8ce914b02e38" providerId="AD" clId="Web-{D800DBE2-0A44-50CF-932E-C3809415E632}" dt="2025-12-31T04:47:26.125" v="71" actId="20577"/>
          <ac:spMkLst>
            <pc:docMk/>
            <pc:sldMk cId="2182333227" sldId="300"/>
            <ac:spMk id="2" creationId="{6BD8D2E6-41C6-CBA5-4F04-30EA59B309C8}"/>
          </ac:spMkLst>
        </pc:spChg>
      </pc:sldChg>
      <pc:sldChg chg="delSp modSp">
        <pc:chgData name="Akhil Kukadiya" userId="S::akhil.kukadiya@tatvasoft.com::f739c6cb-6fd2-470d-a4ab-8ce914b02e38" providerId="AD" clId="Web-{D800DBE2-0A44-50CF-932E-C3809415E632}" dt="2025-12-31T06:21:19.814" v="669" actId="20577"/>
        <pc:sldMkLst>
          <pc:docMk/>
          <pc:sldMk cId="4115986924" sldId="347"/>
        </pc:sldMkLst>
        <pc:spChg chg="mod">
          <ac:chgData name="Akhil Kukadiya" userId="S::akhil.kukadiya@tatvasoft.com::f739c6cb-6fd2-470d-a4ab-8ce914b02e38" providerId="AD" clId="Web-{D800DBE2-0A44-50CF-932E-C3809415E632}" dt="2025-12-31T06:20:48.624" v="655" actId="20577"/>
          <ac:spMkLst>
            <pc:docMk/>
            <pc:sldMk cId="4115986924" sldId="347"/>
            <ac:spMk id="3" creationId="{AE66AB58-D7F7-F8B6-8FBF-F5F6EB6DDA6D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6:21:19.814" v="669" actId="20577"/>
          <ac:spMkLst>
            <pc:docMk/>
            <pc:sldMk cId="4115986924" sldId="347"/>
            <ac:spMk id="4" creationId="{3C4A4608-3939-8AB8-7CF8-83F659BD9C88}"/>
          </ac:spMkLst>
        </pc:spChg>
      </pc:sldChg>
      <pc:sldChg chg="modSp">
        <pc:chgData name="Akhil Kukadiya" userId="S::akhil.kukadiya@tatvasoft.com::f739c6cb-6fd2-470d-a4ab-8ce914b02e38" providerId="AD" clId="Web-{D800DBE2-0A44-50CF-932E-C3809415E632}" dt="2025-12-31T04:48:14.329" v="94" actId="20577"/>
        <pc:sldMkLst>
          <pc:docMk/>
          <pc:sldMk cId="2422210328" sldId="354"/>
        </pc:sldMkLst>
        <pc:spChg chg="mod">
          <ac:chgData name="Akhil Kukadiya" userId="S::akhil.kukadiya@tatvasoft.com::f739c6cb-6fd2-470d-a4ab-8ce914b02e38" providerId="AD" clId="Web-{D800DBE2-0A44-50CF-932E-C3809415E632}" dt="2025-12-31T04:47:55.548" v="86" actId="20577"/>
          <ac:spMkLst>
            <pc:docMk/>
            <pc:sldMk cId="2422210328" sldId="354"/>
            <ac:spMk id="3" creationId="{637134B2-CBDB-901C-3FD8-215D017E2124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4:48:14.329" v="94" actId="20577"/>
          <ac:spMkLst>
            <pc:docMk/>
            <pc:sldMk cId="2422210328" sldId="354"/>
            <ac:spMk id="4" creationId="{22DABAD5-4646-B4A8-373C-A55BADBA89E2}"/>
          </ac:spMkLst>
        </pc:spChg>
      </pc:sldChg>
      <pc:sldChg chg="delSp modSp">
        <pc:chgData name="Akhil Kukadiya" userId="S::akhil.kukadiya@tatvasoft.com::f739c6cb-6fd2-470d-a4ab-8ce914b02e38" providerId="AD" clId="Web-{D800DBE2-0A44-50CF-932E-C3809415E632}" dt="2025-12-31T05:51:58.210" v="414" actId="20577"/>
        <pc:sldMkLst>
          <pc:docMk/>
          <pc:sldMk cId="1448540417" sldId="355"/>
        </pc:sldMkLst>
        <pc:spChg chg="mod">
          <ac:chgData name="Akhil Kukadiya" userId="S::akhil.kukadiya@tatvasoft.com::f739c6cb-6fd2-470d-a4ab-8ce914b02e38" providerId="AD" clId="Web-{D800DBE2-0A44-50CF-932E-C3809415E632}" dt="2025-12-31T05:51:33.194" v="400" actId="20577"/>
          <ac:spMkLst>
            <pc:docMk/>
            <pc:sldMk cId="1448540417" sldId="355"/>
            <ac:spMk id="3" creationId="{30F876F1-5D7B-CF01-0B5E-3597C012FB99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5:51:58.210" v="414" actId="20577"/>
          <ac:spMkLst>
            <pc:docMk/>
            <pc:sldMk cId="1448540417" sldId="355"/>
            <ac:spMk id="4" creationId="{714AFAEB-4B6D-70CB-C9FD-EA07A5EB3954}"/>
          </ac:spMkLst>
        </pc:spChg>
      </pc:sldChg>
      <pc:sldChg chg="addSp delSp modSp">
        <pc:chgData name="Akhil Kukadiya" userId="S::akhil.kukadiya@tatvasoft.com::f739c6cb-6fd2-470d-a4ab-8ce914b02e38" providerId="AD" clId="Web-{D800DBE2-0A44-50CF-932E-C3809415E632}" dt="2025-12-31T06:03:41.304" v="472" actId="1076"/>
        <pc:sldMkLst>
          <pc:docMk/>
          <pc:sldMk cId="1767804512" sldId="356"/>
        </pc:sldMkLst>
        <pc:spChg chg="mod">
          <ac:chgData name="Akhil Kukadiya" userId="S::akhil.kukadiya@tatvasoft.com::f739c6cb-6fd2-470d-a4ab-8ce914b02e38" providerId="AD" clId="Web-{D800DBE2-0A44-50CF-932E-C3809415E632}" dt="2025-12-31T05:52:37.523" v="424" actId="20577"/>
          <ac:spMkLst>
            <pc:docMk/>
            <pc:sldMk cId="1767804512" sldId="356"/>
            <ac:spMk id="3" creationId="{E5929921-B7EA-2B2D-788C-AA01A38500E5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5:54:06.727" v="441" actId="20577"/>
          <ac:spMkLst>
            <pc:docMk/>
            <pc:sldMk cId="1767804512" sldId="356"/>
            <ac:spMk id="4" creationId="{57B01EB1-27ED-51DB-A915-B3ECCD172FF5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6:03:41.304" v="472" actId="1076"/>
          <ac:picMkLst>
            <pc:docMk/>
            <pc:sldMk cId="1767804512" sldId="356"/>
            <ac:picMk id="2" creationId="{402CD2FC-D3DC-FAD8-332B-B64A237F0AA7}"/>
          </ac:picMkLst>
        </pc:picChg>
      </pc:sldChg>
      <pc:sldChg chg="addSp delSp modSp">
        <pc:chgData name="Akhil Kukadiya" userId="S::akhil.kukadiya@tatvasoft.com::f739c6cb-6fd2-470d-a4ab-8ce914b02e38" providerId="AD" clId="Web-{D800DBE2-0A44-50CF-932E-C3809415E632}" dt="2025-12-31T06:04:29.899" v="482" actId="1076"/>
        <pc:sldMkLst>
          <pc:docMk/>
          <pc:sldMk cId="1934583974" sldId="357"/>
        </pc:sldMkLst>
        <pc:spChg chg="mod">
          <ac:chgData name="Akhil Kukadiya" userId="S::akhil.kukadiya@tatvasoft.com::f739c6cb-6fd2-470d-a4ab-8ce914b02e38" providerId="AD" clId="Web-{D800DBE2-0A44-50CF-932E-C3809415E632}" dt="2025-12-31T06:02:59.881" v="449" actId="20577"/>
          <ac:spMkLst>
            <pc:docMk/>
            <pc:sldMk cId="1934583974" sldId="357"/>
            <ac:spMk id="3" creationId="{F71DD9FE-FC8A-BA95-C300-2EE258376483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6:04:29.899" v="482" actId="1076"/>
          <ac:picMkLst>
            <pc:docMk/>
            <pc:sldMk cId="1934583974" sldId="357"/>
            <ac:picMk id="6" creationId="{2CAD2B8E-0BBC-1F35-EC33-FBD7EF713936}"/>
          </ac:picMkLst>
        </pc:picChg>
      </pc:sldChg>
      <pc:sldChg chg="modSp">
        <pc:chgData name="Akhil Kukadiya" userId="S::akhil.kukadiya@tatvasoft.com::f739c6cb-6fd2-470d-a4ab-8ce914b02e38" providerId="AD" clId="Web-{D800DBE2-0A44-50CF-932E-C3809415E632}" dt="2025-12-31T06:05:15.541" v="502" actId="20577"/>
        <pc:sldMkLst>
          <pc:docMk/>
          <pc:sldMk cId="581974987" sldId="358"/>
        </pc:sldMkLst>
        <pc:spChg chg="mod">
          <ac:chgData name="Akhil Kukadiya" userId="S::akhil.kukadiya@tatvasoft.com::f739c6cb-6fd2-470d-a4ab-8ce914b02e38" providerId="AD" clId="Web-{D800DBE2-0A44-50CF-932E-C3809415E632}" dt="2025-12-31T06:05:15.541" v="502" actId="20577"/>
          <ac:spMkLst>
            <pc:docMk/>
            <pc:sldMk cId="581974987" sldId="358"/>
            <ac:spMk id="4" creationId="{374969C0-4EA1-4517-1EFA-140C2B232C47}"/>
          </ac:spMkLst>
        </pc:spChg>
      </pc:sldChg>
      <pc:sldChg chg="addSp delSp modSp">
        <pc:chgData name="Akhil Kukadiya" userId="S::akhil.kukadiya@tatvasoft.com::f739c6cb-6fd2-470d-a4ab-8ce914b02e38" providerId="AD" clId="Web-{D800DBE2-0A44-50CF-932E-C3809415E632}" dt="2025-12-31T06:22:38.164" v="679" actId="1076"/>
        <pc:sldMkLst>
          <pc:docMk/>
          <pc:sldMk cId="779712943" sldId="359"/>
        </pc:sldMkLst>
        <pc:spChg chg="add mod">
          <ac:chgData name="Akhil Kukadiya" userId="S::akhil.kukadiya@tatvasoft.com::f739c6cb-6fd2-470d-a4ab-8ce914b02e38" providerId="AD" clId="Web-{D800DBE2-0A44-50CF-932E-C3809415E632}" dt="2025-12-31T06:22:38.164" v="679" actId="1076"/>
          <ac:spMkLst>
            <pc:docMk/>
            <pc:sldMk cId="779712943" sldId="359"/>
            <ac:spMk id="2" creationId="{FAA3D3C2-6F4E-A489-9F68-5B04DF80E716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6:05:57.916" v="515" actId="20577"/>
          <ac:spMkLst>
            <pc:docMk/>
            <pc:sldMk cId="779712943" sldId="359"/>
            <ac:spMk id="3" creationId="{9BD8E20D-A1AA-C5D9-C03A-5416D477008B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6:07:22.527" v="525" actId="20577"/>
          <ac:spMkLst>
            <pc:docMk/>
            <pc:sldMk cId="779712943" sldId="359"/>
            <ac:spMk id="4" creationId="{2043F647-E674-B5F6-99ED-17924B63FC23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6:22:32.882" v="677" actId="1076"/>
          <ac:picMkLst>
            <pc:docMk/>
            <pc:sldMk cId="779712943" sldId="359"/>
            <ac:picMk id="5" creationId="{3E1C7012-5443-B27F-6071-F7CE0042CA1D}"/>
          </ac:picMkLst>
        </pc:picChg>
      </pc:sldChg>
      <pc:sldChg chg="addSp delSp modSp">
        <pc:chgData name="Akhil Kukadiya" userId="S::akhil.kukadiya@tatvasoft.com::f739c6cb-6fd2-470d-a4ab-8ce914b02e38" providerId="AD" clId="Web-{D800DBE2-0A44-50CF-932E-C3809415E632}" dt="2025-12-31T06:16:54.880" v="548"/>
        <pc:sldMkLst>
          <pc:docMk/>
          <pc:sldMk cId="82266400" sldId="362"/>
        </pc:sldMkLst>
        <pc:spChg chg="mod">
          <ac:chgData name="Akhil Kukadiya" userId="S::akhil.kukadiya@tatvasoft.com::f739c6cb-6fd2-470d-a4ab-8ce914b02e38" providerId="AD" clId="Web-{D800DBE2-0A44-50CF-932E-C3809415E632}" dt="2025-12-31T06:16:25.628" v="541" actId="20577"/>
          <ac:spMkLst>
            <pc:docMk/>
            <pc:sldMk cId="82266400" sldId="362"/>
            <ac:spMk id="3" creationId="{2559D151-44FB-2C0E-126D-695635E47A84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6:16:54.880" v="548"/>
          <ac:picMkLst>
            <pc:docMk/>
            <pc:sldMk cId="82266400" sldId="362"/>
            <ac:picMk id="2" creationId="{DA8D26E8-9EA8-9DAE-7FC1-0EEC1AF365ED}"/>
          </ac:picMkLst>
        </pc:picChg>
      </pc:sldChg>
      <pc:sldChg chg="modSp">
        <pc:chgData name="Akhil Kukadiya" userId="S::akhil.kukadiya@tatvasoft.com::f739c6cb-6fd2-470d-a4ab-8ce914b02e38" providerId="AD" clId="Web-{D800DBE2-0A44-50CF-932E-C3809415E632}" dt="2025-12-31T05:32:05.551" v="376" actId="20577"/>
        <pc:sldMkLst>
          <pc:docMk/>
          <pc:sldMk cId="3216947096" sldId="363"/>
        </pc:sldMkLst>
        <pc:spChg chg="mod">
          <ac:chgData name="Akhil Kukadiya" userId="S::akhil.kukadiya@tatvasoft.com::f739c6cb-6fd2-470d-a4ab-8ce914b02e38" providerId="AD" clId="Web-{D800DBE2-0A44-50CF-932E-C3809415E632}" dt="2025-12-31T05:31:48.924" v="365" actId="20577"/>
          <ac:spMkLst>
            <pc:docMk/>
            <pc:sldMk cId="3216947096" sldId="363"/>
            <ac:spMk id="3" creationId="{809FD6D8-503B-B90C-777F-DC71097EE411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5:32:05.551" v="376" actId="20577"/>
          <ac:spMkLst>
            <pc:docMk/>
            <pc:sldMk cId="3216947096" sldId="363"/>
            <ac:spMk id="4" creationId="{2A8F268C-5A0F-519D-317B-97863DABD467}"/>
          </ac:spMkLst>
        </pc:spChg>
      </pc:sldChg>
      <pc:sldChg chg="addSp delSp modSp">
        <pc:chgData name="Akhil Kukadiya" userId="S::akhil.kukadiya@tatvasoft.com::f739c6cb-6fd2-470d-a4ab-8ce914b02e38" providerId="AD" clId="Web-{D800DBE2-0A44-50CF-932E-C3809415E632}" dt="2025-12-31T05:07:49.734" v="271" actId="20577"/>
        <pc:sldMkLst>
          <pc:docMk/>
          <pc:sldMk cId="893795697" sldId="364"/>
        </pc:sldMkLst>
        <pc:spChg chg="mod">
          <ac:chgData name="Akhil Kukadiya" userId="S::akhil.kukadiya@tatvasoft.com::f739c6cb-6fd2-470d-a4ab-8ce914b02e38" providerId="AD" clId="Web-{D800DBE2-0A44-50CF-932E-C3809415E632}" dt="2025-12-31T04:51:44.975" v="104" actId="20577"/>
          <ac:spMkLst>
            <pc:docMk/>
            <pc:sldMk cId="893795697" sldId="364"/>
            <ac:spMk id="3" creationId="{6E0EB572-1EBD-10B1-5D4A-28068DDE43C7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5:07:06.749" v="256" actId="20577"/>
          <ac:spMkLst>
            <pc:docMk/>
            <pc:sldMk cId="893795697" sldId="364"/>
            <ac:spMk id="4" creationId="{C3443028-D58F-CB71-4A4C-C06E19586BEB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4:54:21.900" v="157" actId="1076"/>
          <ac:picMkLst>
            <pc:docMk/>
            <pc:sldMk cId="893795697" sldId="364"/>
            <ac:picMk id="5" creationId="{EC5F1BEA-F6DC-EE2E-63D6-95FC778B1890}"/>
          </ac:picMkLst>
        </pc:picChg>
      </pc:sldChg>
      <pc:sldChg chg="addSp delSp modSp">
        <pc:chgData name="Akhil Kukadiya" userId="S::akhil.kukadiya@tatvasoft.com::f739c6cb-6fd2-470d-a4ab-8ce914b02e38" providerId="AD" clId="Web-{D800DBE2-0A44-50CF-932E-C3809415E632}" dt="2025-12-31T06:47:55.332" v="767"/>
        <pc:sldMkLst>
          <pc:docMk/>
          <pc:sldMk cId="3346337561" sldId="365"/>
        </pc:sldMkLst>
        <pc:spChg chg="mod">
          <ac:chgData name="Akhil Kukadiya" userId="S::akhil.kukadiya@tatvasoft.com::f739c6cb-6fd2-470d-a4ab-8ce914b02e38" providerId="AD" clId="Web-{D800DBE2-0A44-50CF-932E-C3809415E632}" dt="2025-12-31T04:55:38.870" v="162" actId="20577"/>
          <ac:spMkLst>
            <pc:docMk/>
            <pc:sldMk cId="3346337561" sldId="365"/>
            <ac:spMk id="3" creationId="{DC403912-A1DD-CA9A-0D8B-BB10174FB09B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6:47:55.332" v="767"/>
          <ac:picMkLst>
            <pc:docMk/>
            <pc:sldMk cId="3346337561" sldId="365"/>
            <ac:picMk id="2" creationId="{3662B3F3-0CE9-85D6-FBCB-E77E70F59D5B}"/>
          </ac:picMkLst>
        </pc:picChg>
      </pc:sldChg>
      <pc:sldChg chg="addSp delSp modSp">
        <pc:chgData name="Akhil Kukadiya" userId="S::akhil.kukadiya@tatvasoft.com::f739c6cb-6fd2-470d-a4ab-8ce914b02e38" providerId="AD" clId="Web-{D800DBE2-0A44-50CF-932E-C3809415E632}" dt="2025-12-31T05:06:44.280" v="250" actId="14100"/>
        <pc:sldMkLst>
          <pc:docMk/>
          <pc:sldMk cId="3768052557" sldId="366"/>
        </pc:sldMkLst>
        <pc:spChg chg="mod">
          <ac:chgData name="Akhil Kukadiya" userId="S::akhil.kukadiya@tatvasoft.com::f739c6cb-6fd2-470d-a4ab-8ce914b02e38" providerId="AD" clId="Web-{D800DBE2-0A44-50CF-932E-C3809415E632}" dt="2025-12-31T04:59:38.900" v="192" actId="20577"/>
          <ac:spMkLst>
            <pc:docMk/>
            <pc:sldMk cId="3768052557" sldId="366"/>
            <ac:spMk id="3" creationId="{9F7429B3-BA10-598F-0D81-3406A7B7CBB1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5:02:04.363" v="220" actId="1076"/>
          <ac:spMkLst>
            <pc:docMk/>
            <pc:sldMk cId="3768052557" sldId="366"/>
            <ac:spMk id="4" creationId="{A15164B2-A47E-9464-A5A2-D20C6A35B75B}"/>
          </ac:spMkLst>
        </pc:spChg>
        <pc:spChg chg="add mod">
          <ac:chgData name="Akhil Kukadiya" userId="S::akhil.kukadiya@tatvasoft.com::f739c6cb-6fd2-470d-a4ab-8ce914b02e38" providerId="AD" clId="Web-{D800DBE2-0A44-50CF-932E-C3809415E632}" dt="2025-12-31T05:06:44.280" v="250" actId="14100"/>
          <ac:spMkLst>
            <pc:docMk/>
            <pc:sldMk cId="3768052557" sldId="366"/>
            <ac:spMk id="6" creationId="{EB0DDB04-816B-3F09-CF92-476FE6C85E83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5:06:10.841" v="231" actId="1076"/>
          <ac:picMkLst>
            <pc:docMk/>
            <pc:sldMk cId="3768052557" sldId="366"/>
            <ac:picMk id="5" creationId="{22CE014E-33A0-213A-0D7C-6B086F2897FD}"/>
          </ac:picMkLst>
        </pc:picChg>
      </pc:sldChg>
      <pc:sldChg chg="addSp delSp modSp">
        <pc:chgData name="Akhil Kukadiya" userId="S::akhil.kukadiya@tatvasoft.com::f739c6cb-6fd2-470d-a4ab-8ce914b02e38" providerId="AD" clId="Web-{D800DBE2-0A44-50CF-932E-C3809415E632}" dt="2025-12-31T05:09:37.268" v="290"/>
        <pc:sldMkLst>
          <pc:docMk/>
          <pc:sldMk cId="732360158" sldId="367"/>
        </pc:sldMkLst>
        <pc:spChg chg="mod">
          <ac:chgData name="Akhil Kukadiya" userId="S::akhil.kukadiya@tatvasoft.com::f739c6cb-6fd2-470d-a4ab-8ce914b02e38" providerId="AD" clId="Web-{D800DBE2-0A44-50CF-932E-C3809415E632}" dt="2025-12-31T05:09:17.924" v="282" actId="20577"/>
          <ac:spMkLst>
            <pc:docMk/>
            <pc:sldMk cId="732360158" sldId="367"/>
            <ac:spMk id="3" creationId="{E9BC812C-9002-463A-5CE9-7FA629AD5343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5:09:37.268" v="290"/>
          <ac:picMkLst>
            <pc:docMk/>
            <pc:sldMk cId="732360158" sldId="367"/>
            <ac:picMk id="2" creationId="{A056C22A-F2DB-41EB-11C5-C4C0BA6AFDB5}"/>
          </ac:picMkLst>
        </pc:picChg>
      </pc:sldChg>
      <pc:sldChg chg="addSp delSp modSp add replId">
        <pc:chgData name="Akhil Kukadiya" userId="S::akhil.kukadiya@tatvasoft.com::f739c6cb-6fd2-470d-a4ab-8ce914b02e38" providerId="AD" clId="Web-{D800DBE2-0A44-50CF-932E-C3809415E632}" dt="2025-12-31T05:11:37.707" v="354"/>
        <pc:sldMkLst>
          <pc:docMk/>
          <pc:sldMk cId="140784282" sldId="393"/>
        </pc:sldMkLst>
        <pc:graphicFrameChg chg="add mod modGraphic">
          <ac:chgData name="Akhil Kukadiya" userId="S::akhil.kukadiya@tatvasoft.com::f739c6cb-6fd2-470d-a4ab-8ce914b02e38" providerId="AD" clId="Web-{D800DBE2-0A44-50CF-932E-C3809415E632}" dt="2025-12-31T05:11:37.707" v="354"/>
          <ac:graphicFrameMkLst>
            <pc:docMk/>
            <pc:sldMk cId="140784282" sldId="393"/>
            <ac:graphicFrameMk id="5" creationId="{7AA731CD-BA8D-6218-FEC6-235B898D8CC6}"/>
          </ac:graphicFrameMkLst>
        </pc:graphicFrameChg>
      </pc:sldChg>
      <pc:sldChg chg="addSp modSp add replId">
        <pc:chgData name="Akhil Kukadiya" userId="S::akhil.kukadiya@tatvasoft.com::f739c6cb-6fd2-470d-a4ab-8ce914b02e38" providerId="AD" clId="Web-{D800DBE2-0A44-50CF-932E-C3809415E632}" dt="2025-12-31T06:19:57.200" v="633"/>
        <pc:sldMkLst>
          <pc:docMk/>
          <pc:sldMk cId="505849411" sldId="394"/>
        </pc:sldMkLst>
        <pc:graphicFrameChg chg="add mod modGraphic">
          <ac:chgData name="Akhil Kukadiya" userId="S::akhil.kukadiya@tatvasoft.com::f739c6cb-6fd2-470d-a4ab-8ce914b02e38" providerId="AD" clId="Web-{D800DBE2-0A44-50CF-932E-C3809415E632}" dt="2025-12-31T06:19:57.200" v="633"/>
          <ac:graphicFrameMkLst>
            <pc:docMk/>
            <pc:sldMk cId="505849411" sldId="394"/>
            <ac:graphicFrameMk id="4" creationId="{4C4FAB75-E2FD-B37F-4B60-9BB010B0379F}"/>
          </ac:graphicFrameMkLst>
        </pc:graphicFrameChg>
      </pc:sldChg>
      <pc:sldChg chg="addSp modSp add ord replId">
        <pc:chgData name="Akhil Kukadiya" userId="S::akhil.kukadiya@tatvasoft.com::f739c6cb-6fd2-470d-a4ab-8ce914b02e38" providerId="AD" clId="Web-{D800DBE2-0A44-50CF-932E-C3809415E632}" dt="2025-12-31T07:00:51.571" v="850"/>
        <pc:sldMkLst>
          <pc:docMk/>
          <pc:sldMk cId="4130296478" sldId="395"/>
        </pc:sldMkLst>
        <pc:spChg chg="add mod">
          <ac:chgData name="Akhil Kukadiya" userId="S::akhil.kukadiya@tatvasoft.com::f739c6cb-6fd2-470d-a4ab-8ce914b02e38" providerId="AD" clId="Web-{D800DBE2-0A44-50CF-932E-C3809415E632}" dt="2025-12-31T06:30:46.275" v="742" actId="14100"/>
          <ac:spMkLst>
            <pc:docMk/>
            <pc:sldMk cId="4130296478" sldId="395"/>
            <ac:spMk id="2" creationId="{99FB9323-2BD7-2257-77CD-F60151D3D918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6:29:11.179" v="694" actId="20577"/>
          <ac:spMkLst>
            <pc:docMk/>
            <pc:sldMk cId="4130296478" sldId="395"/>
            <ac:spMk id="3" creationId="{0F69D395-1614-957E-A20E-9ED0C91C351D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6:30:23.368" v="733" actId="14100"/>
          <ac:spMkLst>
            <pc:docMk/>
            <pc:sldMk cId="4130296478" sldId="395"/>
            <ac:spMk id="4" creationId="{051032E5-2120-5956-2961-17868E466E39}"/>
          </ac:spMkLst>
        </pc:spChg>
      </pc:sldChg>
      <pc:sldChg chg="addSp delSp modSp add replId">
        <pc:chgData name="Akhil Kukadiya" userId="S::akhil.kukadiya@tatvasoft.com::f739c6cb-6fd2-470d-a4ab-8ce914b02e38" providerId="AD" clId="Web-{D800DBE2-0A44-50CF-932E-C3809415E632}" dt="2025-12-31T06:36:13.356" v="762" actId="1076"/>
        <pc:sldMkLst>
          <pc:docMk/>
          <pc:sldMk cId="1699820602" sldId="396"/>
        </pc:sldMkLst>
        <pc:spChg chg="mod">
          <ac:chgData name="Akhil Kukadiya" userId="S::akhil.kukadiya@tatvasoft.com::f739c6cb-6fd2-470d-a4ab-8ce914b02e38" providerId="AD" clId="Web-{D800DBE2-0A44-50CF-932E-C3809415E632}" dt="2025-12-31T06:31:42.151" v="744" actId="20577"/>
          <ac:spMkLst>
            <pc:docMk/>
            <pc:sldMk cId="1699820602" sldId="396"/>
            <ac:spMk id="3" creationId="{CECCF6FC-50E3-A445-7B30-C9BE3ED6E067}"/>
          </ac:spMkLst>
        </pc:spChg>
        <pc:spChg chg="mod">
          <ac:chgData name="Akhil Kukadiya" userId="S::akhil.kukadiya@tatvasoft.com::f739c6cb-6fd2-470d-a4ab-8ce914b02e38" providerId="AD" clId="Web-{D800DBE2-0A44-50CF-932E-C3809415E632}" dt="2025-12-31T06:32:43.840" v="751" actId="20577"/>
          <ac:spMkLst>
            <pc:docMk/>
            <pc:sldMk cId="1699820602" sldId="396"/>
            <ac:spMk id="4" creationId="{7F05872E-F5CE-0B83-D307-2DE0BF004149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6:36:13.356" v="762" actId="1076"/>
          <ac:picMkLst>
            <pc:docMk/>
            <pc:sldMk cId="1699820602" sldId="396"/>
            <ac:picMk id="6" creationId="{20DA6494-0990-C5F7-0684-3A8E55A5C9A6}"/>
          </ac:picMkLst>
        </pc:picChg>
      </pc:sldChg>
      <pc:sldChg chg="addSp delSp modSp add replId">
        <pc:chgData name="Akhil Kukadiya" userId="S::akhil.kukadiya@tatvasoft.com::f739c6cb-6fd2-470d-a4ab-8ce914b02e38" providerId="AD" clId="Web-{D800DBE2-0A44-50CF-932E-C3809415E632}" dt="2025-12-31T06:51:32.692" v="799" actId="20577"/>
        <pc:sldMkLst>
          <pc:docMk/>
          <pc:sldMk cId="2981771780" sldId="397"/>
        </pc:sldMkLst>
        <pc:spChg chg="mod">
          <ac:chgData name="Akhil Kukadiya" userId="S::akhil.kukadiya@tatvasoft.com::f739c6cb-6fd2-470d-a4ab-8ce914b02e38" providerId="AD" clId="Web-{D800DBE2-0A44-50CF-932E-C3809415E632}" dt="2025-12-31T06:48:56.535" v="773" actId="20577"/>
          <ac:spMkLst>
            <pc:docMk/>
            <pc:sldMk cId="2981771780" sldId="397"/>
            <ac:spMk id="3" creationId="{EC90F375-CFA4-105A-DC9C-8F2B0C83B839}"/>
          </ac:spMkLst>
        </pc:spChg>
        <pc:spChg chg="add mod">
          <ac:chgData name="Akhil Kukadiya" userId="S::akhil.kukadiya@tatvasoft.com::f739c6cb-6fd2-470d-a4ab-8ce914b02e38" providerId="AD" clId="Web-{D800DBE2-0A44-50CF-932E-C3809415E632}" dt="2025-12-31T06:49:16.504" v="781" actId="1076"/>
          <ac:spMkLst>
            <pc:docMk/>
            <pc:sldMk cId="2981771780" sldId="397"/>
            <ac:spMk id="4" creationId="{622BD71E-D097-8B61-AC44-11469C8C936A}"/>
          </ac:spMkLst>
        </pc:spChg>
        <pc:spChg chg="add mod">
          <ac:chgData name="Akhil Kukadiya" userId="S::akhil.kukadiya@tatvasoft.com::f739c6cb-6fd2-470d-a4ab-8ce914b02e38" providerId="AD" clId="Web-{D800DBE2-0A44-50CF-932E-C3809415E632}" dt="2025-12-31T06:51:32.692" v="799" actId="20577"/>
          <ac:spMkLst>
            <pc:docMk/>
            <pc:sldMk cId="2981771780" sldId="397"/>
            <ac:spMk id="6" creationId="{CF3AFF65-6927-9DF6-1570-283EF9EFCF58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6:51:25.489" v="794" actId="1076"/>
          <ac:picMkLst>
            <pc:docMk/>
            <pc:sldMk cId="2981771780" sldId="397"/>
            <ac:picMk id="5" creationId="{30819D9B-C82E-C340-FED9-60122D7CD7FA}"/>
          </ac:picMkLst>
        </pc:picChg>
      </pc:sldChg>
      <pc:sldChg chg="addSp delSp modSp add replId">
        <pc:chgData name="Akhil Kukadiya" userId="S::akhil.kukadiya@tatvasoft.com::f739c6cb-6fd2-470d-a4ab-8ce914b02e38" providerId="AD" clId="Web-{D800DBE2-0A44-50CF-932E-C3809415E632}" dt="2025-12-31T06:53:25.021" v="823"/>
        <pc:sldMkLst>
          <pc:docMk/>
          <pc:sldMk cId="3398734492" sldId="398"/>
        </pc:sldMkLst>
        <pc:spChg chg="add del mod">
          <ac:chgData name="Akhil Kukadiya" userId="S::akhil.kukadiya@tatvasoft.com::f739c6cb-6fd2-470d-a4ab-8ce914b02e38" providerId="AD" clId="Web-{D800DBE2-0A44-50CF-932E-C3809415E632}" dt="2025-12-31T06:53:03.849" v="810"/>
          <ac:spMkLst>
            <pc:docMk/>
            <pc:sldMk cId="3398734492" sldId="398"/>
            <ac:spMk id="3" creationId="{3AA326C5-4E95-8D56-8B28-7F420BDE4FC7}"/>
          </ac:spMkLst>
        </pc:spChg>
        <pc:picChg chg="add mod">
          <ac:chgData name="Akhil Kukadiya" userId="S::akhil.kukadiya@tatvasoft.com::f739c6cb-6fd2-470d-a4ab-8ce914b02e38" providerId="AD" clId="Web-{D800DBE2-0A44-50CF-932E-C3809415E632}" dt="2025-12-31T06:53:25.021" v="823"/>
          <ac:picMkLst>
            <pc:docMk/>
            <pc:sldMk cId="3398734492" sldId="398"/>
            <ac:picMk id="2" creationId="{66D768F6-4236-2598-8DEC-DFE0EAB48201}"/>
          </ac:picMkLst>
        </pc:picChg>
      </pc:sldChg>
    </pc:docChg>
  </pc:docChgLst>
  <pc:docChgLst>
    <pc:chgData name="Akhil Kukadiya" userId="S::akhil.kukadiya@tatvasoft.com::f739c6cb-6fd2-470d-a4ab-8ce914b02e38" providerId="AD" clId="Web-{17658B58-37FB-0ED0-B907-5D552685C250}"/>
    <pc:docChg chg="addSld modSld sldOrd">
      <pc:chgData name="Akhil Kukadiya" userId="S::akhil.kukadiya@tatvasoft.com::f739c6cb-6fd2-470d-a4ab-8ce914b02e38" providerId="AD" clId="Web-{17658B58-37FB-0ED0-B907-5D552685C250}" dt="2026-01-01T10:11:33.144" v="939"/>
      <pc:docMkLst>
        <pc:docMk/>
      </pc:docMkLst>
      <pc:sldChg chg="ord">
        <pc:chgData name="Akhil Kukadiya" userId="S::akhil.kukadiya@tatvasoft.com::f739c6cb-6fd2-470d-a4ab-8ce914b02e38" providerId="AD" clId="Web-{17658B58-37FB-0ED0-B907-5D552685C250}" dt="2026-01-01T10:09:37.297" v="935"/>
        <pc:sldMkLst>
          <pc:docMk/>
          <pc:sldMk cId="4115986924" sldId="347"/>
        </pc:sldMkLst>
      </pc:sldChg>
      <pc:sldChg chg="modSp ord">
        <pc:chgData name="Akhil Kukadiya" userId="S::akhil.kukadiya@tatvasoft.com::f739c6cb-6fd2-470d-a4ab-8ce914b02e38" providerId="AD" clId="Web-{17658B58-37FB-0ED0-B907-5D552685C250}" dt="2026-01-01T10:08:53.998" v="933"/>
        <pc:sldMkLst>
          <pc:docMk/>
          <pc:sldMk cId="2289315951" sldId="399"/>
        </pc:sldMkLst>
        <pc:spChg chg="mod">
          <ac:chgData name="Akhil Kukadiya" userId="S::akhil.kukadiya@tatvasoft.com::f739c6cb-6fd2-470d-a4ab-8ce914b02e38" providerId="AD" clId="Web-{17658B58-37FB-0ED0-B907-5D552685C250}" dt="2026-01-01T09:08:34.123" v="20" actId="20577"/>
          <ac:spMkLst>
            <pc:docMk/>
            <pc:sldMk cId="2289315951" sldId="399"/>
            <ac:spMk id="3" creationId="{8C210E4E-7E6A-8B4D-019C-4086726292F0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09:09:41.484" v="53" actId="20577"/>
          <ac:spMkLst>
            <pc:docMk/>
            <pc:sldMk cId="2289315951" sldId="399"/>
            <ac:spMk id="4" creationId="{A32ADA5A-7B01-C7CE-398E-EB58BFDBB406}"/>
          </ac:spMkLst>
        </pc:spChg>
      </pc:sldChg>
      <pc:sldChg chg="add replId">
        <pc:chgData name="Akhil Kukadiya" userId="S::akhil.kukadiya@tatvasoft.com::f739c6cb-6fd2-470d-a4ab-8ce914b02e38" providerId="AD" clId="Web-{17658B58-37FB-0ED0-B907-5D552685C250}" dt="2026-01-01T09:08:04.825" v="0"/>
        <pc:sldMkLst>
          <pc:docMk/>
          <pc:sldMk cId="1793038103" sldId="409"/>
        </pc:sldMkLst>
      </pc:sldChg>
      <pc:sldChg chg="addSp delSp modSp add ord replId">
        <pc:chgData name="Akhil Kukadiya" userId="S::akhil.kukadiya@tatvasoft.com::f739c6cb-6fd2-470d-a4ab-8ce914b02e38" providerId="AD" clId="Web-{17658B58-37FB-0ED0-B907-5D552685C250}" dt="2026-01-01T10:08:53.998" v="932"/>
        <pc:sldMkLst>
          <pc:docMk/>
          <pc:sldMk cId="3365567498" sldId="410"/>
        </pc:sldMkLst>
        <pc:spChg chg="mod">
          <ac:chgData name="Akhil Kukadiya" userId="S::akhil.kukadiya@tatvasoft.com::f739c6cb-6fd2-470d-a4ab-8ce914b02e38" providerId="AD" clId="Web-{17658B58-37FB-0ED0-B907-5D552685C250}" dt="2026-01-01T09:09:58.172" v="57" actId="20577"/>
          <ac:spMkLst>
            <pc:docMk/>
            <pc:sldMk cId="3365567498" sldId="410"/>
            <ac:spMk id="3" creationId="{D50A5682-F19F-2B90-FD5A-78BED2EDDE00}"/>
          </ac:spMkLst>
        </pc:spChg>
        <pc:spChg chg="add mod">
          <ac:chgData name="Akhil Kukadiya" userId="S::akhil.kukadiya@tatvasoft.com::f739c6cb-6fd2-470d-a4ab-8ce914b02e38" providerId="AD" clId="Web-{17658B58-37FB-0ED0-B907-5D552685C250}" dt="2026-01-01T09:13:48.160" v="92" actId="20577"/>
          <ac:spMkLst>
            <pc:docMk/>
            <pc:sldMk cId="3365567498" sldId="410"/>
            <ac:spMk id="5" creationId="{C67D83DA-BB43-F106-659D-50D3C1F8D37B}"/>
          </ac:spMkLst>
        </pc:spChg>
        <pc:spChg chg="add mod">
          <ac:chgData name="Akhil Kukadiya" userId="S::akhil.kukadiya@tatvasoft.com::f739c6cb-6fd2-470d-a4ab-8ce914b02e38" providerId="AD" clId="Web-{17658B58-37FB-0ED0-B907-5D552685C250}" dt="2026-01-01T09:14:48.473" v="122" actId="20577"/>
          <ac:spMkLst>
            <pc:docMk/>
            <pc:sldMk cId="3365567498" sldId="410"/>
            <ac:spMk id="6" creationId="{E7B350E8-E4D8-1580-FD8C-969EBC63766E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13:58.379" v="94"/>
          <ac:picMkLst>
            <pc:docMk/>
            <pc:sldMk cId="3365567498" sldId="410"/>
            <ac:picMk id="2" creationId="{ABD6BF99-BDE6-489A-DB23-418B754B6875}"/>
          </ac:picMkLst>
        </pc:picChg>
        <pc:picChg chg="add mod">
          <ac:chgData name="Akhil Kukadiya" userId="S::akhil.kukadiya@tatvasoft.com::f739c6cb-6fd2-470d-a4ab-8ce914b02e38" providerId="AD" clId="Web-{17658B58-37FB-0ED0-B907-5D552685C250}" dt="2026-01-01T09:15:32.318" v="126"/>
          <ac:picMkLst>
            <pc:docMk/>
            <pc:sldMk cId="3365567498" sldId="410"/>
            <ac:picMk id="7" creationId="{62C1B3A0-EF31-387E-C071-B6C8B54CBB6F}"/>
          </ac:picMkLst>
        </pc:picChg>
      </pc:sldChg>
      <pc:sldChg chg="addSp modSp add ord replId">
        <pc:chgData name="Akhil Kukadiya" userId="S::akhil.kukadiya@tatvasoft.com::f739c6cb-6fd2-470d-a4ab-8ce914b02e38" providerId="AD" clId="Web-{17658B58-37FB-0ED0-B907-5D552685C250}" dt="2026-01-01T10:08:53.998" v="931"/>
        <pc:sldMkLst>
          <pc:docMk/>
          <pc:sldMk cId="3448897727" sldId="411"/>
        </pc:sldMkLst>
        <pc:spChg chg="mod">
          <ac:chgData name="Akhil Kukadiya" userId="S::akhil.kukadiya@tatvasoft.com::f739c6cb-6fd2-470d-a4ab-8ce914b02e38" providerId="AD" clId="Web-{17658B58-37FB-0ED0-B907-5D552685C250}" dt="2026-01-01T09:16:10.553" v="136" actId="20577"/>
          <ac:spMkLst>
            <pc:docMk/>
            <pc:sldMk cId="3448897727" sldId="411"/>
            <ac:spMk id="3" creationId="{FA3A5BA4-D8A0-624A-D3CF-A1BBE7EE9AD0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09:23:24.304" v="227" actId="20577"/>
          <ac:spMkLst>
            <pc:docMk/>
            <pc:sldMk cId="3448897727" sldId="411"/>
            <ac:spMk id="4" creationId="{96B994E1-2BE2-7CAC-BAB3-8F425280890C}"/>
          </ac:spMkLst>
        </pc:spChg>
        <pc:spChg chg="add mod">
          <ac:chgData name="Akhil Kukadiya" userId="S::akhil.kukadiya@tatvasoft.com::f739c6cb-6fd2-470d-a4ab-8ce914b02e38" providerId="AD" clId="Web-{17658B58-37FB-0ED0-B907-5D552685C250}" dt="2026-01-01T09:23:16.679" v="224" actId="1076"/>
          <ac:spMkLst>
            <pc:docMk/>
            <pc:sldMk cId="3448897727" sldId="411"/>
            <ac:spMk id="6" creationId="{76152159-6B5C-D9D7-68E4-0D6227F78409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19:48.761" v="187"/>
          <ac:picMkLst>
            <pc:docMk/>
            <pc:sldMk cId="3448897727" sldId="411"/>
            <ac:picMk id="2" creationId="{6E90E1F0-BC37-0DBF-38B9-F0F34BD817B4}"/>
          </ac:picMkLst>
        </pc:picChg>
        <pc:picChg chg="add mod">
          <ac:chgData name="Akhil Kukadiya" userId="S::akhil.kukadiya@tatvasoft.com::f739c6cb-6fd2-470d-a4ab-8ce914b02e38" providerId="AD" clId="Web-{17658B58-37FB-0ED0-B907-5D552685C250}" dt="2026-01-01T09:20:52.312" v="200"/>
          <ac:picMkLst>
            <pc:docMk/>
            <pc:sldMk cId="3448897727" sldId="411"/>
            <ac:picMk id="5" creationId="{826C1832-8132-659D-53B6-5B4AFF6B9738}"/>
          </ac:picMkLst>
        </pc:picChg>
      </pc:sldChg>
      <pc:sldChg chg="addSp delSp modSp add ord replId">
        <pc:chgData name="Akhil Kukadiya" userId="S::akhil.kukadiya@tatvasoft.com::f739c6cb-6fd2-470d-a4ab-8ce914b02e38" providerId="AD" clId="Web-{17658B58-37FB-0ED0-B907-5D552685C250}" dt="2026-01-01T10:08:53.998" v="930"/>
        <pc:sldMkLst>
          <pc:docMk/>
          <pc:sldMk cId="748399164" sldId="412"/>
        </pc:sldMkLst>
        <pc:spChg chg="mod">
          <ac:chgData name="Akhil Kukadiya" userId="S::akhil.kukadiya@tatvasoft.com::f739c6cb-6fd2-470d-a4ab-8ce914b02e38" providerId="AD" clId="Web-{17658B58-37FB-0ED0-B907-5D552685C250}" dt="2026-01-01T09:22:56.256" v="220" actId="20577"/>
          <ac:spMkLst>
            <pc:docMk/>
            <pc:sldMk cId="748399164" sldId="412"/>
            <ac:spMk id="3" creationId="{FA81D6EB-0D2E-4599-362E-0B653DAE541B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09:27:28.155" v="377" actId="20577"/>
          <ac:spMkLst>
            <pc:docMk/>
            <pc:sldMk cId="748399164" sldId="412"/>
            <ac:spMk id="4" creationId="{78F9EF38-DDC4-7A3D-37EA-4B4DF882C553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09:26:43.154" v="374" actId="20577"/>
          <ac:spMkLst>
            <pc:docMk/>
            <pc:sldMk cId="748399164" sldId="412"/>
            <ac:spMk id="6" creationId="{1DB68014-A0B1-50E9-C630-52958C4B0730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33:48.051" v="527"/>
          <ac:picMkLst>
            <pc:docMk/>
            <pc:sldMk cId="748399164" sldId="412"/>
            <ac:picMk id="7" creationId="{D8A69BCD-BD7C-B758-0245-E13B5CE125DB}"/>
          </ac:picMkLst>
        </pc:picChg>
        <pc:picChg chg="add mod">
          <ac:chgData name="Akhil Kukadiya" userId="S::akhil.kukadiya@tatvasoft.com::f739c6cb-6fd2-470d-a4ab-8ce914b02e38" providerId="AD" clId="Web-{17658B58-37FB-0ED0-B907-5D552685C250}" dt="2026-01-01T09:34:34.099" v="531"/>
          <ac:picMkLst>
            <pc:docMk/>
            <pc:sldMk cId="748399164" sldId="412"/>
            <ac:picMk id="8" creationId="{2C456D06-4FA3-6D62-099B-9E8F08311939}"/>
          </ac:picMkLst>
        </pc:picChg>
      </pc:sldChg>
      <pc:sldChg chg="addSp modSp add ord replId">
        <pc:chgData name="Akhil Kukadiya" userId="S::akhil.kukadiya@tatvasoft.com::f739c6cb-6fd2-470d-a4ab-8ce914b02e38" providerId="AD" clId="Web-{17658B58-37FB-0ED0-B907-5D552685C250}" dt="2026-01-01T10:08:53.998" v="929"/>
        <pc:sldMkLst>
          <pc:docMk/>
          <pc:sldMk cId="2636800891" sldId="413"/>
        </pc:sldMkLst>
        <pc:spChg chg="mod">
          <ac:chgData name="Akhil Kukadiya" userId="S::akhil.kukadiya@tatvasoft.com::f739c6cb-6fd2-470d-a4ab-8ce914b02e38" providerId="AD" clId="Web-{17658B58-37FB-0ED0-B907-5D552685C250}" dt="2026-01-01T09:37:21.652" v="572" actId="20577"/>
          <ac:spMkLst>
            <pc:docMk/>
            <pc:sldMk cId="2636800891" sldId="413"/>
            <ac:spMk id="4" creationId="{C796C3F1-3228-DA74-E5CB-3B50E17AB5D2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09:37:03.245" v="555" actId="20577"/>
          <ac:spMkLst>
            <pc:docMk/>
            <pc:sldMk cId="2636800891" sldId="413"/>
            <ac:spMk id="6" creationId="{10B7D241-E230-D3CC-77C0-E74DDCE743FA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35:27.974" v="535"/>
          <ac:picMkLst>
            <pc:docMk/>
            <pc:sldMk cId="2636800891" sldId="413"/>
            <ac:picMk id="2" creationId="{78D7A727-F5C3-9EDE-A15B-18A6AA960179}"/>
          </ac:picMkLst>
        </pc:picChg>
        <pc:picChg chg="add mod">
          <ac:chgData name="Akhil Kukadiya" userId="S::akhil.kukadiya@tatvasoft.com::f739c6cb-6fd2-470d-a4ab-8ce914b02e38" providerId="AD" clId="Web-{17658B58-37FB-0ED0-B907-5D552685C250}" dt="2026-01-01T09:36:14.116" v="541"/>
          <ac:picMkLst>
            <pc:docMk/>
            <pc:sldMk cId="2636800891" sldId="413"/>
            <ac:picMk id="5" creationId="{DB20F944-D28E-4E18-6DDF-1CF0C311263F}"/>
          </ac:picMkLst>
        </pc:picChg>
      </pc:sldChg>
      <pc:sldChg chg="addSp delSp modSp add ord replId">
        <pc:chgData name="Akhil Kukadiya" userId="S::akhil.kukadiya@tatvasoft.com::f739c6cb-6fd2-470d-a4ab-8ce914b02e38" providerId="AD" clId="Web-{17658B58-37FB-0ED0-B907-5D552685C250}" dt="2026-01-01T10:08:53.998" v="928"/>
        <pc:sldMkLst>
          <pc:docMk/>
          <pc:sldMk cId="1905228334" sldId="414"/>
        </pc:sldMkLst>
        <pc:spChg chg="mod">
          <ac:chgData name="Akhil Kukadiya" userId="S::akhil.kukadiya@tatvasoft.com::f739c6cb-6fd2-470d-a4ab-8ce914b02e38" providerId="AD" clId="Web-{17658B58-37FB-0ED0-B907-5D552685C250}" dt="2026-01-01T09:39:53.551" v="582" actId="20577"/>
          <ac:spMkLst>
            <pc:docMk/>
            <pc:sldMk cId="1905228334" sldId="414"/>
            <ac:spMk id="3" creationId="{BFF19296-1BAC-E1F4-F7F0-54DA35753F8F}"/>
          </ac:spMkLst>
        </pc:spChg>
        <pc:spChg chg="add mod">
          <ac:chgData name="Akhil Kukadiya" userId="S::akhil.kukadiya@tatvasoft.com::f739c6cb-6fd2-470d-a4ab-8ce914b02e38" providerId="AD" clId="Web-{17658B58-37FB-0ED0-B907-5D552685C250}" dt="2026-01-01T09:40:42.912" v="596" actId="1076"/>
          <ac:spMkLst>
            <pc:docMk/>
            <pc:sldMk cId="1905228334" sldId="414"/>
            <ac:spMk id="7" creationId="{DFD4C115-B63A-D3EB-B9FD-E4B5A39A3825}"/>
          </ac:spMkLst>
        </pc:spChg>
        <pc:spChg chg="add mod">
          <ac:chgData name="Akhil Kukadiya" userId="S::akhil.kukadiya@tatvasoft.com::f739c6cb-6fd2-470d-a4ab-8ce914b02e38" providerId="AD" clId="Web-{17658B58-37FB-0ED0-B907-5D552685C250}" dt="2026-01-01T09:41:59.196" v="609" actId="1076"/>
          <ac:spMkLst>
            <pc:docMk/>
            <pc:sldMk cId="1905228334" sldId="414"/>
            <ac:spMk id="9" creationId="{9E419E0F-DE35-0F49-16DD-3C64BDDF5D42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42:48.557" v="612" actId="1076"/>
          <ac:picMkLst>
            <pc:docMk/>
            <pc:sldMk cId="1905228334" sldId="414"/>
            <ac:picMk id="8" creationId="{0AB416D0-1244-BC8F-38CB-28DEC10E6921}"/>
          </ac:picMkLst>
        </pc:picChg>
        <pc:picChg chg="add mod">
          <ac:chgData name="Akhil Kukadiya" userId="S::akhil.kukadiya@tatvasoft.com::f739c6cb-6fd2-470d-a4ab-8ce914b02e38" providerId="AD" clId="Web-{17658B58-37FB-0ED0-B907-5D552685C250}" dt="2026-01-01T09:42:57.463" v="614"/>
          <ac:picMkLst>
            <pc:docMk/>
            <pc:sldMk cId="1905228334" sldId="414"/>
            <ac:picMk id="10" creationId="{5563B592-832B-41E0-4C2D-B20E8B3B4B92}"/>
          </ac:picMkLst>
        </pc:picChg>
      </pc:sldChg>
      <pc:sldChg chg="addSp delSp modSp add ord replId">
        <pc:chgData name="Akhil Kukadiya" userId="S::akhil.kukadiya@tatvasoft.com::f739c6cb-6fd2-470d-a4ab-8ce914b02e38" providerId="AD" clId="Web-{17658B58-37FB-0ED0-B907-5D552685C250}" dt="2026-01-01T10:08:53.998" v="927"/>
        <pc:sldMkLst>
          <pc:docMk/>
          <pc:sldMk cId="934995289" sldId="415"/>
        </pc:sldMkLst>
        <pc:spChg chg="mod">
          <ac:chgData name="Akhil Kukadiya" userId="S::akhil.kukadiya@tatvasoft.com::f739c6cb-6fd2-470d-a4ab-8ce914b02e38" providerId="AD" clId="Web-{17658B58-37FB-0ED0-B907-5D552685C250}" dt="2026-01-01T09:47:13" v="666" actId="20577"/>
          <ac:spMkLst>
            <pc:docMk/>
            <pc:sldMk cId="934995289" sldId="415"/>
            <ac:spMk id="7" creationId="{C60197BD-4328-1CDC-C998-C9231E79897A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45:20.498" v="644"/>
          <ac:picMkLst>
            <pc:docMk/>
            <pc:sldMk cId="934995289" sldId="415"/>
            <ac:picMk id="2" creationId="{1EC885E6-AD11-7C48-0DE9-7BADC62552FB}"/>
          </ac:picMkLst>
        </pc:picChg>
      </pc:sldChg>
      <pc:sldChg chg="addSp delSp modSp add ord replId">
        <pc:chgData name="Akhil Kukadiya" userId="S::akhil.kukadiya@tatvasoft.com::f739c6cb-6fd2-470d-a4ab-8ce914b02e38" providerId="AD" clId="Web-{17658B58-37FB-0ED0-B907-5D552685C250}" dt="2026-01-01T10:08:53.998" v="926"/>
        <pc:sldMkLst>
          <pc:docMk/>
          <pc:sldMk cId="4031598521" sldId="416"/>
        </pc:sldMkLst>
        <pc:spChg chg="add mod">
          <ac:chgData name="Akhil Kukadiya" userId="S::akhil.kukadiya@tatvasoft.com::f739c6cb-6fd2-470d-a4ab-8ce914b02e38" providerId="AD" clId="Web-{17658B58-37FB-0ED0-B907-5D552685C250}" dt="2026-01-01T09:47:27.140" v="668" actId="20577"/>
          <ac:spMkLst>
            <pc:docMk/>
            <pc:sldMk cId="4031598521" sldId="416"/>
            <ac:spMk id="5" creationId="{D6566A9C-C610-962E-742F-00C9E577D9A9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09:47:24.265" v="667" actId="20577"/>
          <ac:spMkLst>
            <pc:docMk/>
            <pc:sldMk cId="4031598521" sldId="416"/>
            <ac:spMk id="7" creationId="{69EAD151-A2E4-7B34-305E-89546FB169F2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46:18.546" v="654"/>
          <ac:picMkLst>
            <pc:docMk/>
            <pc:sldMk cId="4031598521" sldId="416"/>
            <ac:picMk id="4" creationId="{9AFEBDE3-C32F-D278-6A74-279DFAD621F0}"/>
          </ac:picMkLst>
        </pc:picChg>
        <pc:picChg chg="add mod">
          <ac:chgData name="Akhil Kukadiya" userId="S::akhil.kukadiya@tatvasoft.com::f739c6cb-6fd2-470d-a4ab-8ce914b02e38" providerId="AD" clId="Web-{17658B58-37FB-0ED0-B907-5D552685C250}" dt="2026-01-01T09:49:59.174" v="674" actId="1076"/>
          <ac:picMkLst>
            <pc:docMk/>
            <pc:sldMk cId="4031598521" sldId="416"/>
            <ac:picMk id="6" creationId="{F7C253B4-FC6C-FD4E-0EF0-7F415CC380A4}"/>
          </ac:picMkLst>
        </pc:picChg>
      </pc:sldChg>
      <pc:sldChg chg="addSp delSp modSp add ord replId">
        <pc:chgData name="Akhil Kukadiya" userId="S::akhil.kukadiya@tatvasoft.com::f739c6cb-6fd2-470d-a4ab-8ce914b02e38" providerId="AD" clId="Web-{17658B58-37FB-0ED0-B907-5D552685C250}" dt="2026-01-01T10:08:53.998" v="925"/>
        <pc:sldMkLst>
          <pc:docMk/>
          <pc:sldMk cId="4168136591" sldId="417"/>
        </pc:sldMkLst>
        <pc:spChg chg="add mod">
          <ac:chgData name="Akhil Kukadiya" userId="S::akhil.kukadiya@tatvasoft.com::f739c6cb-6fd2-470d-a4ab-8ce914b02e38" providerId="AD" clId="Web-{17658B58-37FB-0ED0-B907-5D552685C250}" dt="2026-01-01T09:52:36.457" v="727" actId="1076"/>
          <ac:spMkLst>
            <pc:docMk/>
            <pc:sldMk cId="4168136591" sldId="417"/>
            <ac:spMk id="2" creationId="{7D0D4A89-4F46-43D4-C641-22F68BC403BD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09:51:07.346" v="697" actId="20577"/>
          <ac:spMkLst>
            <pc:docMk/>
            <pc:sldMk cId="4168136591" sldId="417"/>
            <ac:spMk id="3" creationId="{43277324-D13D-EE85-3443-17AC41D45F00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09:51:39.144" v="716" actId="20577"/>
          <ac:spMkLst>
            <pc:docMk/>
            <pc:sldMk cId="4168136591" sldId="417"/>
            <ac:spMk id="7" creationId="{87886478-0B55-967F-98BF-723717D8655F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53:37.944" v="731"/>
          <ac:picMkLst>
            <pc:docMk/>
            <pc:sldMk cId="4168136591" sldId="417"/>
            <ac:picMk id="8" creationId="{101DDACA-429D-3C6E-C6AE-89B8FCB0FE3B}"/>
          </ac:picMkLst>
        </pc:picChg>
      </pc:sldChg>
      <pc:sldChg chg="addSp delSp modSp add ord replId">
        <pc:chgData name="Akhil Kukadiya" userId="S::akhil.kukadiya@tatvasoft.com::f739c6cb-6fd2-470d-a4ab-8ce914b02e38" providerId="AD" clId="Web-{17658B58-37FB-0ED0-B907-5D552685C250}" dt="2026-01-01T10:11:33.144" v="939"/>
        <pc:sldMkLst>
          <pc:docMk/>
          <pc:sldMk cId="495916431" sldId="420"/>
        </pc:sldMkLst>
        <pc:spChg chg="mod">
          <ac:chgData name="Akhil Kukadiya" userId="S::akhil.kukadiya@tatvasoft.com::f739c6cb-6fd2-470d-a4ab-8ce914b02e38" providerId="AD" clId="Web-{17658B58-37FB-0ED0-B907-5D552685C250}" dt="2026-01-01T09:57:05.987" v="754" actId="20577"/>
          <ac:spMkLst>
            <pc:docMk/>
            <pc:sldMk cId="495916431" sldId="420"/>
            <ac:spMk id="3" creationId="{585EFE0F-60A3-6726-3489-9DC972257D5F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09:57:56.411" v="768"/>
          <ac:picMkLst>
            <pc:docMk/>
            <pc:sldMk cId="495916431" sldId="420"/>
            <ac:picMk id="4" creationId="{AE4539FC-947A-8274-CA7B-96803443F90B}"/>
          </ac:picMkLst>
        </pc:picChg>
        <pc:picChg chg="add mod">
          <ac:chgData name="Akhil Kukadiya" userId="S::akhil.kukadiya@tatvasoft.com::f739c6cb-6fd2-470d-a4ab-8ce914b02e38" providerId="AD" clId="Web-{17658B58-37FB-0ED0-B907-5D552685C250}" dt="2026-01-01T10:11:33.144" v="939"/>
          <ac:picMkLst>
            <pc:docMk/>
            <pc:sldMk cId="495916431" sldId="420"/>
            <ac:picMk id="5" creationId="{C029E935-072F-67FC-B181-AFF40F3AC960}"/>
          </ac:picMkLst>
        </pc:picChg>
      </pc:sldChg>
      <pc:sldChg chg="addSp delSp modSp add ord replId">
        <pc:chgData name="Akhil Kukadiya" userId="S::akhil.kukadiya@tatvasoft.com::f739c6cb-6fd2-470d-a4ab-8ce914b02e38" providerId="AD" clId="Web-{17658B58-37FB-0ED0-B907-5D552685C250}" dt="2026-01-01T10:08:53.998" v="923"/>
        <pc:sldMkLst>
          <pc:docMk/>
          <pc:sldMk cId="4287567649" sldId="423"/>
        </pc:sldMkLst>
        <pc:spChg chg="add mod">
          <ac:chgData name="Akhil Kukadiya" userId="S::akhil.kukadiya@tatvasoft.com::f739c6cb-6fd2-470d-a4ab-8ce914b02e38" providerId="AD" clId="Web-{17658B58-37FB-0ED0-B907-5D552685C250}" dt="2026-01-01T10:05:53.574" v="845" actId="20577"/>
          <ac:spMkLst>
            <pc:docMk/>
            <pc:sldMk cId="4287567649" sldId="423"/>
            <ac:spMk id="2" creationId="{6B203958-4C21-3C6A-0B27-FBB6B0C2CA05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10:03:52.977" v="790" actId="20577"/>
          <ac:spMkLst>
            <pc:docMk/>
            <pc:sldMk cId="4287567649" sldId="423"/>
            <ac:spMk id="3" creationId="{CB1CB6B5-18A9-49B3-8404-05FE5CF81657}"/>
          </ac:spMkLst>
        </pc:spChg>
        <pc:picChg chg="add mod">
          <ac:chgData name="Akhil Kukadiya" userId="S::akhil.kukadiya@tatvasoft.com::f739c6cb-6fd2-470d-a4ab-8ce914b02e38" providerId="AD" clId="Web-{17658B58-37FB-0ED0-B907-5D552685C250}" dt="2026-01-01T10:06:03.091" v="847"/>
          <ac:picMkLst>
            <pc:docMk/>
            <pc:sldMk cId="4287567649" sldId="423"/>
            <ac:picMk id="5" creationId="{3857000F-0384-DA51-3134-2C76999E5166}"/>
          </ac:picMkLst>
        </pc:picChg>
        <pc:picChg chg="add mod">
          <ac:chgData name="Akhil Kukadiya" userId="S::akhil.kukadiya@tatvasoft.com::f739c6cb-6fd2-470d-a4ab-8ce914b02e38" providerId="AD" clId="Web-{17658B58-37FB-0ED0-B907-5D552685C250}" dt="2026-01-01T10:06:49.123" v="853"/>
          <ac:picMkLst>
            <pc:docMk/>
            <pc:sldMk cId="4287567649" sldId="423"/>
            <ac:picMk id="6" creationId="{951BA743-DABC-515E-A96F-46C20A0A8C44}"/>
          </ac:picMkLst>
        </pc:picChg>
      </pc:sldChg>
      <pc:sldChg chg="delSp modSp add ord replId">
        <pc:chgData name="Akhil Kukadiya" userId="S::akhil.kukadiya@tatvasoft.com::f739c6cb-6fd2-470d-a4ab-8ce914b02e38" providerId="AD" clId="Web-{17658B58-37FB-0ED0-B907-5D552685C250}" dt="2026-01-01T10:08:53.998" v="922"/>
        <pc:sldMkLst>
          <pc:docMk/>
          <pc:sldMk cId="2546018506" sldId="425"/>
        </pc:sldMkLst>
        <pc:spChg chg="mod">
          <ac:chgData name="Akhil Kukadiya" userId="S::akhil.kukadiya@tatvasoft.com::f739c6cb-6fd2-470d-a4ab-8ce914b02e38" providerId="AD" clId="Web-{17658B58-37FB-0ED0-B907-5D552685C250}" dt="2026-01-01T10:08:18.920" v="921" actId="20577"/>
          <ac:spMkLst>
            <pc:docMk/>
            <pc:sldMk cId="2546018506" sldId="425"/>
            <ac:spMk id="2" creationId="{00C1185D-545B-B3A2-F34E-8401A069587E}"/>
          </ac:spMkLst>
        </pc:spChg>
        <pc:spChg chg="mod">
          <ac:chgData name="Akhil Kukadiya" userId="S::akhil.kukadiya@tatvasoft.com::f739c6cb-6fd2-470d-a4ab-8ce914b02e38" providerId="AD" clId="Web-{17658B58-37FB-0ED0-B907-5D552685C250}" dt="2026-01-01T10:07:44.061" v="885" actId="20577"/>
          <ac:spMkLst>
            <pc:docMk/>
            <pc:sldMk cId="2546018506" sldId="425"/>
            <ac:spMk id="3" creationId="{A8DBF99C-5436-6740-1245-ECB6152CEE74}"/>
          </ac:spMkLst>
        </pc:spChg>
      </pc:sldChg>
    </pc:docChg>
  </pc:docChgLst>
  <pc:docChgLst>
    <pc:chgData name="Akhil Kukadiya" userId="S::akhil.kukadiya@tatvasoft.com::f739c6cb-6fd2-470d-a4ab-8ce914b02e38" providerId="AD" clId="Web-{8A3453EF-96E7-F75A-4A24-C1CFEB28762F}"/>
    <pc:docChg chg="addSld modSld sldOrd">
      <pc:chgData name="Akhil Kukadiya" userId="S::akhil.kukadiya@tatvasoft.com::f739c6cb-6fd2-470d-a4ab-8ce914b02e38" providerId="AD" clId="Web-{8A3453EF-96E7-F75A-4A24-C1CFEB28762F}" dt="2026-01-01T12:59:59.539" v="588"/>
      <pc:docMkLst>
        <pc:docMk/>
      </pc:docMkLst>
      <pc:sldChg chg="ord">
        <pc:chgData name="Akhil Kukadiya" userId="S::akhil.kukadiya@tatvasoft.com::f739c6cb-6fd2-470d-a4ab-8ce914b02e38" providerId="AD" clId="Web-{8A3453EF-96E7-F75A-4A24-C1CFEB28762F}" dt="2026-01-01T10:36:17.089" v="11"/>
        <pc:sldMkLst>
          <pc:docMk/>
          <pc:sldMk cId="2289315951" sldId="399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6:17.089" v="10"/>
        <pc:sldMkLst>
          <pc:docMk/>
          <pc:sldMk cId="3365567498" sldId="410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6:17.089" v="9"/>
        <pc:sldMkLst>
          <pc:docMk/>
          <pc:sldMk cId="3448897727" sldId="411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6:17.089" v="8"/>
        <pc:sldMkLst>
          <pc:docMk/>
          <pc:sldMk cId="748399164" sldId="412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6:17.089" v="7"/>
        <pc:sldMkLst>
          <pc:docMk/>
          <pc:sldMk cId="2636800891" sldId="413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6:17.089" v="6"/>
        <pc:sldMkLst>
          <pc:docMk/>
          <pc:sldMk cId="1905228334" sldId="414"/>
        </pc:sldMkLst>
      </pc:sldChg>
      <pc:sldChg chg="modSp ord">
        <pc:chgData name="Akhil Kukadiya" userId="S::akhil.kukadiya@tatvasoft.com::f739c6cb-6fd2-470d-a4ab-8ce914b02e38" providerId="AD" clId="Web-{8A3453EF-96E7-F75A-4A24-C1CFEB28762F}" dt="2026-01-01T12:59:52.023" v="586"/>
        <pc:sldMkLst>
          <pc:docMk/>
          <pc:sldMk cId="934995289" sldId="415"/>
        </pc:sldMkLst>
        <pc:picChg chg="mod">
          <ac:chgData name="Akhil Kukadiya" userId="S::akhil.kukadiya@tatvasoft.com::f739c6cb-6fd2-470d-a4ab-8ce914b02e38" providerId="AD" clId="Web-{8A3453EF-96E7-F75A-4A24-C1CFEB28762F}" dt="2026-01-01T12:59:52.023" v="586"/>
          <ac:picMkLst>
            <pc:docMk/>
            <pc:sldMk cId="934995289" sldId="415"/>
            <ac:picMk id="2" creationId="{1EC885E6-AD11-7C48-0DE9-7BADC62552FB}"/>
          </ac:picMkLst>
        </pc:picChg>
      </pc:sldChg>
      <pc:sldChg chg="modSp ord">
        <pc:chgData name="Akhil Kukadiya" userId="S::akhil.kukadiya@tatvasoft.com::f739c6cb-6fd2-470d-a4ab-8ce914b02e38" providerId="AD" clId="Web-{8A3453EF-96E7-F75A-4A24-C1CFEB28762F}" dt="2026-01-01T12:59:44.538" v="585"/>
        <pc:sldMkLst>
          <pc:docMk/>
          <pc:sldMk cId="4031598521" sldId="416"/>
        </pc:sldMkLst>
        <pc:picChg chg="mod">
          <ac:chgData name="Akhil Kukadiya" userId="S::akhil.kukadiya@tatvasoft.com::f739c6cb-6fd2-470d-a4ab-8ce914b02e38" providerId="AD" clId="Web-{8A3453EF-96E7-F75A-4A24-C1CFEB28762F}" dt="2026-01-01T12:59:41.710" v="584"/>
          <ac:picMkLst>
            <pc:docMk/>
            <pc:sldMk cId="4031598521" sldId="416"/>
            <ac:picMk id="4" creationId="{9AFEBDE3-C32F-D278-6A74-279DFAD621F0}"/>
          </ac:picMkLst>
        </pc:picChg>
        <pc:picChg chg="mod">
          <ac:chgData name="Akhil Kukadiya" userId="S::akhil.kukadiya@tatvasoft.com::f739c6cb-6fd2-470d-a4ab-8ce914b02e38" providerId="AD" clId="Web-{8A3453EF-96E7-F75A-4A24-C1CFEB28762F}" dt="2026-01-01T12:59:44.538" v="585"/>
          <ac:picMkLst>
            <pc:docMk/>
            <pc:sldMk cId="4031598521" sldId="416"/>
            <ac:picMk id="6" creationId="{F7C253B4-FC6C-FD4E-0EF0-7F415CC380A4}"/>
          </ac:picMkLst>
        </pc:picChg>
      </pc:sldChg>
      <pc:sldChg chg="modSp ord">
        <pc:chgData name="Akhil Kukadiya" userId="S::akhil.kukadiya@tatvasoft.com::f739c6cb-6fd2-470d-a4ab-8ce914b02e38" providerId="AD" clId="Web-{8A3453EF-96E7-F75A-4A24-C1CFEB28762F}" dt="2026-01-01T12:59:37.569" v="583"/>
        <pc:sldMkLst>
          <pc:docMk/>
          <pc:sldMk cId="4168136591" sldId="417"/>
        </pc:sldMkLst>
        <pc:picChg chg="mod">
          <ac:chgData name="Akhil Kukadiya" userId="S::akhil.kukadiya@tatvasoft.com::f739c6cb-6fd2-470d-a4ab-8ce914b02e38" providerId="AD" clId="Web-{8A3453EF-96E7-F75A-4A24-C1CFEB28762F}" dt="2026-01-01T12:59:37.569" v="583"/>
          <ac:picMkLst>
            <pc:docMk/>
            <pc:sldMk cId="4168136591" sldId="417"/>
            <ac:picMk id="8" creationId="{101DDACA-429D-3C6E-C6AE-89B8FCB0FE3B}"/>
          </ac:picMkLst>
        </pc:picChg>
      </pc:sldChg>
      <pc:sldChg chg="modSp ord">
        <pc:chgData name="Akhil Kukadiya" userId="S::akhil.kukadiya@tatvasoft.com::f739c6cb-6fd2-470d-a4ab-8ce914b02e38" providerId="AD" clId="Web-{8A3453EF-96E7-F75A-4A24-C1CFEB28762F}" dt="2026-01-01T12:59:30.459" v="582"/>
        <pc:sldMkLst>
          <pc:docMk/>
          <pc:sldMk cId="495916431" sldId="420"/>
        </pc:sldMkLst>
        <pc:picChg chg="mod">
          <ac:chgData name="Akhil Kukadiya" userId="S::akhil.kukadiya@tatvasoft.com::f739c6cb-6fd2-470d-a4ab-8ce914b02e38" providerId="AD" clId="Web-{8A3453EF-96E7-F75A-4A24-C1CFEB28762F}" dt="2026-01-01T12:59:30.459" v="582"/>
          <ac:picMkLst>
            <pc:docMk/>
            <pc:sldMk cId="495916431" sldId="420"/>
            <ac:picMk id="4" creationId="{AE4539FC-947A-8274-CA7B-96803443F90B}"/>
          </ac:picMkLst>
        </pc:picChg>
        <pc:picChg chg="mod">
          <ac:chgData name="Akhil Kukadiya" userId="S::akhil.kukadiya@tatvasoft.com::f739c6cb-6fd2-470d-a4ab-8ce914b02e38" providerId="AD" clId="Web-{8A3453EF-96E7-F75A-4A24-C1CFEB28762F}" dt="2026-01-01T12:59:26.756" v="581"/>
          <ac:picMkLst>
            <pc:docMk/>
            <pc:sldMk cId="495916431" sldId="420"/>
            <ac:picMk id="5" creationId="{C029E935-072F-67FC-B181-AFF40F3AC960}"/>
          </ac:picMkLst>
        </pc:picChg>
      </pc:sldChg>
      <pc:sldChg chg="modSp ord">
        <pc:chgData name="Akhil Kukadiya" userId="S::akhil.kukadiya@tatvasoft.com::f739c6cb-6fd2-470d-a4ab-8ce914b02e38" providerId="AD" clId="Web-{8A3453EF-96E7-F75A-4A24-C1CFEB28762F}" dt="2026-01-01T12:59:59.539" v="588"/>
        <pc:sldMkLst>
          <pc:docMk/>
          <pc:sldMk cId="4287567649" sldId="423"/>
        </pc:sldMkLst>
        <pc:picChg chg="mod">
          <ac:chgData name="Akhil Kukadiya" userId="S::akhil.kukadiya@tatvasoft.com::f739c6cb-6fd2-470d-a4ab-8ce914b02e38" providerId="AD" clId="Web-{8A3453EF-96E7-F75A-4A24-C1CFEB28762F}" dt="2026-01-01T12:59:56.117" v="587"/>
          <ac:picMkLst>
            <pc:docMk/>
            <pc:sldMk cId="4287567649" sldId="423"/>
            <ac:picMk id="5" creationId="{3857000F-0384-DA51-3134-2C76999E5166}"/>
          </ac:picMkLst>
        </pc:picChg>
        <pc:picChg chg="mod">
          <ac:chgData name="Akhil Kukadiya" userId="S::akhil.kukadiya@tatvasoft.com::f739c6cb-6fd2-470d-a4ab-8ce914b02e38" providerId="AD" clId="Web-{8A3453EF-96E7-F75A-4A24-C1CFEB28762F}" dt="2026-01-01T12:59:59.539" v="588"/>
          <ac:picMkLst>
            <pc:docMk/>
            <pc:sldMk cId="4287567649" sldId="423"/>
            <ac:picMk id="6" creationId="{951BA743-DABC-515E-A96F-46C20A0A8C44}"/>
          </ac:picMkLst>
        </pc:picChg>
      </pc:sldChg>
      <pc:sldChg chg="ord">
        <pc:chgData name="Akhil Kukadiya" userId="S::akhil.kukadiya@tatvasoft.com::f739c6cb-6fd2-470d-a4ab-8ce914b02e38" providerId="AD" clId="Web-{8A3453EF-96E7-F75A-4A24-C1CFEB28762F}" dt="2026-01-01T10:37:09.309" v="16"/>
        <pc:sldMkLst>
          <pc:docMk/>
          <pc:sldMk cId="166293420" sldId="424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6:17.089" v="0"/>
        <pc:sldMkLst>
          <pc:docMk/>
          <pc:sldMk cId="2546018506" sldId="425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7:09.309" v="15"/>
        <pc:sldMkLst>
          <pc:docMk/>
          <pc:sldMk cId="2393279441" sldId="426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7:09.309" v="14"/>
        <pc:sldMkLst>
          <pc:docMk/>
          <pc:sldMk cId="3548819122" sldId="427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7:09.293" v="13"/>
        <pc:sldMkLst>
          <pc:docMk/>
          <pc:sldMk cId="3933338897" sldId="428"/>
        </pc:sldMkLst>
      </pc:sldChg>
      <pc:sldChg chg="ord">
        <pc:chgData name="Akhil Kukadiya" userId="S::akhil.kukadiya@tatvasoft.com::f739c6cb-6fd2-470d-a4ab-8ce914b02e38" providerId="AD" clId="Web-{8A3453EF-96E7-F75A-4A24-C1CFEB28762F}" dt="2026-01-01T10:37:09.293" v="12"/>
        <pc:sldMkLst>
          <pc:docMk/>
          <pc:sldMk cId="3256744804" sldId="429"/>
        </pc:sldMkLst>
      </pc:sldChg>
      <pc:sldChg chg="modSp add replId">
        <pc:chgData name="Akhil Kukadiya" userId="S::akhil.kukadiya@tatvasoft.com::f739c6cb-6fd2-470d-a4ab-8ce914b02e38" providerId="AD" clId="Web-{8A3453EF-96E7-F75A-4A24-C1CFEB28762F}" dt="2026-01-01T10:50:58.095" v="44" actId="20577"/>
        <pc:sldMkLst>
          <pc:docMk/>
          <pc:sldMk cId="1330914351" sldId="430"/>
        </pc:sldMkLst>
        <pc:spChg chg="mod">
          <ac:chgData name="Akhil Kukadiya" userId="S::akhil.kukadiya@tatvasoft.com::f739c6cb-6fd2-470d-a4ab-8ce914b02e38" providerId="AD" clId="Web-{8A3453EF-96E7-F75A-4A24-C1CFEB28762F}" dt="2026-01-01T10:41:35.485" v="24" actId="20577"/>
          <ac:spMkLst>
            <pc:docMk/>
            <pc:sldMk cId="1330914351" sldId="430"/>
            <ac:spMk id="3" creationId="{545709B0-E6F5-274E-A58D-6A76877E742B}"/>
          </ac:spMkLst>
        </pc:spChg>
        <pc:spChg chg="mod">
          <ac:chgData name="Akhil Kukadiya" userId="S::akhil.kukadiya@tatvasoft.com::f739c6cb-6fd2-470d-a4ab-8ce914b02e38" providerId="AD" clId="Web-{8A3453EF-96E7-F75A-4A24-C1CFEB28762F}" dt="2026-01-01T10:50:58.095" v="44" actId="20577"/>
          <ac:spMkLst>
            <pc:docMk/>
            <pc:sldMk cId="1330914351" sldId="430"/>
            <ac:spMk id="4" creationId="{DFE743D2-5939-6E3E-7E73-A51801ADB219}"/>
          </ac:spMkLst>
        </pc:spChg>
      </pc:sldChg>
      <pc:sldChg chg="addSp modSp add replId">
        <pc:chgData name="Akhil Kukadiya" userId="S::akhil.kukadiya@tatvasoft.com::f739c6cb-6fd2-470d-a4ab-8ce914b02e38" providerId="AD" clId="Web-{8A3453EF-96E7-F75A-4A24-C1CFEB28762F}" dt="2026-01-01T12:58:33.596" v="568"/>
        <pc:sldMkLst>
          <pc:docMk/>
          <pc:sldMk cId="497234485" sldId="431"/>
        </pc:sldMkLst>
        <pc:spChg chg="mod">
          <ac:chgData name="Akhil Kukadiya" userId="S::akhil.kukadiya@tatvasoft.com::f739c6cb-6fd2-470d-a4ab-8ce914b02e38" providerId="AD" clId="Web-{8A3453EF-96E7-F75A-4A24-C1CFEB28762F}" dt="2026-01-01T10:53:49.647" v="98" actId="20577"/>
          <ac:spMkLst>
            <pc:docMk/>
            <pc:sldMk cId="497234485" sldId="431"/>
            <ac:spMk id="3" creationId="{B84B79B2-4829-74BA-AAF2-44EF43F29E5B}"/>
          </ac:spMkLst>
        </pc:spChg>
        <pc:spChg chg="mod">
          <ac:chgData name="Akhil Kukadiya" userId="S::akhil.kukadiya@tatvasoft.com::f739c6cb-6fd2-470d-a4ab-8ce914b02e38" providerId="AD" clId="Web-{8A3453EF-96E7-F75A-4A24-C1CFEB28762F}" dt="2026-01-01T10:55:37.680" v="167" actId="1076"/>
          <ac:spMkLst>
            <pc:docMk/>
            <pc:sldMk cId="497234485" sldId="431"/>
            <ac:spMk id="4" creationId="{A42CA422-635D-92ED-FC3A-507A90A9553F}"/>
          </ac:spMkLst>
        </pc:spChg>
        <pc:spChg chg="add mod">
          <ac:chgData name="Akhil Kukadiya" userId="S::akhil.kukadiya@tatvasoft.com::f739c6cb-6fd2-470d-a4ab-8ce914b02e38" providerId="AD" clId="Web-{8A3453EF-96E7-F75A-4A24-C1CFEB28762F}" dt="2026-01-01T10:55:34.915" v="166" actId="20577"/>
          <ac:spMkLst>
            <pc:docMk/>
            <pc:sldMk cId="497234485" sldId="431"/>
            <ac:spMk id="5" creationId="{CAD4CB4F-1CB5-ABD7-52F7-2FED37A37E17}"/>
          </ac:spMkLst>
        </pc:spChg>
        <pc:picChg chg="add mod">
          <ac:chgData name="Akhil Kukadiya" userId="S::akhil.kukadiya@tatvasoft.com::f739c6cb-6fd2-470d-a4ab-8ce914b02e38" providerId="AD" clId="Web-{8A3453EF-96E7-F75A-4A24-C1CFEB28762F}" dt="2026-01-01T12:58:33.596" v="568"/>
          <ac:picMkLst>
            <pc:docMk/>
            <pc:sldMk cId="497234485" sldId="431"/>
            <ac:picMk id="2" creationId="{D48810AF-4799-7964-0A07-42A2DC2BBD17}"/>
          </ac:picMkLst>
        </pc:picChg>
      </pc:sldChg>
      <pc:sldChg chg="addSp delSp modSp add replId">
        <pc:chgData name="Akhil Kukadiya" userId="S::akhil.kukadiya@tatvasoft.com::f739c6cb-6fd2-470d-a4ab-8ce914b02e38" providerId="AD" clId="Web-{8A3453EF-96E7-F75A-4A24-C1CFEB28762F}" dt="2026-01-01T12:58:39.753" v="570"/>
        <pc:sldMkLst>
          <pc:docMk/>
          <pc:sldMk cId="4232374865" sldId="432"/>
        </pc:sldMkLst>
        <pc:spChg chg="mod">
          <ac:chgData name="Akhil Kukadiya" userId="S::akhil.kukadiya@tatvasoft.com::f739c6cb-6fd2-470d-a4ab-8ce914b02e38" providerId="AD" clId="Web-{8A3453EF-96E7-F75A-4A24-C1CFEB28762F}" dt="2026-01-01T11:01:44.380" v="189" actId="20577"/>
          <ac:spMkLst>
            <pc:docMk/>
            <pc:sldMk cId="4232374865" sldId="432"/>
            <ac:spMk id="3" creationId="{1D1BC0D7-BC00-D1B0-B3CD-6C21EFB5B443}"/>
          </ac:spMkLst>
        </pc:spChg>
        <pc:spChg chg="mod">
          <ac:chgData name="Akhil Kukadiya" userId="S::akhil.kukadiya@tatvasoft.com::f739c6cb-6fd2-470d-a4ab-8ce914b02e38" providerId="AD" clId="Web-{8A3453EF-96E7-F75A-4A24-C1CFEB28762F}" dt="2026-01-01T11:09:16.608" v="323" actId="20577"/>
          <ac:spMkLst>
            <pc:docMk/>
            <pc:sldMk cId="4232374865" sldId="432"/>
            <ac:spMk id="5" creationId="{0507C491-3ADC-11E2-5947-06125BD38F9E}"/>
          </ac:spMkLst>
        </pc:spChg>
        <pc:picChg chg="add mod">
          <ac:chgData name="Akhil Kukadiya" userId="S::akhil.kukadiya@tatvasoft.com::f739c6cb-6fd2-470d-a4ab-8ce914b02e38" providerId="AD" clId="Web-{8A3453EF-96E7-F75A-4A24-C1CFEB28762F}" dt="2026-01-01T12:58:39.753" v="570"/>
          <ac:picMkLst>
            <pc:docMk/>
            <pc:sldMk cId="4232374865" sldId="432"/>
            <ac:picMk id="6" creationId="{8640EC9D-CE09-9E50-6758-1A43AE518616}"/>
          </ac:picMkLst>
        </pc:picChg>
      </pc:sldChg>
      <pc:sldChg chg="addSp delSp modSp add replId">
        <pc:chgData name="Akhil Kukadiya" userId="S::akhil.kukadiya@tatvasoft.com::f739c6cb-6fd2-470d-a4ab-8ce914b02e38" providerId="AD" clId="Web-{8A3453EF-96E7-F75A-4A24-C1CFEB28762F}" dt="2026-01-01T12:58:45.144" v="572"/>
        <pc:sldMkLst>
          <pc:docMk/>
          <pc:sldMk cId="569548679" sldId="433"/>
        </pc:sldMkLst>
        <pc:spChg chg="mod">
          <ac:chgData name="Akhil Kukadiya" userId="S::akhil.kukadiya@tatvasoft.com::f739c6cb-6fd2-470d-a4ab-8ce914b02e38" providerId="AD" clId="Web-{8A3453EF-96E7-F75A-4A24-C1CFEB28762F}" dt="2026-01-01T11:11:48.487" v="356" actId="20577"/>
          <ac:spMkLst>
            <pc:docMk/>
            <pc:sldMk cId="569548679" sldId="433"/>
            <ac:spMk id="3" creationId="{227F45B7-56EB-1DA6-C3AB-2D5811A18031}"/>
          </ac:spMkLst>
        </pc:spChg>
        <pc:spChg chg="add mod">
          <ac:chgData name="Akhil Kukadiya" userId="S::akhil.kukadiya@tatvasoft.com::f739c6cb-6fd2-470d-a4ab-8ce914b02e38" providerId="AD" clId="Web-{8A3453EF-96E7-F75A-4A24-C1CFEB28762F}" dt="2026-01-01T11:12:28.941" v="370" actId="1076"/>
          <ac:spMkLst>
            <pc:docMk/>
            <pc:sldMk cId="569548679" sldId="433"/>
            <ac:spMk id="4" creationId="{D5FFA2FE-D192-0543-4E78-E6D86B9F1A34}"/>
          </ac:spMkLst>
        </pc:spChg>
        <pc:picChg chg="add mod">
          <ac:chgData name="Akhil Kukadiya" userId="S::akhil.kukadiya@tatvasoft.com::f739c6cb-6fd2-470d-a4ab-8ce914b02e38" providerId="AD" clId="Web-{8A3453EF-96E7-F75A-4A24-C1CFEB28762F}" dt="2026-01-01T12:58:45.144" v="572"/>
          <ac:picMkLst>
            <pc:docMk/>
            <pc:sldMk cId="569548679" sldId="433"/>
            <ac:picMk id="2" creationId="{014A6513-71F5-FC1A-51D5-6A4E91289C23}"/>
          </ac:picMkLst>
        </pc:picChg>
      </pc:sldChg>
      <pc:sldChg chg="addSp delSp modSp add replId">
        <pc:chgData name="Akhil Kukadiya" userId="S::akhil.kukadiya@tatvasoft.com::f739c6cb-6fd2-470d-a4ab-8ce914b02e38" providerId="AD" clId="Web-{8A3453EF-96E7-F75A-4A24-C1CFEB28762F}" dt="2026-01-01T12:58:51.097" v="574"/>
        <pc:sldMkLst>
          <pc:docMk/>
          <pc:sldMk cId="4134095275" sldId="434"/>
        </pc:sldMkLst>
        <pc:spChg chg="mod">
          <ac:chgData name="Akhil Kukadiya" userId="S::akhil.kukadiya@tatvasoft.com::f739c6cb-6fd2-470d-a4ab-8ce914b02e38" providerId="AD" clId="Web-{8A3453EF-96E7-F75A-4A24-C1CFEB28762F}" dt="2026-01-01T11:16:42.586" v="375" actId="20577"/>
          <ac:spMkLst>
            <pc:docMk/>
            <pc:sldMk cId="4134095275" sldId="434"/>
            <ac:spMk id="3" creationId="{48AA32FF-0880-5860-B74F-234A5E788AFC}"/>
          </ac:spMkLst>
        </pc:spChg>
        <pc:spChg chg="mod">
          <ac:chgData name="Akhil Kukadiya" userId="S::akhil.kukadiya@tatvasoft.com::f739c6cb-6fd2-470d-a4ab-8ce914b02e38" providerId="AD" clId="Web-{8A3453EF-96E7-F75A-4A24-C1CFEB28762F}" dt="2026-01-01T11:18:11.652" v="383" actId="20577"/>
          <ac:spMkLst>
            <pc:docMk/>
            <pc:sldMk cId="4134095275" sldId="434"/>
            <ac:spMk id="4" creationId="{9DF5C64F-C0FE-CB7A-4CEE-9B8A8064884F}"/>
          </ac:spMkLst>
        </pc:spChg>
        <pc:picChg chg="add mod">
          <ac:chgData name="Akhil Kukadiya" userId="S::akhil.kukadiya@tatvasoft.com::f739c6cb-6fd2-470d-a4ab-8ce914b02e38" providerId="AD" clId="Web-{8A3453EF-96E7-F75A-4A24-C1CFEB28762F}" dt="2026-01-01T12:58:51.097" v="574"/>
          <ac:picMkLst>
            <pc:docMk/>
            <pc:sldMk cId="4134095275" sldId="434"/>
            <ac:picMk id="5" creationId="{7712BB9D-D443-8134-321C-A6B9A949D21D}"/>
          </ac:picMkLst>
        </pc:picChg>
      </pc:sldChg>
      <pc:sldChg chg="modSp add replId">
        <pc:chgData name="Akhil Kukadiya" userId="S::akhil.kukadiya@tatvasoft.com::f739c6cb-6fd2-470d-a4ab-8ce914b02e38" providerId="AD" clId="Web-{8A3453EF-96E7-F75A-4A24-C1CFEB28762F}" dt="2026-01-01T12:58:54.847" v="575"/>
        <pc:sldMkLst>
          <pc:docMk/>
          <pc:sldMk cId="2860462752" sldId="435"/>
        </pc:sldMkLst>
        <pc:spChg chg="mod">
          <ac:chgData name="Akhil Kukadiya" userId="S::akhil.kukadiya@tatvasoft.com::f739c6cb-6fd2-470d-a4ab-8ce914b02e38" providerId="AD" clId="Web-{8A3453EF-96E7-F75A-4A24-C1CFEB28762F}" dt="2026-01-01T11:23:54.208" v="412" actId="20577"/>
          <ac:spMkLst>
            <pc:docMk/>
            <pc:sldMk cId="2860462752" sldId="435"/>
            <ac:spMk id="3" creationId="{3EC8B2A6-AA6B-C10B-9020-D26351CD6E22}"/>
          </ac:spMkLst>
        </pc:spChg>
        <pc:picChg chg="mod">
          <ac:chgData name="Akhil Kukadiya" userId="S::akhil.kukadiya@tatvasoft.com::f739c6cb-6fd2-470d-a4ab-8ce914b02e38" providerId="AD" clId="Web-{8A3453EF-96E7-F75A-4A24-C1CFEB28762F}" dt="2026-01-01T12:58:54.847" v="575"/>
          <ac:picMkLst>
            <pc:docMk/>
            <pc:sldMk cId="2860462752" sldId="435"/>
            <ac:picMk id="5" creationId="{C4E5E9EE-DC00-3B93-0FEF-214FB912E5C6}"/>
          </ac:picMkLst>
        </pc:picChg>
      </pc:sldChg>
      <pc:sldChg chg="addSp delSp modSp add replId">
        <pc:chgData name="Akhil Kukadiya" userId="S::akhil.kukadiya@tatvasoft.com::f739c6cb-6fd2-470d-a4ab-8ce914b02e38" providerId="AD" clId="Web-{8A3453EF-96E7-F75A-4A24-C1CFEB28762F}" dt="2026-01-01T12:59:02.411" v="577"/>
        <pc:sldMkLst>
          <pc:docMk/>
          <pc:sldMk cId="3536357225" sldId="436"/>
        </pc:sldMkLst>
        <pc:spChg chg="mod">
          <ac:chgData name="Akhil Kukadiya" userId="S::akhil.kukadiya@tatvasoft.com::f739c6cb-6fd2-470d-a4ab-8ce914b02e38" providerId="AD" clId="Web-{8A3453EF-96E7-F75A-4A24-C1CFEB28762F}" dt="2026-01-01T11:24:37.507" v="415" actId="20577"/>
          <ac:spMkLst>
            <pc:docMk/>
            <pc:sldMk cId="3536357225" sldId="436"/>
            <ac:spMk id="3" creationId="{8455B23D-285B-C5BA-4961-DBCC16E45644}"/>
          </ac:spMkLst>
        </pc:spChg>
        <pc:picChg chg="add mod">
          <ac:chgData name="Akhil Kukadiya" userId="S::akhil.kukadiya@tatvasoft.com::f739c6cb-6fd2-470d-a4ab-8ce914b02e38" providerId="AD" clId="Web-{8A3453EF-96E7-F75A-4A24-C1CFEB28762F}" dt="2026-01-01T12:59:02.411" v="577"/>
          <ac:picMkLst>
            <pc:docMk/>
            <pc:sldMk cId="3536357225" sldId="436"/>
            <ac:picMk id="2" creationId="{44E1DFA0-DEE9-50BB-C9DC-772B688C4A55}"/>
          </ac:picMkLst>
        </pc:picChg>
      </pc:sldChg>
      <pc:sldChg chg="addSp delSp modSp add replId">
        <pc:chgData name="Akhil Kukadiya" userId="S::akhil.kukadiya@tatvasoft.com::f739c6cb-6fd2-470d-a4ab-8ce914b02e38" providerId="AD" clId="Web-{8A3453EF-96E7-F75A-4A24-C1CFEB28762F}" dt="2026-01-01T12:59:06.505" v="578"/>
        <pc:sldMkLst>
          <pc:docMk/>
          <pc:sldMk cId="3091042702" sldId="437"/>
        </pc:sldMkLst>
        <pc:spChg chg="mod">
          <ac:chgData name="Akhil Kukadiya" userId="S::akhil.kukadiya@tatvasoft.com::f739c6cb-6fd2-470d-a4ab-8ce914b02e38" providerId="AD" clId="Web-{8A3453EF-96E7-F75A-4A24-C1CFEB28762F}" dt="2026-01-01T11:41:57.503" v="438" actId="20577"/>
          <ac:spMkLst>
            <pc:docMk/>
            <pc:sldMk cId="3091042702" sldId="437"/>
            <ac:spMk id="3" creationId="{B8CC2818-3B18-2C52-C365-49C73599ACD4}"/>
          </ac:spMkLst>
        </pc:spChg>
        <pc:picChg chg="add mod">
          <ac:chgData name="Akhil Kukadiya" userId="S::akhil.kukadiya@tatvasoft.com::f739c6cb-6fd2-470d-a4ab-8ce914b02e38" providerId="AD" clId="Web-{8A3453EF-96E7-F75A-4A24-C1CFEB28762F}" dt="2026-01-01T12:59:06.505" v="578"/>
          <ac:picMkLst>
            <pc:docMk/>
            <pc:sldMk cId="3091042702" sldId="437"/>
            <ac:picMk id="4" creationId="{DB724F71-AF7B-CD09-DC02-2DB756BB6C16}"/>
          </ac:picMkLst>
        </pc:picChg>
      </pc:sldChg>
      <pc:sldChg chg="addSp delSp modSp add replId">
        <pc:chgData name="Akhil Kukadiya" userId="S::akhil.kukadiya@tatvasoft.com::f739c6cb-6fd2-470d-a4ab-8ce914b02e38" providerId="AD" clId="Web-{8A3453EF-96E7-F75A-4A24-C1CFEB28762F}" dt="2026-01-01T12:59:14.521" v="580"/>
        <pc:sldMkLst>
          <pc:docMk/>
          <pc:sldMk cId="247119372" sldId="438"/>
        </pc:sldMkLst>
        <pc:spChg chg="mod">
          <ac:chgData name="Akhil Kukadiya" userId="S::akhil.kukadiya@tatvasoft.com::f739c6cb-6fd2-470d-a4ab-8ce914b02e38" providerId="AD" clId="Web-{8A3453EF-96E7-F75A-4A24-C1CFEB28762F}" dt="2026-01-01T11:44:44.149" v="480" actId="20577"/>
          <ac:spMkLst>
            <pc:docMk/>
            <pc:sldMk cId="247119372" sldId="438"/>
            <ac:spMk id="3" creationId="{DE38698D-3E6B-EA59-BD7D-A25E6A7215E2}"/>
          </ac:spMkLst>
        </pc:spChg>
        <pc:picChg chg="add mod">
          <ac:chgData name="Akhil Kukadiya" userId="S::akhil.kukadiya@tatvasoft.com::f739c6cb-6fd2-470d-a4ab-8ce914b02e38" providerId="AD" clId="Web-{8A3453EF-96E7-F75A-4A24-C1CFEB28762F}" dt="2026-01-01T12:59:14.521" v="580"/>
          <ac:picMkLst>
            <pc:docMk/>
            <pc:sldMk cId="247119372" sldId="438"/>
            <ac:picMk id="2" creationId="{0C97BA4A-4C6E-1101-FDC1-46E2EBB440E7}"/>
          </ac:picMkLst>
        </pc:picChg>
      </pc:sldChg>
      <pc:sldChg chg="addSp delSp modSp add replId">
        <pc:chgData name="Akhil Kukadiya" userId="S::akhil.kukadiya@tatvasoft.com::f739c6cb-6fd2-470d-a4ab-8ce914b02e38" providerId="AD" clId="Web-{8A3453EF-96E7-F75A-4A24-C1CFEB28762F}" dt="2026-01-01T11:53:32.964" v="566" actId="1076"/>
        <pc:sldMkLst>
          <pc:docMk/>
          <pc:sldMk cId="1763516951" sldId="439"/>
        </pc:sldMkLst>
        <pc:spChg chg="mod">
          <ac:chgData name="Akhil Kukadiya" userId="S::akhil.kukadiya@tatvasoft.com::f739c6cb-6fd2-470d-a4ab-8ce914b02e38" providerId="AD" clId="Web-{8A3453EF-96E7-F75A-4A24-C1CFEB28762F}" dt="2026-01-01T11:51:16.281" v="506" actId="20577"/>
          <ac:spMkLst>
            <pc:docMk/>
            <pc:sldMk cId="1763516951" sldId="439"/>
            <ac:spMk id="3" creationId="{1793F4DE-E08F-E725-056B-9977448DE360}"/>
          </ac:spMkLst>
        </pc:spChg>
        <pc:spChg chg="add mod">
          <ac:chgData name="Akhil Kukadiya" userId="S::akhil.kukadiya@tatvasoft.com::f739c6cb-6fd2-470d-a4ab-8ce914b02e38" providerId="AD" clId="Web-{8A3453EF-96E7-F75A-4A24-C1CFEB28762F}" dt="2026-01-01T11:52:05.001" v="531" actId="20577"/>
          <ac:spMkLst>
            <pc:docMk/>
            <pc:sldMk cId="1763516951" sldId="439"/>
            <ac:spMk id="4" creationId="{FD912EEA-AB8F-67B7-EE45-0DF5B465AF68}"/>
          </ac:spMkLst>
        </pc:spChg>
        <pc:spChg chg="add mod">
          <ac:chgData name="Akhil Kukadiya" userId="S::akhil.kukadiya@tatvasoft.com::f739c6cb-6fd2-470d-a4ab-8ce914b02e38" providerId="AD" clId="Web-{8A3453EF-96E7-F75A-4A24-C1CFEB28762F}" dt="2026-01-01T11:53:32.964" v="566" actId="1076"/>
          <ac:spMkLst>
            <pc:docMk/>
            <pc:sldMk cId="1763516951" sldId="439"/>
            <ac:spMk id="5" creationId="{E1DC01F4-6728-FAA5-9A0A-5EDB0D85C3A9}"/>
          </ac:spMkLst>
        </pc:spChg>
      </pc:sldChg>
    </pc:docChg>
  </pc:docChgLst>
  <pc:docChgLst>
    <pc:chgData name="Akhil Kukadiya" userId="S::akhil.kukadiya@tatvasoft.com::f739c6cb-6fd2-470d-a4ab-8ce914b02e38" providerId="AD" clId="Web-{3BC312D1-74C5-4015-72DF-5049BB72BE98}"/>
    <pc:docChg chg="addSld modSld">
      <pc:chgData name="Akhil Kukadiya" userId="S::akhil.kukadiya@tatvasoft.com::f739c6cb-6fd2-470d-a4ab-8ce914b02e38" providerId="AD" clId="Web-{3BC312D1-74C5-4015-72DF-5049BB72BE98}" dt="2025-12-31T09:33:09.903" v="80" actId="1076"/>
      <pc:docMkLst>
        <pc:docMk/>
      </pc:docMkLst>
      <pc:sldChg chg="modSp add replId">
        <pc:chgData name="Akhil Kukadiya" userId="S::akhil.kukadiya@tatvasoft.com::f739c6cb-6fd2-470d-a4ab-8ce914b02e38" providerId="AD" clId="Web-{3BC312D1-74C5-4015-72DF-5049BB72BE98}" dt="2025-12-31T09:27:40.088" v="28" actId="20577"/>
        <pc:sldMkLst>
          <pc:docMk/>
          <pc:sldMk cId="2289315951" sldId="399"/>
        </pc:sldMkLst>
        <pc:spChg chg="mod">
          <ac:chgData name="Akhil Kukadiya" userId="S::akhil.kukadiya@tatvasoft.com::f739c6cb-6fd2-470d-a4ab-8ce914b02e38" providerId="AD" clId="Web-{3BC312D1-74C5-4015-72DF-5049BB72BE98}" dt="2025-12-31T09:27:05.900" v="18" actId="20577"/>
          <ac:spMkLst>
            <pc:docMk/>
            <pc:sldMk cId="2289315951" sldId="399"/>
            <ac:spMk id="3" creationId="{8C210E4E-7E6A-8B4D-019C-4086726292F0}"/>
          </ac:spMkLst>
        </pc:spChg>
        <pc:spChg chg="mod">
          <ac:chgData name="Akhil Kukadiya" userId="S::akhil.kukadiya@tatvasoft.com::f739c6cb-6fd2-470d-a4ab-8ce914b02e38" providerId="AD" clId="Web-{3BC312D1-74C5-4015-72DF-5049BB72BE98}" dt="2025-12-31T09:27:40.088" v="28" actId="20577"/>
          <ac:spMkLst>
            <pc:docMk/>
            <pc:sldMk cId="2289315951" sldId="399"/>
            <ac:spMk id="4" creationId="{A32ADA5A-7B01-C7CE-398E-EB58BFDBB406}"/>
          </ac:spMkLst>
        </pc:spChg>
      </pc:sldChg>
      <pc:sldChg chg="addSp modSp add replId">
        <pc:chgData name="Akhil Kukadiya" userId="S::akhil.kukadiya@tatvasoft.com::f739c6cb-6fd2-470d-a4ab-8ce914b02e38" providerId="AD" clId="Web-{3BC312D1-74C5-4015-72DF-5049BB72BE98}" dt="2025-12-31T09:33:09.903" v="80" actId="1076"/>
        <pc:sldMkLst>
          <pc:docMk/>
          <pc:sldMk cId="3895262517" sldId="400"/>
        </pc:sldMkLst>
        <pc:spChg chg="add mod">
          <ac:chgData name="Akhil Kukadiya" userId="S::akhil.kukadiya@tatvasoft.com::f739c6cb-6fd2-470d-a4ab-8ce914b02e38" providerId="AD" clId="Web-{3BC312D1-74C5-4015-72DF-5049BB72BE98}" dt="2025-12-31T09:33:09.903" v="80" actId="1076"/>
          <ac:spMkLst>
            <pc:docMk/>
            <pc:sldMk cId="3895262517" sldId="400"/>
            <ac:spMk id="2" creationId="{69E5259D-F06A-1013-4823-4EB47FBA3E2B}"/>
          </ac:spMkLst>
        </pc:spChg>
        <pc:spChg chg="mod">
          <ac:chgData name="Akhil Kukadiya" userId="S::akhil.kukadiya@tatvasoft.com::f739c6cb-6fd2-470d-a4ab-8ce914b02e38" providerId="AD" clId="Web-{3BC312D1-74C5-4015-72DF-5049BB72BE98}" dt="2025-12-31T09:32:13.200" v="51" actId="20577"/>
          <ac:spMkLst>
            <pc:docMk/>
            <pc:sldMk cId="3895262517" sldId="400"/>
            <ac:spMk id="3" creationId="{E98E1242-22C7-F26C-055C-F4BB3FF09840}"/>
          </ac:spMkLst>
        </pc:spChg>
        <pc:spChg chg="mod">
          <ac:chgData name="Akhil Kukadiya" userId="S::akhil.kukadiya@tatvasoft.com::f739c6cb-6fd2-470d-a4ab-8ce914b02e38" providerId="AD" clId="Web-{3BC312D1-74C5-4015-72DF-5049BB72BE98}" dt="2025-12-31T09:32:52.013" v="72" actId="20577"/>
          <ac:spMkLst>
            <pc:docMk/>
            <pc:sldMk cId="3895262517" sldId="400"/>
            <ac:spMk id="4" creationId="{3ED9EA08-2BE8-74AD-E71B-D518FF6C7C67}"/>
          </ac:spMkLst>
        </pc:spChg>
      </pc:sldChg>
    </pc:docChg>
  </pc:docChgLst>
  <pc:docChgLst>
    <pc:chgData name="Parth Modi" userId="S::parth.modi@tatvasoft.com::daa4fcb5-95ba-4aa8-bf2b-a898ea60fc48" providerId="AD" clId="Web-{58BC4961-9358-6DF2-0A6D-FB9D26B40EF4}"/>
    <pc:docChg chg="modSld">
      <pc:chgData name="Parth Modi" userId="S::parth.modi@tatvasoft.com::daa4fcb5-95ba-4aa8-bf2b-a898ea60fc48" providerId="AD" clId="Web-{58BC4961-9358-6DF2-0A6D-FB9D26B40EF4}" dt="2026-01-05T12:49:14.468" v="17" actId="1076"/>
      <pc:docMkLst>
        <pc:docMk/>
      </pc:docMkLst>
      <pc:sldChg chg="modSp">
        <pc:chgData name="Parth Modi" userId="S::parth.modi@tatvasoft.com::daa4fcb5-95ba-4aa8-bf2b-a898ea60fc48" providerId="AD" clId="Web-{58BC4961-9358-6DF2-0A6D-FB9D26B40EF4}" dt="2026-01-05T12:48:33.374" v="3" actId="20577"/>
        <pc:sldMkLst>
          <pc:docMk/>
          <pc:sldMk cId="2182333227" sldId="300"/>
        </pc:sldMkLst>
        <pc:spChg chg="mod">
          <ac:chgData name="Parth Modi" userId="S::parth.modi@tatvasoft.com::daa4fcb5-95ba-4aa8-bf2b-a898ea60fc48" providerId="AD" clId="Web-{58BC4961-9358-6DF2-0A6D-FB9D26B40EF4}" dt="2026-01-05T12:48:33.374" v="3" actId="20577"/>
          <ac:spMkLst>
            <pc:docMk/>
            <pc:sldMk cId="2182333227" sldId="300"/>
            <ac:spMk id="3" creationId="{1D2E9C93-3002-C352-FC29-67E064F46CA5}"/>
          </ac:spMkLst>
        </pc:spChg>
      </pc:sldChg>
      <pc:sldChg chg="modSp">
        <pc:chgData name="Parth Modi" userId="S::parth.modi@tatvasoft.com::daa4fcb5-95ba-4aa8-bf2b-a898ea60fc48" providerId="AD" clId="Web-{58BC4961-9358-6DF2-0A6D-FB9D26B40EF4}" dt="2026-01-05T12:48:51.796" v="9" actId="1076"/>
        <pc:sldMkLst>
          <pc:docMk/>
          <pc:sldMk cId="2422210328" sldId="354"/>
        </pc:sldMkLst>
        <pc:spChg chg="mod">
          <ac:chgData name="Parth Modi" userId="S::parth.modi@tatvasoft.com::daa4fcb5-95ba-4aa8-bf2b-a898ea60fc48" providerId="AD" clId="Web-{58BC4961-9358-6DF2-0A6D-FB9D26B40EF4}" dt="2026-01-05T12:48:51.796" v="9" actId="1076"/>
          <ac:spMkLst>
            <pc:docMk/>
            <pc:sldMk cId="2422210328" sldId="354"/>
            <ac:spMk id="3" creationId="{637134B2-CBDB-901C-3FD8-215D017E2124}"/>
          </ac:spMkLst>
        </pc:spChg>
      </pc:sldChg>
      <pc:sldChg chg="modSp">
        <pc:chgData name="Parth Modi" userId="S::parth.modi@tatvasoft.com::daa4fcb5-95ba-4aa8-bf2b-a898ea60fc48" providerId="AD" clId="Web-{58BC4961-9358-6DF2-0A6D-FB9D26B40EF4}" dt="2026-01-05T12:48:39.765" v="6" actId="20577"/>
        <pc:sldMkLst>
          <pc:docMk/>
          <pc:sldMk cId="2988830627" sldId="401"/>
        </pc:sldMkLst>
        <pc:spChg chg="mod">
          <ac:chgData name="Parth Modi" userId="S::parth.modi@tatvasoft.com::daa4fcb5-95ba-4aa8-bf2b-a898ea60fc48" providerId="AD" clId="Web-{58BC4961-9358-6DF2-0A6D-FB9D26B40EF4}" dt="2026-01-05T12:48:39.765" v="6" actId="20577"/>
          <ac:spMkLst>
            <pc:docMk/>
            <pc:sldMk cId="2988830627" sldId="401"/>
            <ac:spMk id="3" creationId="{9B145CCF-4769-FF2D-51F2-3A6E6AEA8102}"/>
          </ac:spMkLst>
        </pc:spChg>
      </pc:sldChg>
      <pc:sldChg chg="modSp">
        <pc:chgData name="Parth Modi" userId="S::parth.modi@tatvasoft.com::daa4fcb5-95ba-4aa8-bf2b-a898ea60fc48" providerId="AD" clId="Web-{58BC4961-9358-6DF2-0A6D-FB9D26B40EF4}" dt="2026-01-05T12:49:14.468" v="17" actId="1076"/>
        <pc:sldMkLst>
          <pc:docMk/>
          <pc:sldMk cId="1382616253" sldId="421"/>
        </pc:sldMkLst>
        <pc:spChg chg="mod">
          <ac:chgData name="Parth Modi" userId="S::parth.modi@tatvasoft.com::daa4fcb5-95ba-4aa8-bf2b-a898ea60fc48" providerId="AD" clId="Web-{58BC4961-9358-6DF2-0A6D-FB9D26B40EF4}" dt="2026-01-05T12:49:14.468" v="17" actId="1076"/>
          <ac:spMkLst>
            <pc:docMk/>
            <pc:sldMk cId="1382616253" sldId="421"/>
            <ac:spMk id="3" creationId="{AD1F7686-8B84-8FFF-03C9-808EC0F2B5C7}"/>
          </ac:spMkLst>
        </pc:spChg>
      </pc:sldChg>
      <pc:sldChg chg="modSp">
        <pc:chgData name="Parth Modi" userId="S::parth.modi@tatvasoft.com::daa4fcb5-95ba-4aa8-bf2b-a898ea60fc48" providerId="AD" clId="Web-{58BC4961-9358-6DF2-0A6D-FB9D26B40EF4}" dt="2026-01-05T12:49:05.406" v="13" actId="1076"/>
        <pc:sldMkLst>
          <pc:docMk/>
          <pc:sldMk cId="1811109275" sldId="422"/>
        </pc:sldMkLst>
        <pc:spChg chg="mod">
          <ac:chgData name="Parth Modi" userId="S::parth.modi@tatvasoft.com::daa4fcb5-95ba-4aa8-bf2b-a898ea60fc48" providerId="AD" clId="Web-{58BC4961-9358-6DF2-0A6D-FB9D26B40EF4}" dt="2026-01-05T12:49:05.406" v="13" actId="1076"/>
          <ac:spMkLst>
            <pc:docMk/>
            <pc:sldMk cId="1811109275" sldId="422"/>
            <ac:spMk id="3" creationId="{625565C5-B8B0-9797-1B41-2939BEFECA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3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4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607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7238" cy="342423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5" name="Rectangle 7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1638" cy="411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5609" name="Text Box 8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7037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A70D8783-B686-49A5-9535-C08AC9B41C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6679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DE9453DB-C5A5-4949-9E98-AFF46EFF4848}" type="slidenum">
              <a:rPr lang="en-US" altLang="en-US">
                <a:solidFill>
                  <a:srgbClr val="000000"/>
                </a:solidFill>
              </a:rPr>
              <a:pPr/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41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847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23E6C9-1B87-3E7B-7EEB-477195243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AEACD912-FA1E-B572-FBF1-CE23FAE4FA1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ABEA5112-5A44-46E3-014D-779A81E85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BDC3F64-E30C-B0E2-F91F-56A380AD5B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BCB26F0-50EC-B1EA-6E1C-9249452833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62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F0EDE-6E93-FAC4-5689-576170C80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3EFB518-FF41-7003-6EA2-E9D09CB36C7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BB34A57A-8197-5BF4-5C4F-956FC9EA7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6E437C5-A691-38D1-1D98-26B5EC4B2A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1561FCBD-033A-7D75-E2E7-7394B43D0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526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36528-1FFB-0069-8E33-654D6FEC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BDD09B9-6F24-81BF-CF6C-1D4D344F07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B4D4357-4D6F-5317-1FD8-84432F6EA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378ECE40-1C7F-0339-3036-59369BDED8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87C058B-8E00-892B-B6B5-65718EA50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884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D3BB2-C480-2EF6-AB8D-51975F17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800E6D9-5D65-C2D2-DF3E-A682976E809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8D62112-7C7A-187A-1343-DEFF8ECD0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81122082-2F32-AF75-067B-E8E981FC02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95CE278-EE24-DC4C-9C25-0D1F746DF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910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B28D4-8E90-6849-E430-66D93C261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F3D6258-2533-63B3-F9A5-C929150DB5B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EA6A6A5-EA7A-71A6-329A-BB37B0ED9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737BF310-35CE-BA27-271B-78E1E3464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0759F3F-8DCC-F9EA-BBFA-7EF78C48A3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741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FD40C-93DE-3837-C4DE-A02630A1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ED6E619D-95ED-0A1A-FE78-9AF2210A46B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79DEEB8-1C28-24A3-FF1C-10C07387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E26BFBB-93E1-F611-4993-D75F0DEF5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57F48CF-0858-2E02-7E17-69114BF93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98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6AE2C-5E56-B113-3900-CE49A857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A9CAB09-4BAC-11A6-D271-F3AB1CB7C77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4ECAA17-1F26-9AD2-9B26-20CC85C45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5CCAD88-EF8F-2E67-E853-9627790976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5B953DE-08D7-E58E-211D-7BA9B2392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336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D5FBE-79CC-11C0-FFF5-D72ADF6E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78A151D-E282-6E34-4171-197522565BF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35F3540-DDC8-7234-C5F2-B5284E7CB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58C8A35-BA66-513C-8F63-D99797EF17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6D0E02A-3530-BFC1-66A8-562E48AF2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132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E2324-FAB3-CFBC-3BDD-CA3168C4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8C8E9646-830C-D984-33A7-686D64D8541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7A1D93B-73D1-9FA1-39C4-28375526E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4F3A77F-0D88-AE7E-C91C-228421F7D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4B1B50B-64A7-9660-9532-359EB4595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95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43E1C-09B5-1766-EA0C-B221E527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5EE8CAF-FBEC-88FE-ABC2-DAE898BDC69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AB887FA1-2C73-5FE9-65E0-274AB23A4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92201A27-E159-3EA3-A990-F93F4311FA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3D36AFE-C44E-DA0F-6BDF-0EC4A5C3C4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006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41CE9-DFAA-211A-1882-D80C83DB8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4A9C062-E9D8-35F2-6D1A-02EDE84D903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5765802C-C987-85EA-1474-FCC7E143B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354607E-608B-82BB-CB19-0AA1B837F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154221D-7EC1-EF5D-79E2-F95102DA5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387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44035-2DB7-3941-E6D9-C023F518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E6B5BFDE-C576-E7FB-F42E-1853F12AC43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78821EB-8D71-DCAF-BF93-93AD588D6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273F483A-6181-1F94-4738-21AF06D3E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C91AFD8-8C8E-D702-A333-E299626BE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50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E9E13-8599-986F-D1A7-0183BE79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6B1FB5B-1757-8C99-C856-3629059DBCF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68DD39B-F8A8-AFA9-7BAD-27F08B9EF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700C892C-1E0B-EDB1-A9E3-58A258A3DA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A5E7BCB-33FB-8CBB-1EE9-C725DAFC5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56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B32EE-2550-B925-30AC-CC36D58D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AFF28971-E6EC-A472-79A1-A4846320444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EF800E12-AB29-DC42-3933-02A419A5B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C59744F-D67B-787B-0802-D23B306672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07293FB-7A73-A7BA-282A-3221BAA00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89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A1337-86E3-7F92-C820-7954DB69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98B6A00D-8F0F-2FD0-A7C2-91C1FD62324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C78CE9F3-9E24-13E5-55A0-106043405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9A635DF1-4754-683A-7EF7-90F6912E3F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377F5F8-4156-CD46-1EC6-CBB2BCDF4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469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FF80D-E311-93DA-39E5-0E948E28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01442C5C-127B-E684-B5A7-AB79E4195F4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9C8FB77-9AE5-970A-1D6F-C4D36EBDF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F7A644B-76FF-43F3-B036-EF30079F15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E41164E-ABE0-5BDD-8AFA-018B883A5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67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3181B-4A07-9C3B-0063-A000C5EF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F942ECE-62F0-C0A7-544A-1FA327FFE13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83DB4EA-E580-933E-8B0A-CDC72ABF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31D44B6-7528-8D04-D8DB-FBCB4B07F3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B56D636F-52E0-6DE3-01D8-687BCEE53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732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F02A3-7FE0-7112-1888-E0EBBFF9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FC29FD20-181E-CDDB-D005-31FCA1C4B49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B94DBD9-378F-98EA-FEC0-FE9BAE5A1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CF9612C-9C3D-5F60-AB6A-437F3C54AE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514A13C-14F8-0920-0BC8-1340BE080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378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E04ED-855E-876F-57D5-B208C8A17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67C8587F-BB72-40B9-2BDA-AB2349551F3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2F45D54-B3D2-90E8-3AE7-1B63B6CAF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04E7E2F-0419-05F7-3F2B-B6F44046F8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B9CE7AAF-302A-6873-5534-751A22A77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79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89A06-1CAF-2EC1-862B-C4B3FCBB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9B9F0787-0407-78BC-328E-17EB860DB10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846159E-C941-EA81-9367-AEC52BE02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35E36317-B36C-CD50-9750-AAD2A684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A8507A2-F0FD-929D-B538-3B339E462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1082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BD6B7-C7CB-CFA5-C181-5D7115E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1BFB1B5F-D8D0-B61F-1C02-3D8C3A9541B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33F02D4-8601-7DCC-200F-C3C1A465B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DAF56E9-38C4-FDB6-65F1-C97B0A3D93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D4BBA7B-32E9-F08A-6B6D-6F3BBEE37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937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BCCD9-A804-315C-0E49-93F71162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F3634A94-4176-4033-C79C-4556D2FE3C0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A7D16EC-3859-A61A-1375-7ACF0656F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D0F831A-EABE-8EFA-BD7D-05893FA97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2DF8066-29DE-2BBE-C797-3D8EDBBA7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7736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508A4-41DA-C73E-F3A1-D94EAE63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6994509-E0D5-B0E7-3FD0-EDE0147B77C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A91EFCB5-D536-FA96-1F47-F7F25FD57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9449E77-FBD5-9A19-8D88-B01AA3BE5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DD7E092-0DF0-29FC-7A65-C2390A622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330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7999B-12C8-D175-E881-0CCD62DB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F811C1E2-D03C-29B6-0646-9BD9581064C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071374A-96E2-E0A1-8AD8-522355B08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33F3D977-0303-CB55-E653-404E108056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147E8A09-8AF3-1972-F265-DA290E150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0344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E247D-BE3D-D389-970F-B9639C1F5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0139BB1-9AB9-22F1-35B4-86CE6476F8C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55C10AF2-E562-DC4E-411E-7CC9BC93B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1722F077-286F-9848-EEEC-16BA89539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29B0D2B-1A08-610E-34BD-E1F7E6C6D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1511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5FF30-33B6-30CF-91B1-81C9C36AA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33F19BED-BAE5-A16D-47C3-C4F30581236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92B73B3A-6417-09E4-8F17-1B5E1EEBB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6E552F5F-4E5A-9015-62BB-3D9101DA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F36C1CA-9A50-B61A-0993-67BA38C59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90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54FF9-A67F-B833-32C7-355271BE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6A0AFAE1-2487-A9B2-14C6-9E0F684783F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29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53BAD39-3B37-D385-4324-5E01593C6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2BAE7B6-99AB-E835-6BAB-D567133905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BC98969-6CD9-E029-9C85-B1A3D9369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082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211EB-E227-91FC-D187-E6B7DFFB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E1F08D0B-A510-4EB0-9CA6-BF3D0DD56AA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BBAF3D1-D694-A348-F7D0-1FF66532C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B02B104-82DB-6375-4E54-C7CDDBE288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2E2199A-986B-259F-333D-5F92A30A6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2410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4A29-6B7C-9398-C993-1DD7121A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898E8CE-8292-E3D3-56E6-654498B8339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950320CF-B661-C8F4-CE13-E6224B910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4DA61A4-6DFD-478B-87A8-5A27455C3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24B9D0E-2E13-C1B3-5ABF-9C27E6026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3542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160B3-AB09-F4CD-B397-A97F26EC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1709EDB-C6A1-EC68-FB5A-12CF0B8FB8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AFA4C6F-F390-370E-F138-121DBC16A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D78E568D-D8B2-6CDD-5782-4959F66F9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0B84375-90BE-33E0-2C4B-FB36D437B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5041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FCCBF-65D9-7640-D65D-02B605545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BAA9B30-1D2A-69CB-99F9-E4AE0AB20E1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697011C-4BF0-478F-AC6A-9C40154AF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295195D-FDDA-B5B3-1124-0E9A32D414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CD8D4CBF-CA46-1562-381E-7372836C4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740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7B712-8D15-D0AE-CE25-0A405426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5CFE275-56B2-562A-7AB9-3AE5AE541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B678EBC8-955E-AF64-715E-D91489CCE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A108914-9A41-B473-67FD-1B55481097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4B88183-8C3F-62C7-5FC9-F9889BF4B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517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B16D6-EC67-35FE-CED1-5911C9796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299596E-4E93-A3AA-61B6-36EE50B2440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A14249C-8FC6-4353-21F3-17062D3B0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2AB6BF48-F6C4-F0C1-BED2-6EF2CA1F5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4744500-A2C9-CF6E-03C1-17D6B2AC75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3320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2B109-F673-0DA3-A1F1-2E96A7D6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D46EAF7-4A6C-9B9E-9FCD-E25D489A8D2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5C685AF4-7455-A7DB-F939-E351FE812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15EDF4C7-5ED6-CD1E-6326-9D52164E8A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B95065F-0BBE-1453-8EEF-458386227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6443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41514-9749-4759-06CB-176E4215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7A842777-11CF-69D0-E94B-3A5C0DD0D5E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D283AD1-E013-4436-A417-7DAA90518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61DBADFC-5AD8-FDEB-497E-8EBDF7B2F5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7FADB19-53DB-03EF-3F49-72B4CEE032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3499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EF01A-7AB8-3635-01DD-635BAC3DD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650AAD0-4C48-1CD5-A2B0-BBD737573EC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E3E18ED-38B2-1F7E-71C4-9A465C3F3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2F8D8704-6400-2AD6-3AB2-11A3C5585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B6B4C5F6-126B-F745-38D5-8CF0E278A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3421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61977-7F6C-69F1-B3BC-2B40B26C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F881D687-D4DE-117A-B21D-E6E51DAE796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39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131B0E2-C1E7-D32A-50A4-AFDB6C31A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8A7EF6B1-32CC-8433-C4B5-5E34CF4D2E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812F236-530F-DA7B-E5BC-447E7DF85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3330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39A57-C1AC-0040-C0F1-E11DC51A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EEE0125A-48E4-3B24-FD81-330A6CCF8E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5D352EE-5883-1418-EB0A-D5AE601DE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C096F73-7FE1-8294-9CAE-1AFA0F0D61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DCDC90E-9405-E547-1416-9BCD6B08B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283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FB3E8-B4B6-CC98-F937-AC88FDA9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F752872-4EB2-A130-5C82-003D4E03648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C3D65E8F-DE0A-0C0D-7C39-20AE41E95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D8C018C-8CD2-B711-D011-BA7D43262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386940FF-9123-A002-8B3B-96B7D50D89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7478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07946-48F4-7C0A-2D69-F18386D1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1BD1C01-777F-EC72-0738-9DD76D921E7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C90AEEC-B5E8-82A3-E1C0-E6C1059F6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7E89CFDD-10C3-DB35-F0EE-3A8D44C9EF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99EE42F-BEAE-00CE-03BD-015C0FBD3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5517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9CD50-A176-7C3A-FEE3-B8F7CC9E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5FDDC48-40D5-BB62-18F9-232CB58AECA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CAA3792-49AA-84EC-3710-E72D4DE71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12C66100-96AA-B264-388B-0C14662234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6F152B0-0351-73FE-CEEE-D8A19D2C0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060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8117E-AD15-79AD-9777-B442C7AF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FE54282-54CB-A452-33E4-AF331A2AFE1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0AE70766-02E8-89DE-5663-F4F7BA8F6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C86ED50-97C0-A2B0-B403-1F09B55309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5E6F3A5-E6C8-0640-2B54-CE3F97CD3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6239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DF396-4066-FBCB-7CAF-D7EFC6F2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89FCDDF-EC7D-2731-F444-143927A0850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E5087445-A2BB-9AEA-552C-74FC1ABBC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BF51EF8-67B3-FCEC-46D4-149D57D153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77A3B14-F3A8-1DF5-F8B0-5DA00A9CB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4528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8206C-95AD-1BD6-7AC9-F22448D9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A313EC12-77D4-9D2B-5A20-081ADAF3DEB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6E19CB8F-A3E7-1017-4A15-C2386B039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79DFF20-0263-3548-3A57-7F2C150FE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4C41F1C-4FC2-A237-C0C0-9345E2215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7855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45CE6-86F1-F2E1-D203-DB383806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5FD8283-4F72-FBDE-DE7B-496D17E71E8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CF4E1F70-BB68-9795-7101-EAFAAB6F2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7E5C0C4-186A-0DC7-D230-9FE2AE9888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B924FFE-3FEB-2582-271E-2E5D3F275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3228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0B901-3D74-1A26-C50F-3AFF1434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FCC5061-C775-3FA4-36F9-A2E4E1B6550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46AA7881-C1CB-689D-DD31-4CC652B5D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4C08E905-48CD-1929-C2DA-AEF791D15F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6DE8E304-896D-F9B4-77DE-E56DA4DDF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3007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A875D-EAC1-A4A3-7D52-B6A599F84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4183D76E-D527-CCA1-EEBF-E9F8AEE2ABD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49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4BCED7B-C8ED-46AF-3073-6EA7D87C1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139722C8-443B-93B4-44E2-CC1BB95689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9256ED95-9A46-20D3-8D37-87B69E4E6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5337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625BD-4517-B76E-D019-BFD657D4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DFA2DAD9-F55D-B63E-2B3D-C92359445D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FF790C66-24C9-155C-04A5-27755A4B1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D193926-FCE0-6574-CA0A-6A28000B06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697323BA-EAC1-7552-9692-A6E407E10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2355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0505C-B28B-4C20-A672-8005B4DD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94724F6-3E59-7534-C996-72A7BBECBD9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6D3C1BAA-FDC1-B55A-8674-01C8CA9F3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9556B187-620A-362B-1BFB-2FDC5E55B9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6A10B240-F336-E366-1783-D2C438F6C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0820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7E1A3-A923-B1B5-0B9A-22DB8491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78F78F0-686C-213E-C1F6-B01498072FB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8727F64D-95D0-9C91-FEBD-8D19ADE77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3A4E248-5225-7565-8D8D-8DBA05120D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73F9138-A6C4-746B-B4B6-357921ABC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7295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9FBA6-806A-8603-AC68-83B787F7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1BDCC49-F321-F5E4-93A3-DD435DB26CC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A6D621A-0E1C-15DE-B256-5D41E23A2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61C9A71-2010-F4F8-8A45-6A09E062C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22035A23-C7EC-AD45-92D0-F1FF17C15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0249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658C0-71C9-7C76-1455-3FA5B7DF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61D95CA9-477C-0A7A-9C70-55E2A154728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1B260510-1F2E-0E13-C332-7F4F2FA9F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5656401-78A7-5AA6-F2A8-83AF42B198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F8D875A7-3939-14E7-BFFB-21DCC5B70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0348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78513-84FE-EBA7-0EE1-A1AB0867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39E863E6-AFE9-F6E9-4924-C26124E4780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97A1358D-4AF8-4BBF-B82D-8150CD899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D6BB14F0-60E5-A31D-7565-440852C8B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02499813-934A-E5F6-9B5A-083B369E0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9162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AD08B-868E-B1C5-7C38-CB4160B9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5768B3D2-03F9-132E-C383-625E318CB98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58BC843-F0C7-0BDB-CB95-4E910115E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426C1601-57F9-A0DF-D7F7-A73D247D6F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193749C8-BDB7-0580-BBAF-B52A70730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9601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13F4A-CC9C-96D1-99A5-C37E3F52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0508234B-B1AA-A913-0455-807357E0360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22A5BA73-4176-2DE4-80EA-1832F7AF0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6F66CC4-885D-A060-0F15-98E8620CC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23AF247-3986-46EE-B763-49E821234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1585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BD772-9FCA-408C-4A6A-196BF589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17BD5ECE-514C-DE70-4586-AB75E79E681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CC2E522B-86A5-4E8F-36BF-F98CBDFD3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92CD819-94EF-E688-C0C8-62121CC723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280DFA4-51FE-14C1-760B-760275232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22228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ABD14-386B-E941-CE4B-78AD9B76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C22F6BD6-02F7-FF08-4BC1-711A4896EE1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59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DBA539CE-0068-8336-7B3D-85BE6F404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119F9726-E60D-BC38-5999-9ABAE680B2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70A823E-BA74-BE7D-93B0-28167457C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4120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C845C-C358-EEFF-C2F2-D938E57AA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0B7B3E9E-DD3E-B40B-433F-2C4B861116E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3E478FD3-F2A9-0F54-E436-8C47CF94D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97CA868D-FEBB-DD03-0D7A-C8D454927B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E6F916E-9023-8003-A78C-6C44654B0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8396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4E825-20F9-9E65-499E-FED888EF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3C367523-6BA1-CDE1-BB47-DF71F019E0E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4D301B0-040B-9DDB-1CBC-A26995719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75C9248-A312-A69A-BE90-9414E1DF6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A715C3CB-1092-7CC9-31CF-5BC4278EF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5872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25EE7-DCAB-58B7-9957-60CBB8C1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BE7D0DAC-AEB6-3B84-D4AE-F43C0CC3C21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>
            <a:extLst>
              <a:ext uri="{FF2B5EF4-FFF2-40B4-BE49-F238E27FC236}">
                <a16:creationId xmlns:a16="http://schemas.microsoft.com/office/drawing/2014/main" id="{77207A8C-9FF5-CD36-4094-936BCE6A2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112F2EF9-773B-3C16-8811-CB844FD239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4EA2D80-8EDB-B4DD-0E38-50E9586BA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2972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DB1242-91C5-4D98-9FA8-9FE0925435FE}" type="slidenum">
              <a:rPr lang="en-US" altLang="en-US">
                <a:solidFill>
                  <a:srgbClr val="000000"/>
                </a:solidFill>
              </a:rPr>
              <a:pPr/>
              <a:t>63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7C365F9-F261-46A1-9072-7FA9DD82304D}" type="slidenum">
              <a:rPr lang="en-US" altLang="en-US" smtClean="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7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669EB09D-0BC4-4F76-AA3C-7A61B9424D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29603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942B05A5-4299-4B16-BADF-9032CFECE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43447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00224564-28CA-4955-92EE-FE2B875134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8330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7349B6AF-F900-42BC-A928-8C8A954115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4067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C8FB3329-7897-4EC3-B023-566900B8C05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58591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080B4B13-2CF4-4C76-8503-7BAD66B3F1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65604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6260F22D-C61C-4505-A08D-38E8570DBB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91924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8E8714EB-CEF5-429F-B31B-D58B2989FC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13760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8EA491AC-FAA4-4776-959D-4F3B6503B0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42988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5E093BF2-2ED0-42FA-94F8-38DC5A0BDC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64527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fld id="{1E84B291-C5AB-4DDA-A59F-C26E273162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66503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3E6B807-CAFB-4444-A803-C8DD41C7C4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0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4051ABD-326E-4CDC-9143-38518A92A3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60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04EBF3A-6BBD-4A98-B7CB-ACB2C5411D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54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1600201"/>
            <a:ext cx="4035425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7" y="1600201"/>
            <a:ext cx="4037013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E99D040-7436-4296-9019-0C95B31C194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98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9E9BC9F-3107-4703-8324-A212D9CBB5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14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E81B7D5-3F8B-42B3-9FD8-DCBBFE6F6D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47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667237A-FC3C-4853-86F8-64DDB61757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25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8EBFD46-18CA-43D2-A4D0-0ED0BF3FA64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19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35B117E-F174-4EE2-88BA-C604F326553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21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3A0E09B0-ED53-4D2D-88EC-FBF6A039D4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68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7" y="274638"/>
            <a:ext cx="2055813" cy="5846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6625" cy="5846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9BD6AFA-B429-4A6E-8354-B36B4110B9F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1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914400" eaLnBrk="1" hangingPunct="1">
              <a:buClrTx/>
              <a:buSzTx/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fld id="{527EBA45-893D-4BE6-8F5F-967691E03E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3" name="Picture 7" descr="slide3_gra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430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randomBar dir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4838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483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457200" y="6381750"/>
            <a:ext cx="2128838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</a:defRPr>
            </a:lvl1pPr>
          </a:lstStyle>
          <a:p>
            <a:fld id="{BB1521A8-D743-4CA5-9AEF-2054D95125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669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SimSun" charset="-122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SimSun" charset="-122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SQL&amp;sca_esv=6ac9360805b83292&amp;sxsrf=AE3TifNLyC69llxB-Uiy2cAqZttZ2rHBJA%3A1767253093865&amp;source=hp&amp;ei=ZSRWaYupMtXo1e8P2Zqo6QU&amp;iflsig=AOw8s4IAAAAAaVYydbmTuPvSOYnltGKsgO46FnFHMNdN&amp;ved=2ahUKEwjT4Znr6umRAxUynK8BHXXvIMcQgK4QegQIBRAC&amp;uact=5&amp;oq=postgresql+pgagent&amp;gs_lp=Egdnd3Mtd2l6GgIYAiIScG9zdGdyZXNxbCBwZ2FnZW50MgUQABiABDIGEAAYFhgeMgYQABgWGB4yBhAAGBYYHjIGEAAYFhgeMgYQABgWGB4yBhAAGBYYHjIGEAAYFhgeMgYQABgWGB4yBhAAGBYYHkiSLlAAWI4mcAB4AJABAJgB7gGgAYsVqgEGMC4xNy4xuAEDyAEA-AEBmAISoALMFcICChAjGIAEGCcYigXCAgQQIxgnwgILEAAYgAQYsQMYgwHCAgsQABiABBixAxiLA8ICCBAAGIAEGIsDwgIOEAAYgAQYsQMYgwEYiwPCAggQABiABBixA8ICDhAuGIAEGLEDGNEDGMcBwgIIEAAYgAQYyQPCAgsQABiABBiSAxiKBcICDhAAGIAEGLEDGIMBGIoFmAMAkgcGMC4xNy4xoAfCmQGyBwYwLjE3LjG4B8wVwgcGMC4xNi4yyAcqgAgA&amp;sclient=gws-wiz&amp;mstk=AUtExfDSKIh7VuddssZOU9r-f06dWj72SRj9jSrCVjAdqHQo-5pWWBwrMC2KBp_RvPzY3nwdvs2va-dPFwLsVNlibKKhbKi15Qvx_a5BtkYbSOYC7kOF_bcsCexR6wdkN15wMiEsJcSbFKKR6CyW2Nb9oDSsfSIE7jnWXQHgpyO2D0apCY4&amp;csui=3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google.com/search?q=Shell+Script&amp;sca_esv=6ac9360805b83292&amp;sxsrf=AE3TifNLyC69llxB-Uiy2cAqZttZ2rHBJA%3A1767253093865&amp;source=hp&amp;ei=ZSRWaYupMtXo1e8P2Zqo6QU&amp;iflsig=AOw8s4IAAAAAaVYydbmTuPvSOYnltGKsgO46FnFHMNdN&amp;ved=2ahUKEwjT4Znr6umRAxUynK8BHXXvIMcQgK4QegQIBRAD&amp;uact=5&amp;oq=postgresql+pgagent&amp;gs_lp=Egdnd3Mtd2l6GgIYAiIScG9zdGdyZXNxbCBwZ2FnZW50MgUQABiABDIGEAAYFhgeMgYQABgWGB4yBhAAGBYYHjIGEAAYFhgeMgYQABgWGB4yBhAAGBYYHjIGEAAYFhgeMgYQABgWGB4yBhAAGBYYHkiSLlAAWI4mcAB4AJABAJgB7gGgAYsVqgEGMC4xNy4xuAEDyAEA-AEBmAISoALMFcICChAjGIAEGCcYigXCAgQQIxgnwgILEAAYgAQYsQMYgwHCAgsQABiABBixAxiLA8ICCBAAGIAEGIsDwgIOEAAYgAQYsQMYgwEYiwPCAggQABiABBixA8ICDhAuGIAEGLEDGNEDGMcBwgIIEAAYgAQYyQPCAgsQABiABBiSAxiKBcICDhAAGIAEGLEDGIMBGIoFmAMAkgcGMC4xNy4xoAfCmQGyBwYwLjE3LjG4B8wVwgcGMC4xNi4yyAcqgAgA&amp;sclient=gws-wiz&amp;mstk=AUtExfDSKIh7VuddssZOU9r-f06dWj72SRj9jSrCVjAdqHQo-5pWWBwrMC2KBp_RvPzY3nwdvs2va-dPFwLsVNlibKKhbKi15Qvx_a5BtkYbSOYC7kOF_bcsCexR6wdkN15wMiEsJcSbFKKR6CyW2Nb9oDSsfSIE7jnWXQHgpyO2D0apCY4&amp;csui=3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18273A-033E-22FC-1600-18C371CDD49F}"/>
              </a:ext>
            </a:extLst>
          </p:cNvPr>
          <p:cNvSpPr txBox="1"/>
          <p:nvPr/>
        </p:nvSpPr>
        <p:spPr>
          <a:xfrm>
            <a:off x="186635" y="477002"/>
            <a:ext cx="85670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000">
                <a:latin typeface="Calibri"/>
                <a:ea typeface="Calibri"/>
                <a:cs typeface="Calibri"/>
              </a:rPr>
              <a:t>Advance PostgreSQL – Part 2</a:t>
            </a:r>
            <a:endParaRPr lang="en-IN"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0702949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8D2E6-41C6-CBA5-4F04-30EA59B309C8}"/>
              </a:ext>
            </a:extLst>
          </p:cNvPr>
          <p:cNvSpPr txBox="1"/>
          <p:nvPr/>
        </p:nvSpPr>
        <p:spPr>
          <a:xfrm>
            <a:off x="137252" y="1588692"/>
            <a:ext cx="8371906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Stored Procedure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Functions</a:t>
            </a:r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Exception Handling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Views</a:t>
            </a:r>
            <a:endParaRPr lang="en-US"/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Triggers</a:t>
            </a:r>
            <a:endParaRPr lang="en-US" sz="2000">
              <a:solidFill>
                <a:srgbClr val="FFFFFF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Cursor</a:t>
            </a:r>
            <a:endParaRPr lang="en-US" sz="2000">
              <a:latin typeface="Calibri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Calibri"/>
              </a:rPr>
              <a:t>Full-Text Search</a:t>
            </a:r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Jobs</a:t>
            </a:r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E9C93-3002-C352-FC29-67E064F46CA5}"/>
              </a:ext>
            </a:extLst>
          </p:cNvPr>
          <p:cNvSpPr txBox="1"/>
          <p:nvPr/>
        </p:nvSpPr>
        <p:spPr>
          <a:xfrm>
            <a:off x="287076" y="215325"/>
            <a:ext cx="88603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Calibri"/>
                <a:ea typeface="SimSun"/>
                <a:cs typeface="Calibri"/>
              </a:rPr>
              <a:t>Agenda</a:t>
            </a:r>
            <a:endParaRPr lang="en-US" sz="4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3332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6A8549-1894-1835-F897-30015A47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03E9F5-C294-093B-3ECD-70C178C44D84}"/>
              </a:ext>
            </a:extLst>
          </p:cNvPr>
          <p:cNvSpPr txBox="1"/>
          <p:nvPr/>
        </p:nvSpPr>
        <p:spPr>
          <a:xfrm>
            <a:off x="137252" y="1588692"/>
            <a:ext cx="8371906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Welcome to this session on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Advanced PostgreSQL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, </a:t>
            </a: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PostgreSQL is not just a relational database — it provides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powerful server-side programming and automation features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that help build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scalable, performant, and maintainable applications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.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What You’ll Learn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What </a:t>
            </a:r>
            <a:r>
              <a:rPr lang="en-US" sz="2000" b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Stored Procedures &amp; Functions</a:t>
            </a: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 encapsulate logic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How </a:t>
            </a:r>
            <a:r>
              <a:rPr lang="en-US" sz="2000" b="1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Views</a:t>
            </a:r>
            <a:r>
              <a:rPr lang="en-US" sz="2000">
                <a:solidFill>
                  <a:srgbClr val="272525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simplify complex queries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How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Triggers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automate database actions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How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Cursors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process large result sets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How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Jobs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enable scheduling in PostgreSQL</a:t>
            </a:r>
            <a:endParaRPr lang="en-US" sz="2000"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How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Full-Text Search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works for fast text querying</a:t>
            </a:r>
            <a:endParaRPr lang="en-US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45CCF-4769-FF2D-51F2-3A6E6AEA8102}"/>
              </a:ext>
            </a:extLst>
          </p:cNvPr>
          <p:cNvSpPr txBox="1"/>
          <p:nvPr/>
        </p:nvSpPr>
        <p:spPr>
          <a:xfrm>
            <a:off x="287076" y="215325"/>
            <a:ext cx="88603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Calibri"/>
                <a:ea typeface="SimSun"/>
                <a:cs typeface="Calibri"/>
              </a:rPr>
              <a:t>Overview​</a:t>
            </a:r>
            <a:endParaRPr lang="en-US" sz="4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88306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0C2BAF-209D-636C-7DEA-FE99B91B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7134B2-CBDB-901C-3FD8-215D017E2124}"/>
              </a:ext>
            </a:extLst>
          </p:cNvPr>
          <p:cNvSpPr txBox="1"/>
          <p:nvPr/>
        </p:nvSpPr>
        <p:spPr>
          <a:xfrm>
            <a:off x="311220" y="263094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Functions &amp; Stored Procedures</a:t>
            </a:r>
            <a:endParaRPr lang="en-US" sz="4000" dirty="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ABAD5-4646-B4A8-373C-A55BADBA89E2}"/>
              </a:ext>
            </a:extLst>
          </p:cNvPr>
          <p:cNvSpPr txBox="1"/>
          <p:nvPr/>
        </p:nvSpPr>
        <p:spPr>
          <a:xfrm>
            <a:off x="315301" y="1817937"/>
            <a:ext cx="8509427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Functions and Stored Procedures allow you to: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Write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business logic inside the database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Reduce repetitive SQL in applications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Improve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performance and maintainability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Ensure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data consistency</a:t>
            </a:r>
            <a:endParaRPr lang="en-US" sz="2000">
              <a:latin typeface="Calibri"/>
              <a:cs typeface="Calibri"/>
            </a:endParaRPr>
          </a:p>
          <a:p>
            <a:endParaRPr lang="en-US" sz="2000" b="1">
              <a:solidFill>
                <a:srgbClr val="272525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They are written using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PL/</a:t>
            </a:r>
            <a:r>
              <a:rPr lang="en-US" sz="2000" b="1" err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pgSQL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 or SQL.</a:t>
            </a:r>
            <a:endParaRPr lang="en-US" sz="2000">
              <a:latin typeface="Calibri"/>
              <a:ea typeface="SimSun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ea typeface="SimSu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22103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A6EE61-9387-95B7-D67E-EF9C6C84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69D395-1614-957E-A20E-9ED0C91C351D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What is PL/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pgSQL</a:t>
            </a:r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032E5-2120-5956-2961-17868E466E39}"/>
              </a:ext>
            </a:extLst>
          </p:cNvPr>
          <p:cNvSpPr txBox="1"/>
          <p:nvPr/>
        </p:nvSpPr>
        <p:spPr>
          <a:xfrm>
            <a:off x="315301" y="1817937"/>
            <a:ext cx="850942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PL/</a:t>
            </a:r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pgSQL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 Basics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Procedural language for PostgreSQL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Extends SQL with: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Variables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Conditions (IF)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Loops (FOR, WHILE)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Exception handling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lvl="1" indent="0"/>
            <a:endParaRPr lang="en-US" sz="2000" b="1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indent="0"/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FB9323-2BD7-2257-77CD-F60151D3D918}"/>
              </a:ext>
            </a:extLst>
          </p:cNvPr>
          <p:cNvSpPr txBox="1"/>
          <p:nvPr/>
        </p:nvSpPr>
        <p:spPr>
          <a:xfrm>
            <a:off x="312185" y="4244709"/>
            <a:ext cx="623362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Why PL/</a:t>
            </a:r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pgSQL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?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Complex logic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Control flow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Better than plain SQL for logic-heavy tasks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029647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6C7E07-BCC7-F20B-2A8D-458E91F1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0EB572-1EBD-10B1-5D4A-28068DDE43C7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PostgreSQL Function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43028-D58F-CB71-4A4C-C06E19586BEB}"/>
              </a:ext>
            </a:extLst>
          </p:cNvPr>
          <p:cNvSpPr txBox="1"/>
          <p:nvPr/>
        </p:nvSpPr>
        <p:spPr>
          <a:xfrm>
            <a:off x="315301" y="1817937"/>
            <a:ext cx="8509427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What is a Function?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Function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: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Always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returns a value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Can be used inside: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SELECT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WHERE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JOIN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lvl="1" indent="0"/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Is often used for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calculations &amp; lookups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28700" lvl="1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Think of functions like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reusable SQL expressions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Can be used inside queries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Lightweight &amp; fast</a:t>
            </a:r>
          </a:p>
          <a:p>
            <a:pPr marL="342900" indent="-34290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Ideal for reusable logic</a:t>
            </a:r>
          </a:p>
          <a:p>
            <a:pPr indent="-457200">
              <a:buFont typeface="Arial"/>
              <a:buChar char="•"/>
            </a:pPr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C5F1BEA-F6DC-EE2E-63D6-95FC778B1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671" y="1531406"/>
            <a:ext cx="5200650" cy="24860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9379569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1025AF-2E06-12F2-3270-2E6502F2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CCF6FC-50E3-A445-7B30-C9BE3ED6E067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Arial"/>
                <a:ea typeface="Calibri"/>
                <a:cs typeface="Arial"/>
              </a:rPr>
              <a:t>Function Parameters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5872E-F5CE-0B83-D307-2DE0BF004149}"/>
              </a:ext>
            </a:extLst>
          </p:cNvPr>
          <p:cNvSpPr txBox="1"/>
          <p:nvPr/>
        </p:nvSpPr>
        <p:spPr>
          <a:xfrm>
            <a:off x="315301" y="1817937"/>
            <a:ext cx="8509427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Parameters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Inputs to a function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Defined in function signature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Can be: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 (default)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OUT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INOUT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indent="0"/>
            <a:endParaRPr lang="en-US" sz="2000" b="1">
              <a:solidFill>
                <a:schemeClr val="tx1"/>
              </a:solidFill>
              <a:latin typeface="Calibri"/>
              <a:ea typeface="SimSun"/>
              <a:cs typeface="Arial"/>
            </a:endParaRPr>
          </a:p>
        </p:txBody>
      </p:sp>
      <p:pic>
        <p:nvPicPr>
          <p:cNvPr id="6" name="Picture 5" descr="A computer code with text&#10;&#10;AI-generated content may be incorrect.">
            <a:extLst>
              <a:ext uri="{FF2B5EF4-FFF2-40B4-BE49-F238E27FC236}">
                <a16:creationId xmlns:a16="http://schemas.microsoft.com/office/drawing/2014/main" id="{20DA6494-0990-C5F7-0684-3A8E55A5C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402" y="2929371"/>
            <a:ext cx="5135707" cy="31397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9982060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89D686-900B-093D-4758-9D5A563B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03912-A1DD-CA9A-0D8B-BB10174FB09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Function Example</a:t>
            </a:r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662B3F3-0CE9-85D6-FBCB-E77E70F59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874830"/>
            <a:ext cx="6096000" cy="3752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4633756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E7A39F-2C45-5A48-2EED-34594901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7429B3-BA10-598F-0D81-3406A7B7CBB1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PostgreSQL Stored Procedure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164B2-A47E-9464-A5A2-D20C6A35B75B}"/>
              </a:ext>
            </a:extLst>
          </p:cNvPr>
          <p:cNvSpPr txBox="1"/>
          <p:nvPr/>
        </p:nvSpPr>
        <p:spPr>
          <a:xfrm>
            <a:off x="315301" y="1566175"/>
            <a:ext cx="850942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What is a Stored Procedure?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Stored Procedure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Does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NOT return a value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Is executed using CALL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Can: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Perform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INSERT / UPDATE / DELETE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Manage transactions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Execute complex workflows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buFont typeface="Arial" panose="02020603050405020304" pitchFamily="18" charset="0"/>
            </a:pPr>
            <a:endParaRPr lang="en-US" sz="2000" b="1">
              <a:solidFill>
                <a:schemeClr val="tx1"/>
              </a:solidFill>
              <a:latin typeface="Calibri"/>
              <a:ea typeface="SimSun"/>
              <a:cs typeface="Arial"/>
            </a:endParaRPr>
          </a:p>
        </p:txBody>
      </p:sp>
      <p:pic>
        <p:nvPicPr>
          <p:cNvPr id="5" name="Picture 4" descr="A close-up of a procedure&#10;&#10;AI-generated content may be incorrect.">
            <a:extLst>
              <a:ext uri="{FF2B5EF4-FFF2-40B4-BE49-F238E27FC236}">
                <a16:creationId xmlns:a16="http://schemas.microsoft.com/office/drawing/2014/main" id="{22CE014E-33A0-213A-0D7C-6B086F289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287" y="4158816"/>
            <a:ext cx="5429250" cy="1924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DDB04-816B-3F09-CF92-476FE6C85E83}"/>
              </a:ext>
            </a:extLst>
          </p:cNvPr>
          <p:cNvSpPr txBox="1"/>
          <p:nvPr/>
        </p:nvSpPr>
        <p:spPr>
          <a:xfrm>
            <a:off x="151056" y="4622352"/>
            <a:ext cx="340785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 panose="02020603050405020304" pitchFamily="18" charset="0"/>
              <a:buChar char="-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Used for </a:t>
            </a:r>
            <a:r>
              <a:rPr lang="en-US" sz="18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actions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285750" indent="-285750">
              <a:buFont typeface="Calibri" panose="02020603050405020304" pitchFamily="18" charset="0"/>
              <a:buChar char="-"/>
            </a:pPr>
            <a:r>
              <a:rPr lang="en-US" sz="18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Cannot be used inside </a:t>
            </a: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SELECT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l"/>
            <a:endParaRPr lang="en-US" sz="18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805255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700428-3688-8837-09D5-5EB28719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C812C-9002-463A-5CE9-7FA629AD5343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Stored Procedure - Example</a:t>
            </a:r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056C22A-F2DB-41EB-11C5-C4C0BA6AF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33286"/>
            <a:ext cx="7010400" cy="39338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3236015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B31A6A-07D0-3F28-22E8-817326979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90F375-CFA4-105A-DC9C-8F2B0C83B839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Exception Handling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BD71E-D097-8B61-AC44-11469C8C936A}"/>
              </a:ext>
            </a:extLst>
          </p:cNvPr>
          <p:cNvSpPr txBox="1"/>
          <p:nvPr/>
        </p:nvSpPr>
        <p:spPr>
          <a:xfrm>
            <a:off x="302115" y="1706947"/>
            <a:ext cx="4572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Why Exception Handling?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Prevent function failure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Handle runtime errors gracefully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computer code with purple text&#10;&#10;AI-generated content may be incorrect.">
            <a:extLst>
              <a:ext uri="{FF2B5EF4-FFF2-40B4-BE49-F238E27FC236}">
                <a16:creationId xmlns:a16="http://schemas.microsoft.com/office/drawing/2014/main" id="{30819D9B-C82E-C340-FED9-60122D7CD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956" y="2370089"/>
            <a:ext cx="3267075" cy="2057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3AFF65-6927-9DF6-1570-283EF9EFCF58}"/>
              </a:ext>
            </a:extLst>
          </p:cNvPr>
          <p:cNvSpPr txBox="1"/>
          <p:nvPr/>
        </p:nvSpPr>
        <p:spPr>
          <a:xfrm>
            <a:off x="302115" y="3036251"/>
            <a:ext cx="457200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Common PostgreSQL Exceptions</a:t>
            </a:r>
          </a:p>
          <a:p>
            <a:pPr marL="228600" indent="-228600">
              <a:buFont typeface=""/>
              <a:buChar char="•"/>
            </a:pP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division_by_zero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no_data_found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unique_violation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foreign_key_violation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Others</a:t>
            </a: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Best Practice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Handle only expected errors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Log or raise others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177178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F4EF2B-0DBD-4518-A43B-354E6972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A326C5-4E95-8D56-8B28-7F420BDE4FC7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Exception Handling - Example</a:t>
            </a:r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6D768F6-4236-2598-8DEC-DFE0EAB48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85" y="1456360"/>
            <a:ext cx="5709882" cy="45394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9873449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7E7397-7024-E298-3512-F4CE4B1D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E7799-46B3-727D-9CFA-C6F0DAD6D3B6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Function vs Stored Procedures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A731CD-BA8D-6218-FEC6-235B898D8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206095"/>
              </p:ext>
            </p:extLst>
          </p:nvPr>
        </p:nvGraphicFramePr>
        <p:xfrm>
          <a:off x="382924" y="1898327"/>
          <a:ext cx="8375868" cy="3586356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691714">
                  <a:extLst>
                    <a:ext uri="{9D8B030D-6E8A-4147-A177-3AD203B41FA5}">
                      <a16:colId xmlns:a16="http://schemas.microsoft.com/office/drawing/2014/main" val="3426188691"/>
                    </a:ext>
                  </a:extLst>
                </a:gridCol>
                <a:gridCol w="2935260">
                  <a:extLst>
                    <a:ext uri="{9D8B030D-6E8A-4147-A177-3AD203B41FA5}">
                      <a16:colId xmlns:a16="http://schemas.microsoft.com/office/drawing/2014/main" val="222317618"/>
                    </a:ext>
                  </a:extLst>
                </a:gridCol>
                <a:gridCol w="2748894">
                  <a:extLst>
                    <a:ext uri="{9D8B030D-6E8A-4147-A177-3AD203B41FA5}">
                      <a16:colId xmlns:a16="http://schemas.microsoft.com/office/drawing/2014/main" val="208090079"/>
                    </a:ext>
                  </a:extLst>
                </a:gridCol>
              </a:tblGrid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Stored Procedure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172390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Returns value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 Yes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812684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Used in SELECT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 No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598184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Called using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SELECT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390841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Transaction control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 Limited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 Supported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05046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Calculations, lookups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Business workflows</a:t>
                      </a:r>
                    </a:p>
                  </a:txBody>
                  <a:tcPr marL="243970" marR="121985" marT="121985" marB="121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000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8428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432B78-43F2-1FAB-136A-4C7B6127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FD6D8-503B-B90C-777F-DC71097EE411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When to Use What 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F268C-5A0F-519D-317B-97863DABD467}"/>
              </a:ext>
            </a:extLst>
          </p:cNvPr>
          <p:cNvSpPr txBox="1"/>
          <p:nvPr/>
        </p:nvSpPr>
        <p:spPr>
          <a:xfrm>
            <a:off x="315301" y="1817937"/>
            <a:ext cx="850942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 Functions When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You need a return value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Logic is reusable inside queries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You want better query readability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 Stored Procedures When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You perform multiple DML operations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You manage transactions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You implement business processes</a:t>
            </a: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694709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AFD3B6-ABD1-FE4F-95F7-F5D89128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F876F1-5D7B-CF01-0B5E-3597C012FB99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Views and Materialized Views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AFAEB-4B6D-70CB-C9FD-EA07A5EB3954}"/>
              </a:ext>
            </a:extLst>
          </p:cNvPr>
          <p:cNvSpPr txBox="1"/>
          <p:nvPr/>
        </p:nvSpPr>
        <p:spPr>
          <a:xfrm>
            <a:off x="315301" y="1817937"/>
            <a:ext cx="850942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Why Views &amp; Materialized Views?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As databases grow: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Queries become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complex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Repeated joins reduce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readability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Performance tuning becomes harder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Views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and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Materialized Views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help by: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Simplifying complex SQL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Improving reusability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Enhancing performance and security</a:t>
            </a: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85404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CB3BD8-F386-D7AA-4E0D-4AF7F565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29921-B7EA-2B2D-788C-AA01A38500E5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What Is A View?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01EB1-27ED-51DB-A915-B3ECCD172FF5}"/>
              </a:ext>
            </a:extLst>
          </p:cNvPr>
          <p:cNvSpPr txBox="1"/>
          <p:nvPr/>
        </p:nvSpPr>
        <p:spPr>
          <a:xfrm>
            <a:off x="315301" y="1817937"/>
            <a:ext cx="850942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Arial"/>
                <a:ea typeface="SimSun"/>
                <a:cs typeface="Arial"/>
              </a:rPr>
              <a:t>A </a:t>
            </a:r>
            <a:r>
              <a:rPr lang="en-US" sz="2000" b="1">
                <a:solidFill>
                  <a:srgbClr val="272525"/>
                </a:solidFill>
                <a:latin typeface="Arial"/>
                <a:ea typeface="SimSun"/>
                <a:cs typeface="Arial"/>
              </a:rPr>
              <a:t>View</a:t>
            </a:r>
            <a:r>
              <a:rPr lang="en-US" sz="2000">
                <a:solidFill>
                  <a:srgbClr val="272525"/>
                </a:solidFill>
                <a:latin typeface="Arial"/>
                <a:ea typeface="SimSun"/>
                <a:cs typeface="Arial"/>
              </a:rPr>
              <a:t> is: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Arial"/>
                <a:ea typeface="SimSun"/>
                <a:cs typeface="Arial"/>
              </a:rPr>
              <a:t>A </a:t>
            </a:r>
            <a:r>
              <a:rPr lang="en-US" sz="2000" b="1">
                <a:solidFill>
                  <a:srgbClr val="272525"/>
                </a:solidFill>
                <a:latin typeface="Arial"/>
                <a:ea typeface="SimSun"/>
                <a:cs typeface="Arial"/>
              </a:rPr>
              <a:t>virtual table</a:t>
            </a:r>
            <a:endParaRPr lang="en-US" b="1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Arial"/>
                <a:ea typeface="SimSun"/>
                <a:cs typeface="Arial"/>
              </a:rPr>
              <a:t>Defined by a stored </a:t>
            </a:r>
            <a:r>
              <a:rPr lang="en-US" sz="2000">
                <a:solidFill>
                  <a:srgbClr val="272525"/>
                </a:solidFill>
                <a:latin typeface="Consolas"/>
                <a:ea typeface="SimSun"/>
                <a:cs typeface="Arial"/>
              </a:rPr>
              <a:t>SELECT</a:t>
            </a:r>
            <a:r>
              <a:rPr lang="en-US" sz="2000">
                <a:solidFill>
                  <a:srgbClr val="272525"/>
                </a:solidFill>
                <a:latin typeface="Arial"/>
                <a:ea typeface="SimSun"/>
                <a:cs typeface="Arial"/>
              </a:rPr>
              <a:t> query</a:t>
            </a:r>
            <a:endParaRPr lang="en-US"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Arial"/>
                <a:ea typeface="SimSun"/>
                <a:cs typeface="Arial"/>
              </a:rPr>
              <a:t>Does </a:t>
            </a:r>
            <a:r>
              <a:rPr lang="en-US" sz="2000" b="1">
                <a:solidFill>
                  <a:srgbClr val="272525"/>
                </a:solidFill>
                <a:latin typeface="Arial"/>
                <a:ea typeface="SimSun"/>
                <a:cs typeface="Arial"/>
              </a:rPr>
              <a:t>not store data physically</a:t>
            </a:r>
            <a:endParaRPr lang="en-US">
              <a:ea typeface="SimSun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Arial"/>
                <a:ea typeface="SimSun"/>
                <a:cs typeface="Arial"/>
              </a:rPr>
              <a:t>Always shows </a:t>
            </a:r>
            <a:r>
              <a:rPr lang="en-US" sz="2000" b="1">
                <a:solidFill>
                  <a:srgbClr val="272525"/>
                </a:solidFill>
                <a:latin typeface="Arial"/>
                <a:ea typeface="SimSun"/>
                <a:cs typeface="Arial"/>
              </a:rPr>
              <a:t>real-time data</a:t>
            </a:r>
            <a:endParaRPr lang="en-US">
              <a:ea typeface="SimSun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272525"/>
              </a:solidFill>
              <a:latin typeface="Arial"/>
              <a:ea typeface="SimSun"/>
              <a:cs typeface="Arial"/>
            </a:endParaRPr>
          </a:p>
          <a:p>
            <a:r>
              <a:rPr lang="en-US" sz="2000">
                <a:solidFill>
                  <a:srgbClr val="272525"/>
                </a:solidFill>
                <a:latin typeface="Arial"/>
                <a:ea typeface="SimSun"/>
                <a:cs typeface="Arial"/>
              </a:rPr>
              <a:t>Think of a View as a </a:t>
            </a:r>
            <a:r>
              <a:rPr lang="en-US" sz="2000" b="1">
                <a:solidFill>
                  <a:srgbClr val="272525"/>
                </a:solidFill>
                <a:latin typeface="Arial"/>
                <a:ea typeface="SimSun"/>
                <a:cs typeface="Arial"/>
              </a:rPr>
              <a:t>saved query</a:t>
            </a:r>
            <a:endParaRPr lang="en-US">
              <a:ea typeface="SimSun"/>
              <a:cs typeface="Arial"/>
            </a:endParaRPr>
          </a:p>
          <a:p>
            <a:pPr marL="342900" indent="-342900">
              <a:buFont typeface="Calibri,Sans-Serif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Cleaner queries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Calibri,Sans-Serif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 repeated joins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Calibri,Sans-Serif"/>
              <a:buChar char="-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Always up-to-date data</a:t>
            </a:r>
            <a:endParaRPr lang="en-US">
              <a:solidFill>
                <a:schemeClr val="tx1"/>
              </a:solidFill>
            </a:endParaRPr>
          </a:p>
          <a:p>
            <a:endParaRPr lang="en-US" sz="2000">
              <a:solidFill>
                <a:srgbClr val="272525"/>
              </a:solidFill>
              <a:latin typeface="SimSun"/>
              <a:ea typeface="SimSun"/>
              <a:cs typeface="Arial"/>
            </a:endParaRPr>
          </a:p>
        </p:txBody>
      </p:sp>
      <p:pic>
        <p:nvPicPr>
          <p:cNvPr id="2" name="Picture 1" descr="A close up of text&#10;&#10;AI-generated content may be incorrect.">
            <a:extLst>
              <a:ext uri="{FF2B5EF4-FFF2-40B4-BE49-F238E27FC236}">
                <a16:creationId xmlns:a16="http://schemas.microsoft.com/office/drawing/2014/main" id="{402CD2FC-D3DC-FAD8-332B-B64A237F0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578" y="2762022"/>
            <a:ext cx="3667125" cy="133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6780451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1A3837-DD87-15CA-A3FB-7049638D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1DD9FE-FC8A-BA95-C300-2EE258376483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View Example</a:t>
            </a:r>
            <a:endParaRPr lang="en-US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CAD2B8E-0BBC-1F35-EC33-FBD7EF713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671" y="1711815"/>
            <a:ext cx="4876800" cy="4038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3458397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351D35-4174-A943-93C7-4EDB9581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65BAE9-7995-DABB-442D-342E1EC5FB03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Key Takeaways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969C0-4EA1-4517-1EFA-140C2B232C47}"/>
              </a:ext>
            </a:extLst>
          </p:cNvPr>
          <p:cNvSpPr txBox="1"/>
          <p:nvPr/>
        </p:nvSpPr>
        <p:spPr>
          <a:xfrm>
            <a:off x="315301" y="1817937"/>
            <a:ext cx="8509427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Why Use Views?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Simplifies complex queries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Improves code reusability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Enhances data security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Centralizes business logic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Reduces application-side SQL</a:t>
            </a: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Things to Remember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No physical data storage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Performance depends on underlying tables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Complex views may be slow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Indexes cannot be created directly on views</a:t>
            </a:r>
          </a:p>
          <a:p>
            <a:pPr>
              <a:buFont typeface="Arial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197498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C4F02A-074C-D9CB-3529-E8B3C63C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D8E20D-A1AA-C5D9-C03A-5416D477008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What is Materialized View?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3F647-E674-B5F6-99ED-17924B63FC23}"/>
              </a:ext>
            </a:extLst>
          </p:cNvPr>
          <p:cNvSpPr txBox="1"/>
          <p:nvPr/>
        </p:nvSpPr>
        <p:spPr>
          <a:xfrm>
            <a:off x="315301" y="1817937"/>
            <a:ext cx="850942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A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Materialized View</a:t>
            </a: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: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Stores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query results physically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Improves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read performance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Needs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manual or scheduled refresh</a:t>
            </a:r>
            <a:endParaRPr lang="en-US" sz="20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Uses more storage</a:t>
            </a:r>
            <a:endParaRPr lang="en-US" sz="2000">
              <a:latin typeface="Calibri"/>
              <a:cs typeface="Calibri"/>
            </a:endParaRPr>
          </a:p>
          <a:p>
            <a:r>
              <a:rPr lang="en-US" sz="2000">
                <a:solidFill>
                  <a:srgbClr val="272525"/>
                </a:solidFill>
                <a:latin typeface="Calibri"/>
                <a:ea typeface="SimSun"/>
                <a:cs typeface="Arial"/>
              </a:rPr>
              <a:t>Think of it as a </a:t>
            </a:r>
            <a:r>
              <a:rPr lang="en-US" sz="2000" b="1">
                <a:solidFill>
                  <a:srgbClr val="272525"/>
                </a:solidFill>
                <a:latin typeface="Calibri"/>
                <a:ea typeface="SimSun"/>
                <a:cs typeface="Arial"/>
              </a:rPr>
              <a:t>cached view</a:t>
            </a:r>
            <a:endParaRPr lang="en-US" sz="2000">
              <a:latin typeface="Calibri"/>
              <a:cs typeface="Calibri"/>
            </a:endParaRPr>
          </a:p>
          <a:p>
            <a:endParaRPr lang="en-US" sz="2000">
              <a:solidFill>
                <a:srgbClr val="272525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3E1C7012-5443-B27F-6071-F7CE0042C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774" y="2679904"/>
            <a:ext cx="3743325" cy="1095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A3D3C2-6F4E-A489-9F68-5B04DF80E716}"/>
              </a:ext>
            </a:extLst>
          </p:cNvPr>
          <p:cNvSpPr txBox="1"/>
          <p:nvPr/>
        </p:nvSpPr>
        <p:spPr>
          <a:xfrm>
            <a:off x="312186" y="4446118"/>
            <a:ext cx="565961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Views simplify and secure data access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Materialized Views improve performance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Choose based on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freshness vs speed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Very common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interview topic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71294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CABE5A-BDAF-1740-1C7A-7850D1E8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9D151-44FB-2C0E-126D-695635E47A84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Materialized View Example</a:t>
            </a:r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A8D26E8-9EA8-9DAE-7FC1-0EEC1AF36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019" y="1363649"/>
            <a:ext cx="5910032" cy="47752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22664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C7B59B-79B3-C85F-5219-DAF9DDA0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5CB91-5298-C5E1-1034-251982A8DE84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Views vs Materialized Views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4FAB75-E2FD-B37F-4B60-9BB010B03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489981"/>
              </p:ext>
            </p:extLst>
          </p:nvPr>
        </p:nvGraphicFramePr>
        <p:xfrm>
          <a:off x="525077" y="1898327"/>
          <a:ext cx="8252688" cy="3586356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2882969">
                  <a:extLst>
                    <a:ext uri="{9D8B030D-6E8A-4147-A177-3AD203B41FA5}">
                      <a16:colId xmlns:a16="http://schemas.microsoft.com/office/drawing/2014/main" val="2550578082"/>
                    </a:ext>
                  </a:extLst>
                </a:gridCol>
                <a:gridCol w="1920722">
                  <a:extLst>
                    <a:ext uri="{9D8B030D-6E8A-4147-A177-3AD203B41FA5}">
                      <a16:colId xmlns:a16="http://schemas.microsoft.com/office/drawing/2014/main" val="3965876557"/>
                    </a:ext>
                  </a:extLst>
                </a:gridCol>
                <a:gridCol w="3448997">
                  <a:extLst>
                    <a:ext uri="{9D8B030D-6E8A-4147-A177-3AD203B41FA5}">
                      <a16:colId xmlns:a16="http://schemas.microsoft.com/office/drawing/2014/main" val="1556315862"/>
                    </a:ext>
                  </a:extLst>
                </a:gridCol>
              </a:tblGrid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ri"/>
                        </a:rPr>
                        <a:t>Feature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ri"/>
                        </a:rPr>
                        <a:t>View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ri"/>
                        </a:rPr>
                        <a:t>Materialized View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935940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Data storage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 No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Yes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1359520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Data freshness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Real-time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Depends on refresh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809735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Query speed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Slower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Faster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426939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Refresh needed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 No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 Yes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3993224"/>
                  </a:ext>
                </a:extLst>
              </a:tr>
              <a:tr h="597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Index support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No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</a:rPr>
                        <a:t> Yes</a:t>
                      </a:r>
                    </a:p>
                  </a:txBody>
                  <a:tcPr marL="135847" marR="135847" marT="67923" marB="6792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874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8494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C0D6C0-383B-7ACF-5966-58B30DA6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66AB58-D7F7-F8B6-8FBF-F5F6EB6DDA6D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When to Use What 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A4608-3939-8AB8-7CF8-83F659BD9C88}"/>
              </a:ext>
            </a:extLst>
          </p:cNvPr>
          <p:cNvSpPr txBox="1"/>
          <p:nvPr/>
        </p:nvSpPr>
        <p:spPr>
          <a:xfrm>
            <a:off x="315301" y="1714028"/>
            <a:ext cx="850942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 Views When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Data must be real-time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Queries need simplification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Security &amp; abstraction are needed</a:t>
            </a: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 Materialized Views When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Queries are heavy &amp; slow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Data doesn’t change frequently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Reporting &amp; analytics use cases</a:t>
            </a:r>
          </a:p>
          <a:p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98692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B39BAB-3F0C-AB3F-FA30-3D64E6AD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5709B0-E6F5-274E-A58D-6A76877E742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Trigger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743D2-5939-6E3E-7E73-A51801ADB219}"/>
              </a:ext>
            </a:extLst>
          </p:cNvPr>
          <p:cNvSpPr txBox="1"/>
          <p:nvPr/>
        </p:nvSpPr>
        <p:spPr>
          <a:xfrm>
            <a:off x="315301" y="1714028"/>
            <a:ext cx="8509427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Trigger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is a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database object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that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automatically executes a function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when a specific event occurs on a table.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Events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INSERT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UPDATE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DELETE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TRUNCATE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Timing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BEFORE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AFTER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INSTEAD OF (views)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9143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508758-B774-9C6D-8908-4E5D64B5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4B79B2-4829-74BA-AAF2-44EF43F29E5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Why Use Triggers?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CA422-635D-92ED-FC3A-507A90A9553F}"/>
              </a:ext>
            </a:extLst>
          </p:cNvPr>
          <p:cNvSpPr txBox="1"/>
          <p:nvPr/>
        </p:nvSpPr>
        <p:spPr>
          <a:xfrm>
            <a:off x="154173" y="4352495"/>
            <a:ext cx="85094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Arial"/>
                <a:ea typeface="SimSun"/>
                <a:cs typeface="Arial"/>
              </a:rPr>
              <a:t>Trigger Components :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Trigger function (PL/</a:t>
            </a:r>
            <a:r>
              <a:rPr lang="en-US" sz="2000" err="1">
                <a:solidFill>
                  <a:schemeClr val="tx1"/>
                </a:solidFill>
                <a:latin typeface="Arial"/>
                <a:ea typeface="SimSun"/>
                <a:cs typeface="Arial"/>
              </a:rPr>
              <a:t>pgSQL</a:t>
            </a: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)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Trigger definition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Event &amp; timing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Target table</a:t>
            </a:r>
            <a:endParaRPr lang="en-US">
              <a:solidFill>
                <a:schemeClr val="tx1"/>
              </a:solidFill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8810AF-4799-7964-0A07-42A2DC2BB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620" y="4432860"/>
            <a:ext cx="3533775" cy="129540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D4CB4F-1CB5-ABD7-52F7-2FED37A37E17}"/>
              </a:ext>
            </a:extLst>
          </p:cNvPr>
          <p:cNvSpPr txBox="1"/>
          <p:nvPr/>
        </p:nvSpPr>
        <p:spPr>
          <a:xfrm>
            <a:off x="261833" y="1495467"/>
            <a:ext cx="6233629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Enforce business rules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Automatic auditing &amp; logging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Maintain derived data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Data validation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Reduce application logic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-  Avoid heavy logic → performance impact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723448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547075-2463-6AAD-C2EF-214AF26B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1BC0D7-BC00-D1B0-B3CD-6C21EFB5B443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Trigger Function Basics 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7C491-3ADC-11E2-5947-06125BD38F9E}"/>
              </a:ext>
            </a:extLst>
          </p:cNvPr>
          <p:cNvSpPr txBox="1"/>
          <p:nvPr/>
        </p:nvSpPr>
        <p:spPr>
          <a:xfrm>
            <a:off x="261833" y="1495467"/>
            <a:ext cx="8398783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 special PostgreSQL function that runs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automatically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Executes on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INSERT / UPDATE / DELETE</a:t>
            </a:r>
            <a:endParaRPr lang="en-US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endParaRPr lang="en-US" sz="2000" b="1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Arial"/>
                <a:ea typeface="SimSun"/>
                <a:cs typeface="Arial"/>
              </a:rPr>
              <a:t>Key Rules:</a:t>
            </a:r>
            <a:endParaRPr lang="en-US" sz="2000" b="1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Must return TRIGGER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onsolas"/>
                <a:ea typeface="SimSun"/>
                <a:cs typeface="Arial"/>
              </a:rPr>
              <a:t>NEW</a:t>
            </a: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 and </a:t>
            </a:r>
            <a:r>
              <a:rPr lang="en-US" sz="2000">
                <a:solidFill>
                  <a:schemeClr val="tx1"/>
                </a:solidFill>
                <a:latin typeface="Consolas"/>
                <a:ea typeface="SimSun"/>
                <a:cs typeface="Arial"/>
              </a:rPr>
              <a:t>OLD</a:t>
            </a: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 records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NEW → the </a:t>
            </a:r>
            <a:r>
              <a:rPr lang="en-US" sz="18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new row data</a:t>
            </a:r>
            <a:endParaRPr lang="en-US" sz="1800" b="1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485900" lvl="2" indent="-342900">
              <a:buFont typeface="Arial,Sans-Serif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Available in INSERT and UPDATE</a:t>
            </a:r>
          </a:p>
          <a:p>
            <a:pPr marL="1085850" lvl="1" indent="-342900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OLD → the </a:t>
            </a:r>
            <a:r>
              <a:rPr lang="en-US" sz="18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existing row data</a:t>
            </a:r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1485900" lvl="2" indent="-342900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Available in UPDATE and DELETE</a:t>
            </a:r>
            <a:endParaRPr lang="en-US" sz="18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Arial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 </a:t>
            </a:r>
          </a:p>
          <a:p>
            <a:endParaRPr lang="en-US" sz="200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" name="Picture 5" descr="A white background with black and red text&#10;&#10;AI-generated content may be incorrect.">
            <a:extLst>
              <a:ext uri="{FF2B5EF4-FFF2-40B4-BE49-F238E27FC236}">
                <a16:creationId xmlns:a16="http://schemas.microsoft.com/office/drawing/2014/main" id="{8640EC9D-CE09-9E50-6758-1A43AE518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492" y="4496302"/>
            <a:ext cx="4191756" cy="1561261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3237486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59AAB4-A7B2-6DD7-99EB-ED6F2069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7F45B7-56EB-1DA6-C3AB-2D5811A18031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BEFORE INSERT Trigger Example</a:t>
            </a:r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14A6513-71F5-FC1A-51D5-6A4E91289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125" y="2526643"/>
            <a:ext cx="4295775" cy="29527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FFA2FE-D192-0543-4E78-E6D86B9F1A34}"/>
              </a:ext>
            </a:extLst>
          </p:cNvPr>
          <p:cNvSpPr txBox="1"/>
          <p:nvPr/>
        </p:nvSpPr>
        <p:spPr>
          <a:xfrm>
            <a:off x="594159" y="1706947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Modifies data before insert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954867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12FB3A-2D52-0F19-9675-5C44A80A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AA32FF-0880-5860-B74F-234A5E788AFC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AFTER INSERT Trigger Example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5C64F-C0FE-CB7A-4CEE-9B8A8064884F}"/>
              </a:ext>
            </a:extLst>
          </p:cNvPr>
          <p:cNvSpPr txBox="1"/>
          <p:nvPr/>
        </p:nvSpPr>
        <p:spPr>
          <a:xfrm>
            <a:off x="594159" y="1706947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Modifies data after insert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712BB9D-D443-8134-321C-A6B9A949D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8" y="2422015"/>
            <a:ext cx="5267325" cy="334327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3409527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C8F969-4634-DB51-79DC-C85ACE53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C8B2A6-AA6B-C10B-9020-D26351CD6E22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BEFORE UPDATE Trigger Example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5CB09-993A-5EA4-E36B-C43AD6AAEC6C}"/>
              </a:ext>
            </a:extLst>
          </p:cNvPr>
          <p:cNvSpPr txBox="1"/>
          <p:nvPr/>
        </p:nvSpPr>
        <p:spPr>
          <a:xfrm>
            <a:off x="594159" y="1706947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Modifies data after insert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4E5E9EE-DC00-3B93-0FEF-214FB912E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8" y="2422015"/>
            <a:ext cx="5267325" cy="3343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6046275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97862B-0AB7-1A0D-599B-7517FD80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55B23D-285B-C5BA-4961-DBCC16E45644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DELETE Trigger Example</a:t>
            </a:r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4E1DFA0-DEE9-50BB-C9DC-772B688C4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63" y="1809750"/>
            <a:ext cx="4562475" cy="3238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363572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764949-8C22-A351-752B-ECFA66AE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CC2818-3B18-2C52-C365-49C73599ACD4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INSTEAD OF Triggers</a:t>
            </a:r>
            <a:endParaRPr lang="en-US"/>
          </a:p>
        </p:txBody>
      </p:sp>
      <p:pic>
        <p:nvPicPr>
          <p:cNvPr id="4" name="Picture 3" descr="A computer code with text&#10;&#10;AI-generated content may be incorrect.">
            <a:extLst>
              <a:ext uri="{FF2B5EF4-FFF2-40B4-BE49-F238E27FC236}">
                <a16:creationId xmlns:a16="http://schemas.microsoft.com/office/drawing/2014/main" id="{DB724F71-AF7B-CD09-DC02-2DB756BB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12" y="2176463"/>
            <a:ext cx="5438775" cy="2505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9104270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F5CF40-B2C6-F490-E685-F24A39ED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38698D-3E6B-EA59-BD7D-A25E6A7215E2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Disable / Enable / Drop Trigger</a:t>
            </a:r>
            <a:endParaRPr lang="en-US"/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C97BA4A-4C6E-1101-FDC1-46E2EBB4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63" y="2405063"/>
            <a:ext cx="5705475" cy="204787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711937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D48C38-6BD7-D74D-5032-B2784A8D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93F4DE-E08F-E725-056B-9977448DE360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Best Practices for Trigger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12EEA-AB8F-67B7-EE45-0DF5B465AF68}"/>
              </a:ext>
            </a:extLst>
          </p:cNvPr>
          <p:cNvSpPr txBox="1"/>
          <p:nvPr/>
        </p:nvSpPr>
        <p:spPr>
          <a:xfrm>
            <a:off x="422960" y="1485396"/>
            <a:ext cx="4572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Keep triggers lightweight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Avoid cascading triggers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Prefer constraints when possible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Document trigger behavior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Test with bulk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C01F4-6728-FAA5-9A0A-5EDB0D85C3A9}"/>
              </a:ext>
            </a:extLst>
          </p:cNvPr>
          <p:cNvSpPr txBox="1"/>
          <p:nvPr/>
        </p:nvSpPr>
        <p:spPr>
          <a:xfrm>
            <a:off x="422960" y="4023159"/>
            <a:ext cx="4572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When NOT to Use Triggers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Heavy business logic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Cross-table complex logic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Hidden side effects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Performance-critical paths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35169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ABD267-79E6-E327-1963-B1DDC15C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0FCA44-8886-76CB-AA81-8370D8598067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PostgreSQL Cursor</a:t>
            </a:r>
            <a:endParaRPr lang="en-US" sz="48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412A2-0991-4583-E738-D48EC996A4B3}"/>
              </a:ext>
            </a:extLst>
          </p:cNvPr>
          <p:cNvSpPr txBox="1"/>
          <p:nvPr/>
        </p:nvSpPr>
        <p:spPr>
          <a:xfrm>
            <a:off x="484532" y="1565413"/>
            <a:ext cx="838614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cursor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allows you to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process query results row-by-row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instead of loading the entire result set into memory at once.</a:t>
            </a: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User in: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Stored procedures / functions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Batch processing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Large data migrations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pgAgent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jobs (inside DO blocks or procedures)</a:t>
            </a:r>
            <a:endParaRPr lang="en-US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Syntax:</a:t>
            </a:r>
          </a:p>
          <a:p>
            <a:r>
              <a:rPr lang="en-US" sz="2000">
                <a:solidFill>
                  <a:schemeClr val="accent2"/>
                </a:solidFill>
                <a:latin typeface="Calibri"/>
                <a:ea typeface="SimSun"/>
                <a:cs typeface="Arial"/>
              </a:rPr>
              <a:t>DECLARE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cursor_name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Calibri"/>
                <a:ea typeface="SimSun"/>
                <a:cs typeface="Arial"/>
              </a:rPr>
              <a:t>CURSOR FOR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query;</a:t>
            </a:r>
          </a:p>
          <a:p>
            <a:r>
              <a:rPr lang="en-US" sz="2000">
                <a:solidFill>
                  <a:schemeClr val="accent2"/>
                </a:solidFill>
                <a:latin typeface="Calibri"/>
                <a:ea typeface="SimSun"/>
                <a:cs typeface="Arial"/>
              </a:rPr>
              <a:t>OPEN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cursor_name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;</a:t>
            </a:r>
          </a:p>
          <a:p>
            <a:r>
              <a:rPr lang="en-US" sz="2000">
                <a:solidFill>
                  <a:schemeClr val="accent2"/>
                </a:solidFill>
                <a:latin typeface="Calibri"/>
                <a:ea typeface="SimSun"/>
                <a:cs typeface="Arial"/>
              </a:rPr>
              <a:t>FETCH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cursor_name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Calibri"/>
                <a:ea typeface="SimSun"/>
                <a:cs typeface="Arial"/>
              </a:rPr>
              <a:t>INTO 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variable;</a:t>
            </a:r>
          </a:p>
          <a:p>
            <a:r>
              <a:rPr lang="en-US" sz="2000">
                <a:solidFill>
                  <a:schemeClr val="accent2"/>
                </a:solidFill>
                <a:latin typeface="Calibri"/>
                <a:ea typeface="SimSun"/>
                <a:cs typeface="Arial"/>
              </a:rPr>
              <a:t>CLOSE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cursor_name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;</a:t>
            </a:r>
          </a:p>
          <a:p>
            <a:endParaRPr lang="en-US" sz="2000">
              <a:solidFill>
                <a:schemeClr val="tx1"/>
              </a:solidFill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29342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3C239A-04E6-D91A-9D0A-B507BC27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0590A6-64F2-2668-77DD-452864CC2EF2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Example of Cursor</a:t>
            </a:r>
            <a:endParaRPr lang="en-US" sz="48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D6B391-E3FC-9607-54F9-6748BF3E27BD}"/>
              </a:ext>
            </a:extLst>
          </p:cNvPr>
          <p:cNvSpPr txBox="1"/>
          <p:nvPr/>
        </p:nvSpPr>
        <p:spPr>
          <a:xfrm>
            <a:off x="285749" y="1515717"/>
            <a:ext cx="83861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Basic Cursor (OPEN → FETCH → CLOSE)</a:t>
            </a:r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5920F5-1013-F7DC-709F-213AED2743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15" b="37681"/>
          <a:stretch>
            <a:fillRect/>
          </a:stretch>
        </p:blipFill>
        <p:spPr>
          <a:xfrm>
            <a:off x="1577999" y="1913283"/>
            <a:ext cx="5801673" cy="42738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32794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200317-5F26-A007-5E5A-71706B31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55359-65E0-9A14-DBF4-1552E887E67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Example of Cursor</a:t>
            </a:r>
            <a:endParaRPr lang="en-US" sz="48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42657-05CC-1A37-DF52-7F54A2B6E995}"/>
              </a:ext>
            </a:extLst>
          </p:cNvPr>
          <p:cNvSpPr txBox="1"/>
          <p:nvPr/>
        </p:nvSpPr>
        <p:spPr>
          <a:xfrm>
            <a:off x="285749" y="1515717"/>
            <a:ext cx="83861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Cursor Using FOR LOOP</a:t>
            </a:r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6C80FF8-21A1-A4AB-186D-136815172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034" y="1917631"/>
            <a:ext cx="5391150" cy="31718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4881912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D1F0AC-A9DB-CF48-8D17-E258AE40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A38EA-B12F-8A02-A5E0-3BA43AFB79E2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Example of Cursor</a:t>
            </a:r>
            <a:endParaRPr lang="en-US" sz="48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CB23F-F946-D8DC-DBF3-B074779FFC78}"/>
              </a:ext>
            </a:extLst>
          </p:cNvPr>
          <p:cNvSpPr txBox="1"/>
          <p:nvPr/>
        </p:nvSpPr>
        <p:spPr>
          <a:xfrm>
            <a:off x="285749" y="1515717"/>
            <a:ext cx="83861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Parameterized Cursor</a:t>
            </a:r>
            <a:endParaRPr lang="en-US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F5A8557-9FEE-139E-14B2-8E64214F7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62" y="1393755"/>
            <a:ext cx="5238750" cy="4791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3333889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484964-E195-AC4E-D587-17B0A5FA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42937E-F34E-048D-B262-BECE840E7F7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Example of Cursor</a:t>
            </a:r>
            <a:endParaRPr lang="en-US" sz="480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5C28F-E7CF-8EE2-AEE4-51CB5E1635DC}"/>
              </a:ext>
            </a:extLst>
          </p:cNvPr>
          <p:cNvSpPr txBox="1"/>
          <p:nvPr/>
        </p:nvSpPr>
        <p:spPr>
          <a:xfrm>
            <a:off x="285749" y="1515717"/>
            <a:ext cx="83861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Scrollable Cursor</a:t>
            </a:r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5E38BFE-58B5-33C3-BC09-931C4B3EE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969" y="1519444"/>
            <a:ext cx="5767181" cy="47384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5674480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044852-068F-7092-619B-0EDF689A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210E4E-7E6A-8B4D-019C-4086726292F0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Full Text Search(FTS)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ADA5A-7B01-C7CE-398E-EB58BFDBB406}"/>
              </a:ext>
            </a:extLst>
          </p:cNvPr>
          <p:cNvSpPr txBox="1"/>
          <p:nvPr/>
        </p:nvSpPr>
        <p:spPr>
          <a:xfrm>
            <a:off x="315301" y="1714028"/>
            <a:ext cx="850942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Full-Text Search (FTS)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allows searching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natural language text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efficiently.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Searches by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meaning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, not just patterns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Handles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word forms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(run, running, ran)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Ignores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stop words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(the, is, a)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Supports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ranking &amp; relevance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Used for: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Product search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Blog/article search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E-commerce filters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Log &amp; document search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3159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15F32E-8BE6-D2D0-6580-4959DDBA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A5682-F19F-2B90-FD5A-78BED2EDDE00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Why NOT LIKE / ILIKE?</a:t>
            </a:r>
            <a:endParaRPr lang="en-US" sz="4800">
              <a:latin typeface="Calibri"/>
              <a:cs typeface="Calibri"/>
            </a:endParaRPr>
          </a:p>
        </p:txBody>
      </p:sp>
      <p:pic>
        <p:nvPicPr>
          <p:cNvPr id="2" name="Picture 1" descr="A close up of text&#10;&#10;AI-generated content may be incorrect.">
            <a:extLst>
              <a:ext uri="{FF2B5EF4-FFF2-40B4-BE49-F238E27FC236}">
                <a16:creationId xmlns:a16="http://schemas.microsoft.com/office/drawing/2014/main" id="{ABD6BF99-BDE6-489A-DB23-418B754B6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494" y="3032063"/>
            <a:ext cx="4164495" cy="8183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7D83DA-BB43-F106-659D-50D3C1F8D37B}"/>
              </a:ext>
            </a:extLst>
          </p:cNvPr>
          <p:cNvSpPr txBox="1"/>
          <p:nvPr/>
        </p:nvSpPr>
        <p:spPr>
          <a:xfrm>
            <a:off x="230443" y="1917290"/>
            <a:ext cx="492227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Slow on large datasets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(full table scan)</a:t>
            </a:r>
            <a:endParaRPr lang="en-US"/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No relevance ranking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No linguistic understanding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(just string matching)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Poor scalability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350E8-E4D8-1580-FD8C-969EBC63766E}"/>
              </a:ext>
            </a:extLst>
          </p:cNvPr>
          <p:cNvSpPr txBox="1"/>
          <p:nvPr/>
        </p:nvSpPr>
        <p:spPr>
          <a:xfrm>
            <a:off x="228884" y="3858911"/>
            <a:ext cx="45720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Why Full-Text Search (FTS)?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indexes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→ fast queries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Ranks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results by relevance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Language-aware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(stemming, stop words)</a:t>
            </a: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Built for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search at scale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2C1B3A0-EF31-387E-C071-B6C8B54CB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758" y="4196329"/>
            <a:ext cx="4238625" cy="1123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6556749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A7A597-FFA2-420D-E6BA-1A8619AE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A5BA4-D8A0-624A-D3CF-A1BBE7EE9AD0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FTS : Core Concepts</a:t>
            </a:r>
            <a:endParaRPr lang="en-US" sz="48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994E1-2BE2-7CAC-BAB3-8F425280890C}"/>
              </a:ext>
            </a:extLst>
          </p:cNvPr>
          <p:cNvSpPr txBox="1"/>
          <p:nvPr/>
        </p:nvSpPr>
        <p:spPr>
          <a:xfrm>
            <a:off x="315301" y="1714028"/>
            <a:ext cx="850942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tsvector</a:t>
            </a:r>
            <a:endParaRPr lang="en-US" err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Processed searchable document</a:t>
            </a:r>
            <a:endParaRPr lang="en-US" sz="1800">
              <a:solidFill>
                <a:schemeClr val="tx1"/>
              </a:solidFill>
              <a:ea typeface="SimSun"/>
              <a:cs typeface="Arial"/>
            </a:endParaRPr>
          </a:p>
          <a:p>
            <a:pPr marL="285750" indent="-285750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Normalized &amp; tokenized text</a:t>
            </a:r>
            <a:endParaRPr lang="en-US" sz="1800">
              <a:solidFill>
                <a:schemeClr val="tx1"/>
              </a:solidFill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90E1F0-BC37-0DBF-38B9-F0F34BD81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413" y="1711689"/>
            <a:ext cx="4372689" cy="15715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6C1832-8132-659D-53B6-5B4AFF6B9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441" y="3768795"/>
            <a:ext cx="4114800" cy="2019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152159-6B5C-D9D7-68E4-0D6227F78409}"/>
              </a:ext>
            </a:extLst>
          </p:cNvPr>
          <p:cNvSpPr txBox="1"/>
          <p:nvPr/>
        </p:nvSpPr>
        <p:spPr>
          <a:xfrm>
            <a:off x="312185" y="3882172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tsquery</a:t>
            </a:r>
            <a:endParaRPr lang="en-US" sz="2000" b="1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Search query representation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88977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04977F-84A8-F4D2-86E2-A25311B7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81D6EB-0D2E-4599-362E-0B653DAE541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How FTS Works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9EF38-DDC4-7A3D-37EA-4B4DF882C553}"/>
              </a:ext>
            </a:extLst>
          </p:cNvPr>
          <p:cNvSpPr txBox="1"/>
          <p:nvPr/>
        </p:nvSpPr>
        <p:spPr>
          <a:xfrm>
            <a:off x="315301" y="1714028"/>
            <a:ext cx="8509427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Document Processing</a:t>
            </a:r>
            <a:endParaRPr lang="en-US" sz="2000" b="1" err="1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Text is converted into </a:t>
            </a:r>
            <a:r>
              <a:rPr lang="en-US" sz="18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tsvector</a:t>
            </a:r>
            <a:endParaRPr lang="en-US" sz="18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28700" lvl="1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Words are:</a:t>
            </a:r>
            <a:endParaRPr lang="en-US" sz="1800">
              <a:solidFill>
                <a:schemeClr val="tx1"/>
              </a:solidFill>
              <a:latin typeface="Calibri"/>
              <a:cs typeface="Arial"/>
            </a:endParaRPr>
          </a:p>
          <a:p>
            <a:pPr marL="1428750" lvl="2" indent="-285750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Lowercased</a:t>
            </a:r>
            <a:endParaRPr lang="en-US" sz="1800">
              <a:solidFill>
                <a:schemeClr val="tx1"/>
              </a:solidFill>
              <a:latin typeface="Calibri"/>
              <a:cs typeface="Arial"/>
            </a:endParaRPr>
          </a:p>
          <a:p>
            <a:pPr marL="1428750" lvl="2" indent="-285750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Stemmed (phones -&gt; phone)</a:t>
            </a:r>
            <a:endParaRPr lang="en-US" sz="1800">
              <a:solidFill>
                <a:schemeClr val="tx1"/>
              </a:solidFill>
              <a:latin typeface="Calibri"/>
              <a:cs typeface="Arial"/>
            </a:endParaRPr>
          </a:p>
          <a:p>
            <a:pPr marL="1428750" lvl="2" indent="-285750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Stop words removed (the, is, a)</a:t>
            </a:r>
            <a:endParaRPr lang="en-US" sz="1800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68014-A0B1-50E9-C630-52958C4B0730}"/>
              </a:ext>
            </a:extLst>
          </p:cNvPr>
          <p:cNvSpPr txBox="1"/>
          <p:nvPr/>
        </p:nvSpPr>
        <p:spPr>
          <a:xfrm>
            <a:off x="312185" y="3902312"/>
            <a:ext cx="45720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2. Query Processing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1028700" lvl="1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Search input becomes a </a:t>
            </a:r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tsquery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Supports: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428750" lvl="2" indent="-285750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AND (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&amp;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428750" lvl="2" indent="-285750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OR (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|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428750" lvl="2" indent="-285750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Phrase &amp; prefix search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 descr="A red line with black text&#10;&#10;AI-generated content may be incorrect.">
            <a:extLst>
              <a:ext uri="{FF2B5EF4-FFF2-40B4-BE49-F238E27FC236}">
                <a16:creationId xmlns:a16="http://schemas.microsoft.com/office/drawing/2014/main" id="{D8A69BCD-BD7C-B758-0245-E13B5CE12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06" y="1715864"/>
            <a:ext cx="4210050" cy="1190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red line with black text&#10;&#10;AI-generated content may be incorrect.">
            <a:extLst>
              <a:ext uri="{FF2B5EF4-FFF2-40B4-BE49-F238E27FC236}">
                <a16:creationId xmlns:a16="http://schemas.microsoft.com/office/drawing/2014/main" id="{2C456D06-4FA3-6D62-099B-9E8F08311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324" y="4655355"/>
            <a:ext cx="4286250" cy="1152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4839916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D154A3-80DB-25EE-0B45-ABEA73F6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05D47D-C18E-6DD5-A25A-136B83E34391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How FTS Works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6C3F1-3228-DA74-E5CB-3B50E17AB5D2}"/>
              </a:ext>
            </a:extLst>
          </p:cNvPr>
          <p:cNvSpPr txBox="1"/>
          <p:nvPr/>
        </p:nvSpPr>
        <p:spPr>
          <a:xfrm>
            <a:off x="315301" y="1714028"/>
            <a:ext cx="850942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3. Indexing</a:t>
            </a:r>
            <a:endParaRPr lang="en-US" sz="18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28700" lvl="1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GI  or </a:t>
            </a:r>
            <a:r>
              <a:rPr lang="en-US" sz="18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GiST</a:t>
            </a: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index on </a:t>
            </a:r>
            <a:r>
              <a:rPr lang="en-US" sz="18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tsvector</a:t>
            </a:r>
            <a:endParaRPr lang="en-US" sz="18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28700" lvl="1">
              <a:buFont typeface="Arial" panose="02020603050405020304" pitchFamily="18" charset="0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Enable fast lookup (no table scan)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7D241-E230-D3CC-77C0-E74DDCE743FA}"/>
              </a:ext>
            </a:extLst>
          </p:cNvPr>
          <p:cNvSpPr txBox="1"/>
          <p:nvPr/>
        </p:nvSpPr>
        <p:spPr>
          <a:xfrm>
            <a:off x="312185" y="3902312"/>
            <a:ext cx="524672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4. Search + Ranking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Matches document using @@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1028700" lvl="1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Results ranked by relevance (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ts_rank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)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D7A727-F5C3-9EDE-A15B-18A6AA960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059" y="1710157"/>
            <a:ext cx="3857625" cy="13430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DB20F944-D28E-4E18-6DDF-1CF0C3112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864" y="3766466"/>
            <a:ext cx="3248529" cy="15909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3680089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E07ECA-EAAF-E93F-6CAD-52C83147D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F19296-1BAC-E1F4-F7F0-54DA35753F8F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FTS - Examples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4C115-B63A-D3EB-B9FD-E4B5A39A3825}"/>
              </a:ext>
            </a:extLst>
          </p:cNvPr>
          <p:cNvSpPr txBox="1"/>
          <p:nvPr/>
        </p:nvSpPr>
        <p:spPr>
          <a:xfrm>
            <a:off x="332326" y="1706947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Using </a:t>
            </a:r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plainto_tsquery</a:t>
            </a:r>
            <a:endParaRPr lang="en-US" sz="2000" b="1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8" name="Picture 7" descr="A white background with red and black text&#10;&#10;AI-generated content may be incorrect.">
            <a:extLst>
              <a:ext uri="{FF2B5EF4-FFF2-40B4-BE49-F238E27FC236}">
                <a16:creationId xmlns:a16="http://schemas.microsoft.com/office/drawing/2014/main" id="{0AB416D0-1244-BC8F-38CB-28DEC10E6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963" y="2217353"/>
            <a:ext cx="5038725" cy="1295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419E0F-DE35-0F49-16DD-3C64BDDF5D42}"/>
              </a:ext>
            </a:extLst>
          </p:cNvPr>
          <p:cNvSpPr txBox="1"/>
          <p:nvPr/>
        </p:nvSpPr>
        <p:spPr>
          <a:xfrm>
            <a:off x="332326" y="3761326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Searching Multiple Columns</a:t>
            </a:r>
          </a:p>
          <a:p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10" name="Picture 9" descr="A close up of words&#10;&#10;AI-generated content may be incorrect.">
            <a:extLst>
              <a:ext uri="{FF2B5EF4-FFF2-40B4-BE49-F238E27FC236}">
                <a16:creationId xmlns:a16="http://schemas.microsoft.com/office/drawing/2014/main" id="{5563B592-832B-41E0-4C2D-B20E8B3B4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026" y="4263991"/>
            <a:ext cx="5562600" cy="1552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0522833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8E7606-DFA3-09E2-6F82-D661F5FB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D5A44A-8742-2E24-A167-5AC045E145A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FTS - Examples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197BD-4328-1CDC-C998-C9231E79897A}"/>
              </a:ext>
            </a:extLst>
          </p:cNvPr>
          <p:cNvSpPr txBox="1"/>
          <p:nvPr/>
        </p:nvSpPr>
        <p:spPr>
          <a:xfrm>
            <a:off x="332326" y="1706947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AND, OR, NOT in search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EC885E6-AD11-7C48-0DE9-7BADC6255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612" y="2210535"/>
            <a:ext cx="3914775" cy="334327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3499528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E00A2C-5F9C-F99C-7F98-D1764F21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0B799-6BDB-2EDF-747D-C8EBB33D2686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FTS - Examples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AD151-A2E4-7B34-305E-89546FB169F2}"/>
              </a:ext>
            </a:extLst>
          </p:cNvPr>
          <p:cNvSpPr txBox="1"/>
          <p:nvPr/>
        </p:nvSpPr>
        <p:spPr>
          <a:xfrm>
            <a:off x="332326" y="1706947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Ranking Search Results</a:t>
            </a:r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EBDE3-C32F-D278-6A74-279DFAD62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133" y="2069862"/>
            <a:ext cx="3571875" cy="177165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566A9C-C610-962E-742F-00C9E577D9A9}"/>
              </a:ext>
            </a:extLst>
          </p:cNvPr>
          <p:cNvSpPr txBox="1"/>
          <p:nvPr/>
        </p:nvSpPr>
        <p:spPr>
          <a:xfrm>
            <a:off x="332325" y="4003017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Highlighting Matched Text</a:t>
            </a:r>
            <a:endParaRPr lang="en-US" sz="2000" b="1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7C253B4-FC6C-FD4E-0EF0-7F415CC38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263" y="4514661"/>
            <a:ext cx="3419475" cy="1514475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3159852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6B6ED8-8897-C4A0-11CE-73C6DD59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277324-D13D-EE85-3443-17AC41D45F00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Full-Text Search Index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86478-0B55-967F-98BF-723717D8655F}"/>
              </a:ext>
            </a:extLst>
          </p:cNvPr>
          <p:cNvSpPr txBox="1"/>
          <p:nvPr/>
        </p:nvSpPr>
        <p:spPr>
          <a:xfrm>
            <a:off x="332326" y="1706947"/>
            <a:ext cx="4572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Performance Problem Without Index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Each search recalculates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to_tsvector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Slow on millions of rows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0D4A89-4F46-43D4-C641-22F68BC403BD}"/>
              </a:ext>
            </a:extLst>
          </p:cNvPr>
          <p:cNvSpPr txBox="1"/>
          <p:nvPr/>
        </p:nvSpPr>
        <p:spPr>
          <a:xfrm>
            <a:off x="332326" y="3197379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Creating Full-Text Search Index</a:t>
            </a: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1DDACA-429D-3C6E-C6AE-89B8FCB0F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187" y="3698805"/>
            <a:ext cx="3857625" cy="133350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6813659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C82CD8-A39C-352E-FE27-51181A71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5EFE0F-60A3-6726-3489-9DC972257D5F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Using Generated Columns </a:t>
            </a:r>
            <a:endParaRPr lang="en-US"/>
          </a:p>
        </p:txBody>
      </p:sp>
      <p:pic>
        <p:nvPicPr>
          <p:cNvPr id="4" name="Picture 3" descr="A computer code with text&#10;&#10;AI-generated content may be incorrect.">
            <a:extLst>
              <a:ext uri="{FF2B5EF4-FFF2-40B4-BE49-F238E27FC236}">
                <a16:creationId xmlns:a16="http://schemas.microsoft.com/office/drawing/2014/main" id="{AE4539FC-947A-8274-CA7B-96803443F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1517370"/>
            <a:ext cx="5676900" cy="2171700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29E935-072F-67FC-B181-AFF40F3AC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125" y="3864738"/>
            <a:ext cx="3333750" cy="20288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9591643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C17CB1-7DE1-7D24-13ED-9A1E747B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CB6B5-18A9-49B3-8404-05FE5CF81657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Languages and Dictionaries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203958-4C21-3C6A-0B27-FBB6B0C2CA05}"/>
              </a:ext>
            </a:extLst>
          </p:cNvPr>
          <p:cNvSpPr txBox="1"/>
          <p:nvPr/>
        </p:nvSpPr>
        <p:spPr>
          <a:xfrm>
            <a:off x="352467" y="1717017"/>
            <a:ext cx="644511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PostgreSQL supports multiple languages</a:t>
            </a:r>
          </a:p>
          <a:p>
            <a:pPr marL="1085850" lvl="1" indent="-342900">
              <a:buFont typeface="Courier New" panose="02020603050405020304" pitchFamily="18" charset="0"/>
              <a:buChar char="o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english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for stemming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marL="1485900" lvl="2">
              <a:buFont typeface="Wingdings" panose="02020603050405020304" pitchFamily="18" charset="0"/>
              <a:buChar char="§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pPr marL="1085850" lvl="1" indent="-342900">
              <a:buFont typeface="Courier New" panose="02020603050405020304" pitchFamily="18" charset="0"/>
              <a:buChar char="o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 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Calibri"/>
              </a:rPr>
              <a:t>simple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for exact words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57000F-0384-DA51-3134-2C76999E5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0" y="2457450"/>
            <a:ext cx="4209631" cy="14999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1BA743-DABC-515E-A96F-46C20A0A8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4624" y="4530880"/>
            <a:ext cx="4326155" cy="16129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8756764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65144F-EB1E-087B-A4E2-9E0A6FDC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BF99C-5436-6740-1245-ECB6152CEE74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When to Use Full-Text Search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1185D-545B-B3A2-F34E-8401A069587E}"/>
              </a:ext>
            </a:extLst>
          </p:cNvPr>
          <p:cNvSpPr txBox="1"/>
          <p:nvPr/>
        </p:nvSpPr>
        <p:spPr>
          <a:xfrm>
            <a:off x="352467" y="1717017"/>
            <a:ext cx="644511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Large text data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Search boxes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E-commerce products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Blogs &amp; articles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Logs &amp; descriptions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endParaRPr lang="en-US" sz="2000">
              <a:solidFill>
                <a:schemeClr val="tx1"/>
              </a:solidFill>
              <a:latin typeface="Arial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endParaRPr lang="en-US" sz="2000">
              <a:solidFill>
                <a:schemeClr val="tx1"/>
              </a:solidFill>
              <a:latin typeface="Arial"/>
              <a:ea typeface="SimSun"/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Not for exact matches (use </a:t>
            </a:r>
            <a:r>
              <a:rPr lang="en-US" sz="2000">
                <a:solidFill>
                  <a:schemeClr val="tx1"/>
                </a:solidFill>
                <a:latin typeface="Consolas"/>
                <a:ea typeface="SimSun"/>
                <a:cs typeface="Arial"/>
              </a:rPr>
              <a:t>=</a:t>
            </a:r>
            <a:r>
              <a:rPr lang="en-US" sz="2000">
                <a:solidFill>
                  <a:schemeClr val="tx1"/>
                </a:solidFill>
                <a:latin typeface="Arial"/>
                <a:ea typeface="SimSun"/>
                <a:cs typeface="Arial"/>
              </a:rPr>
              <a:t>)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601850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6B354F-F418-062B-F302-E51DC1F55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7878CC-C2B3-B69D-7565-1075BAC0AD48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(Scheduling)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7822E-4B6D-964D-4CE3-270C776340A3}"/>
              </a:ext>
            </a:extLst>
          </p:cNvPr>
          <p:cNvSpPr txBox="1"/>
          <p:nvPr/>
        </p:nvSpPr>
        <p:spPr>
          <a:xfrm>
            <a:off x="315301" y="1714028"/>
            <a:ext cx="8509427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Why Do We Need Jobs?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Databases often require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recurring tasks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, such as: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Data cleanup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Report generation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Refreshing materialized views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Archiving old records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Jobs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allow PostgreSQL to: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Execute tasks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automatically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Run SQL on a schedule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Reduce manual intervention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3810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D912F3-1860-41D9-0B1F-943098E4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8E1242-22C7-F26C-055C-F4BB3FF09840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How PostgreSQL Handles Jobs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9EA08-2BE8-74AD-E71B-D518FF6C7C67}"/>
              </a:ext>
            </a:extLst>
          </p:cNvPr>
          <p:cNvSpPr txBox="1"/>
          <p:nvPr/>
        </p:nvSpPr>
        <p:spPr>
          <a:xfrm>
            <a:off x="315301" y="1714028"/>
            <a:ext cx="850942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PostgreSQL 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does NOT have a built-in job scheduler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like SQL Server.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Instead, it uses:</a:t>
            </a:r>
            <a:endParaRPr lang="en-US" sz="2000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pg_cron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(most popular)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pgAgent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(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pgAdmin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)</a:t>
            </a:r>
            <a:endParaRPr lang="en-US" sz="20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E5259D-F06A-1013-4823-4EB47FBA3E2B}"/>
              </a:ext>
            </a:extLst>
          </p:cNvPr>
          <p:cNvSpPr txBox="1"/>
          <p:nvPr/>
        </p:nvSpPr>
        <p:spPr>
          <a:xfrm>
            <a:off x="313403" y="3434047"/>
            <a:ext cx="4572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pg_cron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 Overview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PostgreSQL extension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Runs SQL jobs inside the database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Uses </a:t>
            </a:r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cron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 syntax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Supports one-time &amp; recurring jobs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52625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E0D035-7DD3-68ED-7398-35798031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41D9C-C986-D62F-E60F-2C9C8F1AAE9B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pg_cron</a:t>
            </a:r>
            <a:endParaRPr lang="en-US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155FA-96DA-8203-EF36-A93FA92FFFC9}"/>
              </a:ext>
            </a:extLst>
          </p:cNvPr>
          <p:cNvSpPr txBox="1"/>
          <p:nvPr/>
        </p:nvSpPr>
        <p:spPr>
          <a:xfrm>
            <a:off x="315301" y="1714028"/>
            <a:ext cx="850942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pg_cron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is a PostgreSQL extension that lets you run scheduled jobs (</a:t>
            </a:r>
            <a:r>
              <a:rPr lang="en-US" sz="20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jobs) directly inside PostgreSQL, similar to Linux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but managed via SQL.</a:t>
            </a: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What is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pg_cron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?</a:t>
            </a:r>
          </a:p>
          <a:p>
            <a:r>
              <a:rPr lang="en-US" sz="20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pg_cron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allows you to: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Schedule SQL commands</a:t>
            </a:r>
            <a:endParaRPr lang="en-US"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Schedule stored procedures / functions</a:t>
            </a:r>
            <a:endParaRPr lang="en-US">
              <a:cs typeface="Arial" panose="020B0604020202020204" pitchFamily="34" charset="0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Run jobs at fixed intervals (minute, hourly, daily, weekly, etc.)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Runs inside PostgreSQL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Jobs are stored in DB tables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Arial" panose="02020603050405020304" pitchFamily="18" charset="0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Uses standard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syntax</a:t>
            </a:r>
            <a:endParaRPr lang="en-US">
              <a:solidFill>
                <a:schemeClr val="tx1"/>
              </a:solidFill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9123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DD2D28-A38F-54E4-48C1-D252E54FD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3D889-41F9-080D-3996-977A74AC47D9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pg_cron</a:t>
            </a:r>
            <a:endParaRPr lang="en-US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5B7C7-DCF2-BE65-E95A-A34EEFA09B49}"/>
              </a:ext>
            </a:extLst>
          </p:cNvPr>
          <p:cNvSpPr txBox="1"/>
          <p:nvPr/>
        </p:nvSpPr>
        <p:spPr>
          <a:xfrm>
            <a:off x="315301" y="1714028"/>
            <a:ext cx="850942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How to install and create a job?</a:t>
            </a:r>
            <a:endParaRPr lang="en-US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CREATE EXTENSION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pg_cron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;</a:t>
            </a:r>
            <a:endParaRPr lang="en-US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b="1">
              <a:solidFill>
                <a:schemeClr val="tx1"/>
              </a:solidFill>
              <a:cs typeface="Arial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287A51-5B8D-903F-0BA1-86FC8B3B8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561" y="1710902"/>
            <a:ext cx="3571875" cy="1781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B5298D-C853-8F9F-2CD8-53C53920062E}"/>
              </a:ext>
            </a:extLst>
          </p:cNvPr>
          <p:cNvSpPr txBox="1"/>
          <p:nvPr/>
        </p:nvSpPr>
        <p:spPr>
          <a:xfrm>
            <a:off x="434444" y="3666908"/>
            <a:ext cx="8047546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SELECT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cron.schedule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( 'run-every-minute', '* * * * *', 'INSERT INTO logs(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job_name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,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run_at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) VALUES (''test'', now())' );</a:t>
            </a:r>
          </a:p>
          <a:p>
            <a:endParaRPr lang="en-US" sz="2000">
              <a:solidFill>
                <a:schemeClr val="tx1"/>
              </a:solidFill>
              <a:latin typeface="Calibri"/>
              <a:ea typeface="SimSun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SELECT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cron.schedule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('daily-cleanup-midnight',  '0 0 * * *',  'DELETE FROM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audit_logs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WHERE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created_at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 &lt; now() - interval ''90 days''');</a:t>
            </a:r>
          </a:p>
          <a:p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  <a:p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SELECT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cron.schedule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('recalculate-stats',  '0 */6 * * *',  'CALL</a:t>
            </a:r>
            <a:endParaRPr lang="en-US" sz="2000">
              <a:solidFill>
                <a:schemeClr val="tx1"/>
              </a:solidFill>
              <a:latin typeface="Calibri"/>
              <a:ea typeface="SimSun"/>
              <a:cs typeface="Calibri"/>
            </a:endParaRPr>
          </a:p>
          <a:p>
            <a:r>
              <a:rPr lang="en-US" sz="2000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recalc_driver_statistics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();');</a:t>
            </a:r>
            <a:endParaRPr lang="en-US">
              <a:solidFill>
                <a:schemeClr val="tx1"/>
              </a:solidFill>
              <a:latin typeface="Calibri"/>
              <a:ea typeface="SimSu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074843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3CCEE-C3CC-B02E-F3F4-300603C4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694E75-CEAF-B85F-C2A0-80F5F21511CD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pg_cron</a:t>
            </a:r>
            <a:endParaRPr lang="en-US" err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BBC552-7D92-09E4-369C-D6808856E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48978"/>
              </p:ext>
            </p:extLst>
          </p:nvPr>
        </p:nvGraphicFramePr>
        <p:xfrm>
          <a:off x="506850" y="1551583"/>
          <a:ext cx="8038242" cy="256032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4019121">
                  <a:extLst>
                    <a:ext uri="{9D8B030D-6E8A-4147-A177-3AD203B41FA5}">
                      <a16:colId xmlns:a16="http://schemas.microsoft.com/office/drawing/2014/main" val="2869501817"/>
                    </a:ext>
                  </a:extLst>
                </a:gridCol>
                <a:gridCol w="4019121">
                  <a:extLst>
                    <a:ext uri="{9D8B030D-6E8A-4147-A177-3AD203B41FA5}">
                      <a16:colId xmlns:a16="http://schemas.microsoft.com/office/drawing/2014/main" val="375676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Cron Expression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54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minute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* *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196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5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*/5 *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195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15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*/15 *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437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hour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*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783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6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*/6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353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Twice a day (2 AM &amp; 2 PM)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2,14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38365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1026BD-5933-EFC8-B70D-602DE123D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79745"/>
              </p:ext>
            </p:extLst>
          </p:nvPr>
        </p:nvGraphicFramePr>
        <p:xfrm>
          <a:off x="506850" y="4282370"/>
          <a:ext cx="8038242" cy="182880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4019121">
                  <a:extLst>
                    <a:ext uri="{9D8B030D-6E8A-4147-A177-3AD203B41FA5}">
                      <a16:colId xmlns:a16="http://schemas.microsoft.com/office/drawing/2014/main" val="2618702958"/>
                    </a:ext>
                  </a:extLst>
                </a:gridCol>
                <a:gridCol w="4019121">
                  <a:extLst>
                    <a:ext uri="{9D8B030D-6E8A-4147-A177-3AD203B41FA5}">
                      <a16:colId xmlns:a16="http://schemas.microsoft.com/office/drawing/2014/main" val="398505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Cron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Expression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869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Daily at midnight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0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04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Daily at 1:30 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 1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656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Daily at 10 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22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208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Daily at noon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12 *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450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94880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DC8ECD-D9BC-6A40-80DC-6A910B75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474F0F-A69F-3022-3F40-E477C67CC3C6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pg_cron</a:t>
            </a:r>
            <a:endParaRPr lang="en-US" err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15EE8E-30FC-8967-8FB4-F8BFFEEA4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876575"/>
              </p:ext>
            </p:extLst>
          </p:nvPr>
        </p:nvGraphicFramePr>
        <p:xfrm>
          <a:off x="506850" y="1541239"/>
          <a:ext cx="8013394" cy="146304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4006697">
                  <a:extLst>
                    <a:ext uri="{9D8B030D-6E8A-4147-A177-3AD203B41FA5}">
                      <a16:colId xmlns:a16="http://schemas.microsoft.com/office/drawing/2014/main" val="3327076942"/>
                    </a:ext>
                  </a:extLst>
                </a:gridCol>
                <a:gridCol w="4006697">
                  <a:extLst>
                    <a:ext uri="{9D8B030D-6E8A-4147-A177-3AD203B41FA5}">
                      <a16:colId xmlns:a16="http://schemas.microsoft.com/office/drawing/2014/main" val="4094465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u="none" strike="noStrike" noProof="0">
                          <a:solidFill>
                            <a:srgbClr val="000000"/>
                          </a:solidFill>
                        </a:rPr>
                        <a:t>Requirement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Cron </a:t>
                      </a:r>
                      <a:r>
                        <a:rPr lang="en-US" sz="1800" b="1" u="none" strike="noStrike" noProof="0">
                          <a:solidFill>
                            <a:srgbClr val="000000"/>
                          </a:solidFill>
                        </a:rPr>
                        <a:t>Expression</a:t>
                      </a:r>
                      <a:endParaRPr 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557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Sunday at midnight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0 * *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665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Monday at 9 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9 * *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861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Weekdays (Mon–Fri) at 10 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10 * * 1-5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7738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582A04-E44C-80EE-2410-242AE0B1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178945"/>
              </p:ext>
            </p:extLst>
          </p:nvPr>
        </p:nvGraphicFramePr>
        <p:xfrm>
          <a:off x="506850" y="3434171"/>
          <a:ext cx="8000968" cy="146304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4000484">
                  <a:extLst>
                    <a:ext uri="{9D8B030D-6E8A-4147-A177-3AD203B41FA5}">
                      <a16:colId xmlns:a16="http://schemas.microsoft.com/office/drawing/2014/main" val="3465145760"/>
                    </a:ext>
                  </a:extLst>
                </a:gridCol>
                <a:gridCol w="4000484">
                  <a:extLst>
                    <a:ext uri="{9D8B030D-6E8A-4147-A177-3AD203B41FA5}">
                      <a16:colId xmlns:a16="http://schemas.microsoft.com/office/drawing/2014/main" val="3441688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Cron Expression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03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1st of every month at midnight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0 1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097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15th of every month at 2 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2 15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969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 of month (</a:t>
                      </a:r>
                      <a:r>
                        <a:rPr lang="en-US" err="1"/>
                        <a:t>approx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0 28-31 *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825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02799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0EACE1-A8AE-0A2F-6FAB-C1D62DF0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B0E4E4-0B2E-95D8-81F9-A7F12137517F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pgAgent</a:t>
            </a:r>
            <a:endParaRPr lang="en-US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E6420D-9B3C-61EB-09AA-89A9143D6FDE}"/>
              </a:ext>
            </a:extLst>
          </p:cNvPr>
          <p:cNvSpPr txBox="1"/>
          <p:nvPr/>
        </p:nvSpPr>
        <p:spPr>
          <a:xfrm>
            <a:off x="258597" y="1474005"/>
            <a:ext cx="87199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pgAgent</a:t>
            </a:r>
            <a:r>
              <a:rPr lang="en-US" sz="2000" b="1">
                <a:solidFill>
                  <a:schemeClr val="tx1"/>
                </a:solidFill>
                <a:latin typeface="Calibri"/>
                <a:ea typeface="SimSun"/>
                <a:cs typeface="Arial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"/>
                <a:ea typeface="SimSun"/>
                <a:cs typeface="Arial"/>
              </a:rPr>
              <a:t>is a job scheduling agent for PostgreSQL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, allowing you to automate tasks like running SQL scripts or shell commands on complex schedules, and is managed via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pgAdmin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. It functions as a daemon/service, often on the database server, and provides a robust framework for scheduling recurring or one-off tasks with features like dependencies and execution logs, distinguishing it from simpler schedulers like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pg_cron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. </a:t>
            </a:r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8E8A3-D0A3-1E1A-C28A-42A3AF6F74B1}"/>
              </a:ext>
            </a:extLst>
          </p:cNvPr>
          <p:cNvSpPr txBox="1"/>
          <p:nvPr/>
        </p:nvSpPr>
        <p:spPr>
          <a:xfrm>
            <a:off x="258599" y="3429000"/>
            <a:ext cx="841992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Installation: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 Install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pgAgent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 as a separate package (often via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StackBuilder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, apt, or yum) and ensure the necessary PostgreSQL extensions (</a:t>
            </a:r>
            <a:r>
              <a:rPr lang="en-US" sz="2000" err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plpgsql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, </a:t>
            </a:r>
            <a:r>
              <a:rPr lang="en-US" sz="2000" err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pgagent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) are enabled.</a:t>
            </a:r>
            <a:endParaRPr lang="en-US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Configuration: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 Define jobs with one or more steps (e.g., </a:t>
            </a:r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 Script`, 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Shell Script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) and set up schedules (frequency, start/end dates) in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pgAdmin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Execution: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 </a:t>
            </a:r>
            <a:r>
              <a:rPr lang="en-US" sz="2000" err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pgAgent</a:t>
            </a:r>
            <a:r>
              <a:rPr lang="en-US" sz="2000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 runs as a background process, executing scheduled jobs according to your defined schedules and step</a:t>
            </a:r>
          </a:p>
          <a:p>
            <a:pPr algn="ctr"/>
            <a:endParaRPr lang="en-US" sz="2000">
              <a:solidFill>
                <a:schemeClr val="tx1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67666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6852CC-B881-A838-0409-C3B91B90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14B88B-3975-C941-4CD5-C791EFAD388D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pgAgent</a:t>
            </a:r>
            <a:endParaRPr lang="en-US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BFCF9-922B-B56E-D9F6-4C352BC99D6E}"/>
              </a:ext>
            </a:extLst>
          </p:cNvPr>
          <p:cNvSpPr txBox="1"/>
          <p:nvPr/>
        </p:nvSpPr>
        <p:spPr>
          <a:xfrm>
            <a:off x="258599" y="1525724"/>
            <a:ext cx="84199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Installation: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5C7E3A-5FAC-AFF2-AAB6-66169C0E1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00" y="2038438"/>
            <a:ext cx="5743748" cy="39128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64A073-318A-2835-83FA-14DE5BD64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92" y="2697438"/>
            <a:ext cx="2657475" cy="2581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0980650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E1B225-8971-8712-2D5F-008300C7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B13033-79AA-0C78-0C8C-503AF672CF64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pgAgent</a:t>
            </a:r>
            <a:endParaRPr lang="en-US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30A2F-5A6A-68FB-27BE-640AC3A2C5EF}"/>
              </a:ext>
            </a:extLst>
          </p:cNvPr>
          <p:cNvSpPr txBox="1"/>
          <p:nvPr/>
        </p:nvSpPr>
        <p:spPr>
          <a:xfrm>
            <a:off x="258599" y="1525724"/>
            <a:ext cx="84199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Create a Job: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5518ED-1556-9571-D705-4759E4D24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31" y="2097144"/>
            <a:ext cx="8037204" cy="37808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726781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BDA9C8-F0C6-E717-5415-488D7AA34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D4ED73-FF2C-844D-238E-2239CC64C517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pgAgent</a:t>
            </a:r>
            <a:endParaRPr lang="en-US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A8072-2845-A29E-3BFE-1EEFFBD5A8C3}"/>
              </a:ext>
            </a:extLst>
          </p:cNvPr>
          <p:cNvSpPr txBox="1"/>
          <p:nvPr/>
        </p:nvSpPr>
        <p:spPr>
          <a:xfrm>
            <a:off x="258599" y="1525724"/>
            <a:ext cx="84199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Create a Job Steps: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5692A6-6128-D05C-EEC4-102548D5D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482" y="1428749"/>
            <a:ext cx="6059219" cy="4795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9818025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143485-29DF-8598-8698-47EEEF1D8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804374-3433-8725-29A1-BD5437105F99}"/>
              </a:ext>
            </a:extLst>
          </p:cNvPr>
          <p:cNvSpPr txBox="1"/>
          <p:nvPr/>
        </p:nvSpPr>
        <p:spPr>
          <a:xfrm>
            <a:off x="156062" y="242406"/>
            <a:ext cx="88326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8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pgAgent</a:t>
            </a:r>
            <a:endParaRPr lang="en-US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C8A72-C88E-0944-8AA4-EBAEF58E118A}"/>
              </a:ext>
            </a:extLst>
          </p:cNvPr>
          <p:cNvSpPr txBox="1"/>
          <p:nvPr/>
        </p:nvSpPr>
        <p:spPr>
          <a:xfrm>
            <a:off x="258599" y="1525724"/>
            <a:ext cx="841992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Create a Job Steps:</a:t>
            </a: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  <a:p>
            <a:endParaRPr lang="en-US" sz="2000" b="1"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805C81-9D6E-C4FF-9A7F-C15DCDEB6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981" y="1254814"/>
            <a:ext cx="5214394" cy="41744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CB7210-1D70-0906-3D2E-1081D7C79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537" y="5697192"/>
            <a:ext cx="3678721" cy="9549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3010344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363D38-6EBD-4226-464E-B2C5B5CF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1F7686-8B84-8FFF-03C9-808EC0F2B5C7}"/>
              </a:ext>
            </a:extLst>
          </p:cNvPr>
          <p:cNvSpPr txBox="1"/>
          <p:nvPr/>
        </p:nvSpPr>
        <p:spPr>
          <a:xfrm>
            <a:off x="259501" y="356189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0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pgAgent</a:t>
            </a:r>
            <a:endParaRPr lang="en-US" sz="400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1E885-813F-8814-D07D-99AB136E203F}"/>
              </a:ext>
            </a:extLst>
          </p:cNvPr>
          <p:cNvSpPr txBox="1"/>
          <p:nvPr/>
        </p:nvSpPr>
        <p:spPr>
          <a:xfrm>
            <a:off x="258599" y="1525724"/>
            <a:ext cx="84199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Create a Job Schedule:</a:t>
            </a:r>
          </a:p>
        </p:txBody>
      </p:sp>
      <p:pic>
        <p:nvPicPr>
          <p:cNvPr id="6" name="Picture 5" descr="A screenshot of a calendar&#10;&#10;AI-generated content may be incorrect.">
            <a:extLst>
              <a:ext uri="{FF2B5EF4-FFF2-40B4-BE49-F238E27FC236}">
                <a16:creationId xmlns:a16="http://schemas.microsoft.com/office/drawing/2014/main" id="{01F778A4-EC31-6690-A371-B203F7A42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228" y="1441173"/>
            <a:ext cx="5754632" cy="4721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8261625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A1F2BB-91C3-DC8B-5858-F0A1A78A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565C5-B8B0-9797-1B41-2939BEFECAD6}"/>
              </a:ext>
            </a:extLst>
          </p:cNvPr>
          <p:cNvSpPr txBox="1"/>
          <p:nvPr/>
        </p:nvSpPr>
        <p:spPr>
          <a:xfrm>
            <a:off x="259501" y="304469"/>
            <a:ext cx="88326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Jobs – </a:t>
            </a:r>
            <a:r>
              <a:rPr lang="en-US" sz="4000" err="1">
                <a:solidFill>
                  <a:srgbClr val="FFFFFF"/>
                </a:solidFill>
                <a:latin typeface="Calibri"/>
                <a:ea typeface="Calibri"/>
                <a:cs typeface="Arial"/>
              </a:rPr>
              <a:t>pgAgent</a:t>
            </a:r>
            <a:endParaRPr lang="en-US" sz="400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FBAAB-8D78-DEFB-6553-3BD3E74EE570}"/>
              </a:ext>
            </a:extLst>
          </p:cNvPr>
          <p:cNvSpPr txBox="1"/>
          <p:nvPr/>
        </p:nvSpPr>
        <p:spPr>
          <a:xfrm>
            <a:off x="258599" y="1525724"/>
            <a:ext cx="84199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Job </a:t>
            </a:r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Arial"/>
              </a:rPr>
              <a:t>Statistics</a:t>
            </a:r>
            <a:r>
              <a:rPr lang="en-US" sz="2000" b="1">
                <a:solidFill>
                  <a:schemeClr val="tx1"/>
                </a:solidFill>
                <a:latin typeface="Calibri"/>
                <a:ea typeface="Google Sans"/>
                <a:cs typeface="Google Sans"/>
              </a:rPr>
              <a:t>:</a:t>
            </a:r>
          </a:p>
        </p:txBody>
      </p:sp>
      <p:pic>
        <p:nvPicPr>
          <p:cNvPr id="2" name="Picture 1" descr="A screenshot of a data&#10;&#10;AI-generated content may be incorrect.">
            <a:extLst>
              <a:ext uri="{FF2B5EF4-FFF2-40B4-BE49-F238E27FC236}">
                <a16:creationId xmlns:a16="http://schemas.microsoft.com/office/drawing/2014/main" id="{9D608195-177D-1204-38F7-E00F9796F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9" y="2097903"/>
            <a:ext cx="8820980" cy="41282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1110927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828800" y="2819400"/>
            <a:ext cx="52578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2700338" y="3060700"/>
            <a:ext cx="4138612" cy="21510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6481"/>
                <a:gd name="adj2" fmla="val 0"/>
              </a:avLst>
            </a:prstTxWarp>
          </a:bodyPr>
          <a:lstStyle/>
          <a:p>
            <a:pPr algn="ctr"/>
            <a:r>
              <a:rPr lang="en-US" kern="10" spc="-72">
                <a:solidFill>
                  <a:srgbClr val="1E4649"/>
                </a:solidFill>
                <a:latin typeface="Thorndale"/>
              </a:rPr>
              <a:t> 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479925" y="2967038"/>
            <a:ext cx="1841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1" name="Rectangle 10"/>
          <p:cNvSpPr/>
          <p:nvPr/>
        </p:nvSpPr>
        <p:spPr>
          <a:xfrm>
            <a:off x="76200" y="2498003"/>
            <a:ext cx="8991600" cy="646331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>
              <a:buFont typeface="Times New Roman" pitchFamily="16" charset="0"/>
              <a:buNone/>
              <a:defRPr/>
            </a:pPr>
            <a:r>
              <a:rPr lang="en-US" altLang="en-US" sz="36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libri"/>
                <a:ea typeface="SimSun"/>
                <a:cs typeface="Calibri"/>
              </a:rPr>
              <a:t>THANK YOU</a:t>
            </a:r>
            <a:endParaRPr lang="en-US" sz="3600" b="1">
              <a:ln w="12700">
                <a:solidFill>
                  <a:srgbClr val="000000">
                    <a:satMod val="155000"/>
                  </a:srgbClr>
                </a:solidFill>
                <a:prstDash val="solid"/>
              </a:ln>
              <a:solidFill>
                <a:srgbClr val="00206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Calibri"/>
              <a:ea typeface="SimSun"/>
              <a:cs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0" y="3810899"/>
            <a:ext cx="8991600" cy="646331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>
              <a:buFont typeface="Times New Roman" pitchFamily="16" charset="0"/>
              <a:buNone/>
              <a:defRPr/>
            </a:pPr>
            <a:r>
              <a:rPr lang="en-US" altLang="en-US" sz="36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libri"/>
                <a:ea typeface="SimSun"/>
                <a:cs typeface="Calibri"/>
              </a:rPr>
              <a:t>ANY QUESTIONS ?</a:t>
            </a:r>
            <a:endParaRPr lang="en-US" sz="3600" b="1">
              <a:ln w="12700">
                <a:solidFill>
                  <a:srgbClr val="000000">
                    <a:satMod val="155000"/>
                  </a:srgbClr>
                </a:solidFill>
                <a:prstDash val="solid"/>
              </a:ln>
              <a:solidFill>
                <a:srgbClr val="00206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Calibri"/>
              <a:ea typeface="SimSu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86526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SimSun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63</Slides>
  <Notes>63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1_Default Design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revision>20</cp:revision>
  <cp:lastPrinted>1601-01-01T00:00:00Z</cp:lastPrinted>
  <dcterms:created xsi:type="dcterms:W3CDTF">2005-05-22T08:55:10Z</dcterms:created>
  <dcterms:modified xsi:type="dcterms:W3CDTF">2026-01-05T12:49:21Z</dcterms:modified>
</cp:coreProperties>
</file>