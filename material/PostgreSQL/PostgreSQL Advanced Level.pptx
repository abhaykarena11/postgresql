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0" r:id="rId1"/>
    <p:sldMasterId id="2147483672" r:id="rId2"/>
  </p:sldMasterIdLst>
  <p:notesMasterIdLst>
    <p:notesMasterId r:id="rId36"/>
  </p:notesMasterIdLst>
  <p:sldIdLst>
    <p:sldId id="299" r:id="rId3"/>
    <p:sldId id="300" r:id="rId4"/>
    <p:sldId id="323" r:id="rId5"/>
    <p:sldId id="339" r:id="rId6"/>
    <p:sldId id="340" r:id="rId7"/>
    <p:sldId id="343" r:id="rId8"/>
    <p:sldId id="354" r:id="rId9"/>
    <p:sldId id="342" r:id="rId10"/>
    <p:sldId id="344" r:id="rId11"/>
    <p:sldId id="345" r:id="rId12"/>
    <p:sldId id="346" r:id="rId13"/>
    <p:sldId id="347" r:id="rId14"/>
    <p:sldId id="348" r:id="rId15"/>
    <p:sldId id="349" r:id="rId16"/>
    <p:sldId id="350" r:id="rId17"/>
    <p:sldId id="351" r:id="rId18"/>
    <p:sldId id="352" r:id="rId19"/>
    <p:sldId id="353" r:id="rId20"/>
    <p:sldId id="355" r:id="rId21"/>
    <p:sldId id="356" r:id="rId22"/>
    <p:sldId id="357" r:id="rId23"/>
    <p:sldId id="358" r:id="rId24"/>
    <p:sldId id="359" r:id="rId25"/>
    <p:sldId id="360" r:id="rId26"/>
    <p:sldId id="361" r:id="rId27"/>
    <p:sldId id="362" r:id="rId28"/>
    <p:sldId id="363" r:id="rId29"/>
    <p:sldId id="364" r:id="rId30"/>
    <p:sldId id="365" r:id="rId31"/>
    <p:sldId id="366" r:id="rId32"/>
    <p:sldId id="367" r:id="rId33"/>
    <p:sldId id="368" r:id="rId34"/>
    <p:sldId id="317" r:id="rId35"/>
  </p:sldIdLst>
  <p:sldSz cx="9144000" cy="6858000" type="screen4x3"/>
  <p:notesSz cx="6858000" cy="9144000"/>
  <p:defaultTextStyle>
    <a:defPPr>
      <a:defRPr lang="en-GB"/>
    </a:defPPr>
    <a:lvl1pPr algn="l" defTabSz="457200" rtl="0" eaLnBrk="0" fontAlgn="base" hangingPunct="0">
      <a:spcBef>
        <a:spcPct val="0"/>
      </a:spcBef>
      <a:spcAft>
        <a:spcPct val="0"/>
      </a:spcAft>
      <a:buClr>
        <a:srgbClr val="000000"/>
      </a:buClr>
      <a:buSzPct val="100000"/>
      <a:buFont typeface="Times New Roman" panose="02020603050405020304" pitchFamily="18" charset="0"/>
      <a:defRPr sz="1200" kern="1200">
        <a:solidFill>
          <a:schemeClr val="bg1"/>
        </a:solidFill>
        <a:latin typeface="Arial" panose="020B0604020202020204" pitchFamily="34" charset="0"/>
        <a:ea typeface="SimSun" panose="02010600030101010101" pitchFamily="2" charset="-122"/>
        <a:cs typeface="+mn-cs"/>
      </a:defRPr>
    </a:lvl1pPr>
    <a:lvl2pPr marL="742950" indent="-285750" algn="l" defTabSz="457200" rtl="0" eaLnBrk="0" fontAlgn="base" hangingPunct="0">
      <a:spcBef>
        <a:spcPct val="0"/>
      </a:spcBef>
      <a:spcAft>
        <a:spcPct val="0"/>
      </a:spcAft>
      <a:buClr>
        <a:srgbClr val="000000"/>
      </a:buClr>
      <a:buSzPct val="100000"/>
      <a:buFont typeface="Times New Roman" panose="02020603050405020304" pitchFamily="18" charset="0"/>
      <a:defRPr sz="1200" kern="1200">
        <a:solidFill>
          <a:schemeClr val="bg1"/>
        </a:solidFill>
        <a:latin typeface="Arial" panose="020B0604020202020204" pitchFamily="34" charset="0"/>
        <a:ea typeface="SimSun" panose="02010600030101010101" pitchFamily="2" charset="-122"/>
        <a:cs typeface="+mn-cs"/>
      </a:defRPr>
    </a:lvl2pPr>
    <a:lvl3pPr marL="11430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1200" kern="1200">
        <a:solidFill>
          <a:schemeClr val="bg1"/>
        </a:solidFill>
        <a:latin typeface="Arial" panose="020B0604020202020204" pitchFamily="34" charset="0"/>
        <a:ea typeface="SimSun" panose="02010600030101010101" pitchFamily="2" charset="-122"/>
        <a:cs typeface="+mn-cs"/>
      </a:defRPr>
    </a:lvl3pPr>
    <a:lvl4pPr marL="16002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1200" kern="1200">
        <a:solidFill>
          <a:schemeClr val="bg1"/>
        </a:solidFill>
        <a:latin typeface="Arial" panose="020B0604020202020204" pitchFamily="34" charset="0"/>
        <a:ea typeface="SimSun" panose="02010600030101010101" pitchFamily="2" charset="-122"/>
        <a:cs typeface="+mn-cs"/>
      </a:defRPr>
    </a:lvl4pPr>
    <a:lvl5pPr marL="20574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1200" kern="1200">
        <a:solidFill>
          <a:schemeClr val="bg1"/>
        </a:solidFill>
        <a:latin typeface="Arial" panose="020B0604020202020204" pitchFamily="34" charset="0"/>
        <a:ea typeface="SimSun" panose="02010600030101010101" pitchFamily="2" charset="-122"/>
        <a:cs typeface="+mn-cs"/>
      </a:defRPr>
    </a:lvl5pPr>
    <a:lvl6pPr marL="2286000" algn="l" defTabSz="914400" rtl="0" eaLnBrk="1" latinLnBrk="0" hangingPunct="1">
      <a:defRPr sz="1200" kern="1200">
        <a:solidFill>
          <a:schemeClr val="bg1"/>
        </a:solidFill>
        <a:latin typeface="Arial" panose="020B0604020202020204" pitchFamily="34" charset="0"/>
        <a:ea typeface="SimSun" panose="02010600030101010101" pitchFamily="2" charset="-122"/>
        <a:cs typeface="+mn-cs"/>
      </a:defRPr>
    </a:lvl6pPr>
    <a:lvl7pPr marL="2743200" algn="l" defTabSz="914400" rtl="0" eaLnBrk="1" latinLnBrk="0" hangingPunct="1">
      <a:defRPr sz="1200" kern="1200">
        <a:solidFill>
          <a:schemeClr val="bg1"/>
        </a:solidFill>
        <a:latin typeface="Arial" panose="020B0604020202020204" pitchFamily="34" charset="0"/>
        <a:ea typeface="SimSun" panose="02010600030101010101" pitchFamily="2" charset="-122"/>
        <a:cs typeface="+mn-cs"/>
      </a:defRPr>
    </a:lvl7pPr>
    <a:lvl8pPr marL="3200400" algn="l" defTabSz="914400" rtl="0" eaLnBrk="1" latinLnBrk="0" hangingPunct="1">
      <a:defRPr sz="1200" kern="1200">
        <a:solidFill>
          <a:schemeClr val="bg1"/>
        </a:solidFill>
        <a:latin typeface="Arial" panose="020B0604020202020204" pitchFamily="34" charset="0"/>
        <a:ea typeface="SimSun" panose="02010600030101010101" pitchFamily="2" charset="-122"/>
        <a:cs typeface="+mn-cs"/>
      </a:defRPr>
    </a:lvl8pPr>
    <a:lvl9pPr marL="3657600" algn="l" defTabSz="914400" rtl="0" eaLnBrk="1" latinLnBrk="0" hangingPunct="1">
      <a:defRPr sz="1200" kern="1200">
        <a:solidFill>
          <a:schemeClr val="bg1"/>
        </a:solidFill>
        <a:latin typeface="Arial" panose="020B0604020202020204" pitchFamily="34" charset="0"/>
        <a:ea typeface="SimSun"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20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961538-7DED-C4AD-5F6A-08CABE9B998E}" v="1371" dt="2026-01-05T11:05:18.285"/>
    <p1510:client id="{52203999-B5B2-653E-CCD0-6D02373F933D}" v="564" dt="2026-01-06T08:59:43.6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42" Type="http://schemas.microsoft.com/office/2015/10/relationships/revisionInfo" Target="revisionInfo.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rth Modi" userId="S::parth.modi@tatvasoft.com::daa4fcb5-95ba-4aa8-bf2b-a898ea60fc48" providerId="AD" clId="Web-{52203999-B5B2-653E-CCD0-6D02373F933D}"/>
    <pc:docChg chg="addSld modSld">
      <pc:chgData name="Parth Modi" userId="S::parth.modi@tatvasoft.com::daa4fcb5-95ba-4aa8-bf2b-a898ea60fc48" providerId="AD" clId="Web-{52203999-B5B2-653E-CCD0-6D02373F933D}" dt="2026-01-06T08:59:43.624" v="430" actId="20577"/>
      <pc:docMkLst>
        <pc:docMk/>
      </pc:docMkLst>
      <pc:sldChg chg="modSp">
        <pc:chgData name="Parth Modi" userId="S::parth.modi@tatvasoft.com::daa4fcb5-95ba-4aa8-bf2b-a898ea60fc48" providerId="AD" clId="Web-{52203999-B5B2-653E-CCD0-6D02373F933D}" dt="2026-01-06T08:59:43.624" v="430" actId="20577"/>
        <pc:sldMkLst>
          <pc:docMk/>
          <pc:sldMk cId="2182333227" sldId="300"/>
        </pc:sldMkLst>
        <pc:spChg chg="mod">
          <ac:chgData name="Parth Modi" userId="S::parth.modi@tatvasoft.com::daa4fcb5-95ba-4aa8-bf2b-a898ea60fc48" providerId="AD" clId="Web-{52203999-B5B2-653E-CCD0-6D02373F933D}" dt="2026-01-06T08:59:43.624" v="430" actId="20577"/>
          <ac:spMkLst>
            <pc:docMk/>
            <pc:sldMk cId="2182333227" sldId="300"/>
            <ac:spMk id="3" creationId="{32F92CE9-CD82-3FC6-25A3-721C9A9CBF81}"/>
          </ac:spMkLst>
        </pc:spChg>
      </pc:sldChg>
      <pc:sldChg chg="addSp modSp">
        <pc:chgData name="Parth Modi" userId="S::parth.modi@tatvasoft.com::daa4fcb5-95ba-4aa8-bf2b-a898ea60fc48" providerId="AD" clId="Web-{52203999-B5B2-653E-CCD0-6D02373F933D}" dt="2026-01-06T07:43:36.373" v="87" actId="14100"/>
        <pc:sldMkLst>
          <pc:docMk/>
          <pc:sldMk cId="437400034" sldId="359"/>
        </pc:sldMkLst>
        <pc:spChg chg="add mod">
          <ac:chgData name="Parth Modi" userId="S::parth.modi@tatvasoft.com::daa4fcb5-95ba-4aa8-bf2b-a898ea60fc48" providerId="AD" clId="Web-{52203999-B5B2-653E-CCD0-6D02373F933D}" dt="2026-01-06T07:43:36.373" v="87" actId="14100"/>
          <ac:spMkLst>
            <pc:docMk/>
            <pc:sldMk cId="437400034" sldId="359"/>
            <ac:spMk id="2" creationId="{4ED0ED40-4EDC-DF71-44DA-DEEC77D592EE}"/>
          </ac:spMkLst>
        </pc:spChg>
        <pc:spChg chg="mod">
          <ac:chgData name="Parth Modi" userId="S::parth.modi@tatvasoft.com::daa4fcb5-95ba-4aa8-bf2b-a898ea60fc48" providerId="AD" clId="Web-{52203999-B5B2-653E-CCD0-6D02373F933D}" dt="2026-01-06T07:26:45.751" v="12" actId="1076"/>
          <ac:spMkLst>
            <pc:docMk/>
            <pc:sldMk cId="437400034" sldId="359"/>
            <ac:spMk id="7" creationId="{ABFB4DB9-C48E-980B-6DB9-505552AE97FB}"/>
          </ac:spMkLst>
        </pc:spChg>
      </pc:sldChg>
      <pc:sldChg chg="addSp delSp modSp add replId">
        <pc:chgData name="Parth Modi" userId="S::parth.modi@tatvasoft.com::daa4fcb5-95ba-4aa8-bf2b-a898ea60fc48" providerId="AD" clId="Web-{52203999-B5B2-653E-CCD0-6D02373F933D}" dt="2026-01-06T07:46:07.811" v="120" actId="1076"/>
        <pc:sldMkLst>
          <pc:docMk/>
          <pc:sldMk cId="1604848718" sldId="360"/>
        </pc:sldMkLst>
        <pc:spChg chg="mod">
          <ac:chgData name="Parth Modi" userId="S::parth.modi@tatvasoft.com::daa4fcb5-95ba-4aa8-bf2b-a898ea60fc48" providerId="AD" clId="Web-{52203999-B5B2-653E-CCD0-6D02373F933D}" dt="2026-01-06T07:32:15.371" v="67" actId="14100"/>
          <ac:spMkLst>
            <pc:docMk/>
            <pc:sldMk cId="1604848718" sldId="360"/>
            <ac:spMk id="2" creationId="{134844AE-646C-4933-354F-BF024332A596}"/>
          </ac:spMkLst>
        </pc:spChg>
        <pc:spChg chg="add del mod">
          <ac:chgData name="Parth Modi" userId="S::parth.modi@tatvasoft.com::daa4fcb5-95ba-4aa8-bf2b-a898ea60fc48" providerId="AD" clId="Web-{52203999-B5B2-653E-CCD0-6D02373F933D}" dt="2026-01-06T07:45:44.592" v="118" actId="14100"/>
          <ac:spMkLst>
            <pc:docMk/>
            <pc:sldMk cId="1604848718" sldId="360"/>
            <ac:spMk id="5" creationId="{757017C0-B817-FF01-D8E8-7E39652CD0AF}"/>
          </ac:spMkLst>
        </pc:spChg>
        <pc:picChg chg="add mod">
          <ac:chgData name="Parth Modi" userId="S::parth.modi@tatvasoft.com::daa4fcb5-95ba-4aa8-bf2b-a898ea60fc48" providerId="AD" clId="Web-{52203999-B5B2-653E-CCD0-6D02373F933D}" dt="2026-01-06T07:46:07.811" v="120" actId="1076"/>
          <ac:picMkLst>
            <pc:docMk/>
            <pc:sldMk cId="1604848718" sldId="360"/>
            <ac:picMk id="3" creationId="{2CEA6E1A-284D-CB54-566F-33E66C4B6C30}"/>
          </ac:picMkLst>
        </pc:picChg>
        <pc:picChg chg="add mod">
          <ac:chgData name="Parth Modi" userId="S::parth.modi@tatvasoft.com::daa4fcb5-95ba-4aa8-bf2b-a898ea60fc48" providerId="AD" clId="Web-{52203999-B5B2-653E-CCD0-6D02373F933D}" dt="2026-01-06T07:46:04.092" v="119" actId="1076"/>
          <ac:picMkLst>
            <pc:docMk/>
            <pc:sldMk cId="1604848718" sldId="360"/>
            <ac:picMk id="4" creationId="{01E4AE4B-8225-AC1E-91BB-71438C34F6B3}"/>
          </ac:picMkLst>
        </pc:picChg>
      </pc:sldChg>
      <pc:sldChg chg="addSp delSp modSp add replId">
        <pc:chgData name="Parth Modi" userId="S::parth.modi@tatvasoft.com::daa4fcb5-95ba-4aa8-bf2b-a898ea60fc48" providerId="AD" clId="Web-{52203999-B5B2-653E-CCD0-6D02373F933D}" dt="2026-01-06T07:48:58.968" v="137"/>
        <pc:sldMkLst>
          <pc:docMk/>
          <pc:sldMk cId="642059007" sldId="361"/>
        </pc:sldMkLst>
        <pc:spChg chg="mod">
          <ac:chgData name="Parth Modi" userId="S::parth.modi@tatvasoft.com::daa4fcb5-95ba-4aa8-bf2b-a898ea60fc48" providerId="AD" clId="Web-{52203999-B5B2-653E-CCD0-6D02373F933D}" dt="2026-01-06T07:44:21.045" v="101" actId="20577"/>
          <ac:spMkLst>
            <pc:docMk/>
            <pc:sldMk cId="642059007" sldId="361"/>
            <ac:spMk id="2" creationId="{8AC4357D-3825-2825-2A84-7D64756806BC}"/>
          </ac:spMkLst>
        </pc:spChg>
        <pc:spChg chg="mod">
          <ac:chgData name="Parth Modi" userId="S::parth.modi@tatvasoft.com::daa4fcb5-95ba-4aa8-bf2b-a898ea60fc48" providerId="AD" clId="Web-{52203999-B5B2-653E-CCD0-6D02373F933D}" dt="2026-01-06T07:47:58.514" v="133" actId="1076"/>
          <ac:spMkLst>
            <pc:docMk/>
            <pc:sldMk cId="642059007" sldId="361"/>
            <ac:spMk id="5" creationId="{15D40EBF-6624-1DF1-E1F3-43D66E4E04B9}"/>
          </ac:spMkLst>
        </pc:spChg>
        <pc:spChg chg="add del mod">
          <ac:chgData name="Parth Modi" userId="S::parth.modi@tatvasoft.com::daa4fcb5-95ba-4aa8-bf2b-a898ea60fc48" providerId="AD" clId="Web-{52203999-B5B2-653E-CCD0-6D02373F933D}" dt="2026-01-06T07:48:58.968" v="137"/>
          <ac:spMkLst>
            <pc:docMk/>
            <pc:sldMk cId="642059007" sldId="361"/>
            <ac:spMk id="8" creationId="{0EEA43F1-3A58-6F63-F7E8-B9D469164322}"/>
          </ac:spMkLst>
        </pc:spChg>
        <pc:picChg chg="del">
          <ac:chgData name="Parth Modi" userId="S::parth.modi@tatvasoft.com::daa4fcb5-95ba-4aa8-bf2b-a898ea60fc48" providerId="AD" clId="Web-{52203999-B5B2-653E-CCD0-6D02373F933D}" dt="2026-01-06T07:44:21.779" v="102"/>
          <ac:picMkLst>
            <pc:docMk/>
            <pc:sldMk cId="642059007" sldId="361"/>
            <ac:picMk id="3" creationId="{5033CFAD-BF77-BACD-F4E6-C20D99E5F91C}"/>
          </ac:picMkLst>
        </pc:picChg>
        <pc:picChg chg="del">
          <ac:chgData name="Parth Modi" userId="S::parth.modi@tatvasoft.com::daa4fcb5-95ba-4aa8-bf2b-a898ea60fc48" providerId="AD" clId="Web-{52203999-B5B2-653E-CCD0-6D02373F933D}" dt="2026-01-06T07:44:22.717" v="103"/>
          <ac:picMkLst>
            <pc:docMk/>
            <pc:sldMk cId="642059007" sldId="361"/>
            <ac:picMk id="4" creationId="{C746BA1E-5F3D-FE57-C1E9-7549783E558C}"/>
          </ac:picMkLst>
        </pc:picChg>
        <pc:picChg chg="add mod">
          <ac:chgData name="Parth Modi" userId="S::parth.modi@tatvasoft.com::daa4fcb5-95ba-4aa8-bf2b-a898ea60fc48" providerId="AD" clId="Web-{52203999-B5B2-653E-CCD0-6D02373F933D}" dt="2026-01-06T07:47:43.639" v="131" actId="1076"/>
          <ac:picMkLst>
            <pc:docMk/>
            <pc:sldMk cId="642059007" sldId="361"/>
            <ac:picMk id="6" creationId="{640C9066-0242-83A4-6D60-255B1ED88B44}"/>
          </ac:picMkLst>
        </pc:picChg>
      </pc:sldChg>
      <pc:sldChg chg="delSp modSp add replId">
        <pc:chgData name="Parth Modi" userId="S::parth.modi@tatvasoft.com::daa4fcb5-95ba-4aa8-bf2b-a898ea60fc48" providerId="AD" clId="Web-{52203999-B5B2-653E-CCD0-6D02373F933D}" dt="2026-01-06T07:50:37.187" v="169" actId="20577"/>
        <pc:sldMkLst>
          <pc:docMk/>
          <pc:sldMk cId="1753549757" sldId="362"/>
        </pc:sldMkLst>
        <pc:spChg chg="mod">
          <ac:chgData name="Parth Modi" userId="S::parth.modi@tatvasoft.com::daa4fcb5-95ba-4aa8-bf2b-a898ea60fc48" providerId="AD" clId="Web-{52203999-B5B2-653E-CCD0-6D02373F933D}" dt="2026-01-06T07:50:37.187" v="169" actId="20577"/>
          <ac:spMkLst>
            <pc:docMk/>
            <pc:sldMk cId="1753549757" sldId="362"/>
            <ac:spMk id="2" creationId="{9D1687DC-B9FC-C0A1-2F94-B4417B7AB8AB}"/>
          </ac:spMkLst>
        </pc:spChg>
        <pc:spChg chg="del">
          <ac:chgData name="Parth Modi" userId="S::parth.modi@tatvasoft.com::daa4fcb5-95ba-4aa8-bf2b-a898ea60fc48" providerId="AD" clId="Web-{52203999-B5B2-653E-CCD0-6D02373F933D}" dt="2026-01-06T07:49:19.280" v="143"/>
          <ac:spMkLst>
            <pc:docMk/>
            <pc:sldMk cId="1753549757" sldId="362"/>
            <ac:spMk id="5" creationId="{39F9FD51-D9FF-1E3F-F725-3B89338DF79D}"/>
          </ac:spMkLst>
        </pc:spChg>
        <pc:picChg chg="del">
          <ac:chgData name="Parth Modi" userId="S::parth.modi@tatvasoft.com::daa4fcb5-95ba-4aa8-bf2b-a898ea60fc48" providerId="AD" clId="Web-{52203999-B5B2-653E-CCD0-6D02373F933D}" dt="2026-01-06T07:49:14.999" v="142"/>
          <ac:picMkLst>
            <pc:docMk/>
            <pc:sldMk cId="1753549757" sldId="362"/>
            <ac:picMk id="6" creationId="{8FBC7802-ABA5-C4A5-26CB-A60E34792A3C}"/>
          </ac:picMkLst>
        </pc:picChg>
      </pc:sldChg>
      <pc:sldChg chg="modSp add replId">
        <pc:chgData name="Parth Modi" userId="S::parth.modi@tatvasoft.com::daa4fcb5-95ba-4aa8-bf2b-a898ea60fc48" providerId="AD" clId="Web-{52203999-B5B2-653E-CCD0-6D02373F933D}" dt="2026-01-06T07:54:41.267" v="207" actId="20577"/>
        <pc:sldMkLst>
          <pc:docMk/>
          <pc:sldMk cId="1123149401" sldId="363"/>
        </pc:sldMkLst>
        <pc:spChg chg="mod">
          <ac:chgData name="Parth Modi" userId="S::parth.modi@tatvasoft.com::daa4fcb5-95ba-4aa8-bf2b-a898ea60fc48" providerId="AD" clId="Web-{52203999-B5B2-653E-CCD0-6D02373F933D}" dt="2026-01-06T07:54:41.267" v="207" actId="20577"/>
          <ac:spMkLst>
            <pc:docMk/>
            <pc:sldMk cId="1123149401" sldId="363"/>
            <ac:spMk id="2" creationId="{844EC764-1FD3-0918-4413-74A5D9548AE1}"/>
          </ac:spMkLst>
        </pc:spChg>
      </pc:sldChg>
      <pc:sldChg chg="addSp delSp modSp add replId">
        <pc:chgData name="Parth Modi" userId="S::parth.modi@tatvasoft.com::daa4fcb5-95ba-4aa8-bf2b-a898ea60fc48" providerId="AD" clId="Web-{52203999-B5B2-653E-CCD0-6D02373F933D}" dt="2026-01-06T08:15:12.639" v="300" actId="20577"/>
        <pc:sldMkLst>
          <pc:docMk/>
          <pc:sldMk cId="1717095775" sldId="364"/>
        </pc:sldMkLst>
        <pc:spChg chg="del mod">
          <ac:chgData name="Parth Modi" userId="S::parth.modi@tatvasoft.com::daa4fcb5-95ba-4aa8-bf2b-a898ea60fc48" providerId="AD" clId="Web-{52203999-B5B2-653E-CCD0-6D02373F933D}" dt="2026-01-06T08:10:59.358" v="215"/>
          <ac:spMkLst>
            <pc:docMk/>
            <pc:sldMk cId="1717095775" sldId="364"/>
            <ac:spMk id="2" creationId="{3D924C96-1268-9B30-65B5-976444E25305}"/>
          </ac:spMkLst>
        </pc:spChg>
        <pc:spChg chg="add mod">
          <ac:chgData name="Parth Modi" userId="S::parth.modi@tatvasoft.com::daa4fcb5-95ba-4aa8-bf2b-a898ea60fc48" providerId="AD" clId="Web-{52203999-B5B2-653E-CCD0-6D02373F933D}" dt="2026-01-06T08:14:03.374" v="278" actId="20577"/>
          <ac:spMkLst>
            <pc:docMk/>
            <pc:sldMk cId="1717095775" sldId="364"/>
            <ac:spMk id="4" creationId="{F708EA6E-B987-9062-8117-EA5EC7ADF220}"/>
          </ac:spMkLst>
        </pc:spChg>
        <pc:spChg chg="add mod">
          <ac:chgData name="Parth Modi" userId="S::parth.modi@tatvasoft.com::daa4fcb5-95ba-4aa8-bf2b-a898ea60fc48" providerId="AD" clId="Web-{52203999-B5B2-653E-CCD0-6D02373F933D}" dt="2026-01-06T08:15:12.639" v="300" actId="20577"/>
          <ac:spMkLst>
            <pc:docMk/>
            <pc:sldMk cId="1717095775" sldId="364"/>
            <ac:spMk id="5" creationId="{F5D88D5F-FD28-1CF3-77B2-695C5E03C133}"/>
          </ac:spMkLst>
        </pc:spChg>
        <pc:picChg chg="add mod">
          <ac:chgData name="Parth Modi" userId="S::parth.modi@tatvasoft.com::daa4fcb5-95ba-4aa8-bf2b-a898ea60fc48" providerId="AD" clId="Web-{52203999-B5B2-653E-CCD0-6D02373F933D}" dt="2026-01-06T08:14:53.467" v="293" actId="1076"/>
          <ac:picMkLst>
            <pc:docMk/>
            <pc:sldMk cId="1717095775" sldId="364"/>
            <ac:picMk id="3" creationId="{62E972B1-D713-AA87-B036-528B4A5BC875}"/>
          </ac:picMkLst>
        </pc:picChg>
      </pc:sldChg>
      <pc:sldChg chg="delSp modSp add replId">
        <pc:chgData name="Parth Modi" userId="S::parth.modi@tatvasoft.com::daa4fcb5-95ba-4aa8-bf2b-a898ea60fc48" providerId="AD" clId="Web-{52203999-B5B2-653E-CCD0-6D02373F933D}" dt="2026-01-06T08:18:06.813" v="348" actId="20577"/>
        <pc:sldMkLst>
          <pc:docMk/>
          <pc:sldMk cId="3870711336" sldId="365"/>
        </pc:sldMkLst>
        <pc:spChg chg="del">
          <ac:chgData name="Parth Modi" userId="S::parth.modi@tatvasoft.com::daa4fcb5-95ba-4aa8-bf2b-a898ea60fc48" providerId="AD" clId="Web-{52203999-B5B2-653E-CCD0-6D02373F933D}" dt="2026-01-06T08:16:29.687" v="313"/>
          <ac:spMkLst>
            <pc:docMk/>
            <pc:sldMk cId="3870711336" sldId="365"/>
            <ac:spMk id="4" creationId="{23CAE714-D4FD-1CE5-53BA-8CAC1D8E5AA9}"/>
          </ac:spMkLst>
        </pc:spChg>
        <pc:spChg chg="mod">
          <ac:chgData name="Parth Modi" userId="S::parth.modi@tatvasoft.com::daa4fcb5-95ba-4aa8-bf2b-a898ea60fc48" providerId="AD" clId="Web-{52203999-B5B2-653E-CCD0-6D02373F933D}" dt="2026-01-06T08:18:06.813" v="348" actId="20577"/>
          <ac:spMkLst>
            <pc:docMk/>
            <pc:sldMk cId="3870711336" sldId="365"/>
            <ac:spMk id="5" creationId="{03FE64A2-141B-958F-8F78-48FF85B03B63}"/>
          </ac:spMkLst>
        </pc:spChg>
        <pc:picChg chg="del">
          <ac:chgData name="Parth Modi" userId="S::parth.modi@tatvasoft.com::daa4fcb5-95ba-4aa8-bf2b-a898ea60fc48" providerId="AD" clId="Web-{52203999-B5B2-653E-CCD0-6D02373F933D}" dt="2026-01-06T08:16:36.031" v="315"/>
          <ac:picMkLst>
            <pc:docMk/>
            <pc:sldMk cId="3870711336" sldId="365"/>
            <ac:picMk id="3" creationId="{BEE8CF22-E78F-309D-5442-BD33289E97FE}"/>
          </ac:picMkLst>
        </pc:picChg>
      </pc:sldChg>
      <pc:sldChg chg="modSp add replId">
        <pc:chgData name="Parth Modi" userId="S::parth.modi@tatvasoft.com::daa4fcb5-95ba-4aa8-bf2b-a898ea60fc48" providerId="AD" clId="Web-{52203999-B5B2-653E-CCD0-6D02373F933D}" dt="2026-01-06T08:22:28.783" v="385" actId="20577"/>
        <pc:sldMkLst>
          <pc:docMk/>
          <pc:sldMk cId="3150481912" sldId="366"/>
        </pc:sldMkLst>
        <pc:spChg chg="mod">
          <ac:chgData name="Parth Modi" userId="S::parth.modi@tatvasoft.com::daa4fcb5-95ba-4aa8-bf2b-a898ea60fc48" providerId="AD" clId="Web-{52203999-B5B2-653E-CCD0-6D02373F933D}" dt="2026-01-06T08:22:28.783" v="385" actId="20577"/>
          <ac:spMkLst>
            <pc:docMk/>
            <pc:sldMk cId="3150481912" sldId="366"/>
            <ac:spMk id="5" creationId="{D4E1B6CE-F63C-5071-2AB8-94D14A43661D}"/>
          </ac:spMkLst>
        </pc:spChg>
      </pc:sldChg>
      <pc:sldChg chg="modSp add replId">
        <pc:chgData name="Parth Modi" userId="S::parth.modi@tatvasoft.com::daa4fcb5-95ba-4aa8-bf2b-a898ea60fc48" providerId="AD" clId="Web-{52203999-B5B2-653E-CCD0-6D02373F933D}" dt="2026-01-06T08:25:50.283" v="419" actId="20577"/>
        <pc:sldMkLst>
          <pc:docMk/>
          <pc:sldMk cId="3836782882" sldId="367"/>
        </pc:sldMkLst>
        <pc:spChg chg="mod">
          <ac:chgData name="Parth Modi" userId="S::parth.modi@tatvasoft.com::daa4fcb5-95ba-4aa8-bf2b-a898ea60fc48" providerId="AD" clId="Web-{52203999-B5B2-653E-CCD0-6D02373F933D}" dt="2026-01-06T08:25:50.283" v="419" actId="20577"/>
          <ac:spMkLst>
            <pc:docMk/>
            <pc:sldMk cId="3836782882" sldId="367"/>
            <ac:spMk id="5" creationId="{5E1EE4C3-788F-11B5-8ABF-9421F74A347F}"/>
          </ac:spMkLst>
        </pc:spChg>
      </pc:sldChg>
      <pc:sldChg chg="modSp add replId">
        <pc:chgData name="Parth Modi" userId="S::parth.modi@tatvasoft.com::daa4fcb5-95ba-4aa8-bf2b-a898ea60fc48" providerId="AD" clId="Web-{52203999-B5B2-653E-CCD0-6D02373F933D}" dt="2026-01-06T08:26:03.065" v="424" actId="1076"/>
        <pc:sldMkLst>
          <pc:docMk/>
          <pc:sldMk cId="4160027766" sldId="368"/>
        </pc:sldMkLst>
        <pc:spChg chg="mod">
          <ac:chgData name="Parth Modi" userId="S::parth.modi@tatvasoft.com::daa4fcb5-95ba-4aa8-bf2b-a898ea60fc48" providerId="AD" clId="Web-{52203999-B5B2-653E-CCD0-6D02373F933D}" dt="2026-01-06T08:26:03.065" v="424" actId="1076"/>
          <ac:spMkLst>
            <pc:docMk/>
            <pc:sldMk cId="4160027766" sldId="368"/>
            <ac:spMk id="7" creationId="{D90FF3FF-1226-502B-3DCB-8F05B7D44C6A}"/>
          </ac:spMkLst>
        </pc:spChg>
      </pc:sldChg>
    </pc:docChg>
  </pc:docChgLst>
  <pc:docChgLst>
    <pc:chgData name="Parth Modi" userId="S::parth.modi@tatvasoft.com::daa4fcb5-95ba-4aa8-bf2b-a898ea60fc48" providerId="AD" clId="Web-{57499EBA-919D-7925-56F5-13CE687A348E}"/>
    <pc:docChg chg="modSld">
      <pc:chgData name="Parth Modi" userId="S::parth.modi@tatvasoft.com::daa4fcb5-95ba-4aa8-bf2b-a898ea60fc48" providerId="AD" clId="Web-{57499EBA-919D-7925-56F5-13CE687A348E}" dt="2026-01-01T07:29:54.111" v="23" actId="20577"/>
      <pc:docMkLst>
        <pc:docMk/>
      </pc:docMkLst>
      <pc:sldChg chg="delSp modSp">
        <pc:chgData name="Parth Modi" userId="S::parth.modi@tatvasoft.com::daa4fcb5-95ba-4aa8-bf2b-a898ea60fc48" providerId="AD" clId="Web-{57499EBA-919D-7925-56F5-13CE687A348E}" dt="2026-01-01T07:29:33.205" v="17" actId="1076"/>
        <pc:sldMkLst>
          <pc:docMk/>
          <pc:sldMk cId="3610702949" sldId="299"/>
        </pc:sldMkLst>
        <pc:spChg chg="mod">
          <ac:chgData name="Parth Modi" userId="S::parth.modi@tatvasoft.com::daa4fcb5-95ba-4aa8-bf2b-a898ea60fc48" providerId="AD" clId="Web-{57499EBA-919D-7925-56F5-13CE687A348E}" dt="2026-01-01T07:29:33.205" v="17" actId="1076"/>
          <ac:spMkLst>
            <pc:docMk/>
            <pc:sldMk cId="3610702949" sldId="299"/>
            <ac:spMk id="25603" creationId="{00000000-0000-0000-0000-000000000000}"/>
          </ac:spMkLst>
        </pc:spChg>
      </pc:sldChg>
      <pc:sldChg chg="modSp">
        <pc:chgData name="Parth Modi" userId="S::parth.modi@tatvasoft.com::daa4fcb5-95ba-4aa8-bf2b-a898ea60fc48" providerId="AD" clId="Web-{57499EBA-919D-7925-56F5-13CE687A348E}" dt="2026-01-01T07:29:54.111" v="23" actId="20577"/>
        <pc:sldMkLst>
          <pc:docMk/>
          <pc:sldMk cId="2182333227" sldId="300"/>
        </pc:sldMkLst>
        <pc:spChg chg="mod">
          <ac:chgData name="Parth Modi" userId="S::parth.modi@tatvasoft.com::daa4fcb5-95ba-4aa8-bf2b-a898ea60fc48" providerId="AD" clId="Web-{57499EBA-919D-7925-56F5-13CE687A348E}" dt="2026-01-01T07:29:54.111" v="23" actId="20577"/>
          <ac:spMkLst>
            <pc:docMk/>
            <pc:sldMk cId="2182333227" sldId="300"/>
            <ac:spMk id="3" creationId="{32F92CE9-CD82-3FC6-25A3-721C9A9CBF81}"/>
          </ac:spMkLst>
        </pc:spChg>
      </pc:sldChg>
    </pc:docChg>
  </pc:docChgLst>
  <pc:docChgLst>
    <pc:chgData name="Parth Modi" userId="S::parth.modi@tatvasoft.com::daa4fcb5-95ba-4aa8-bf2b-a898ea60fc48" providerId="AD" clId="Web-{16961538-7DED-C4AD-5F6A-08CABE9B998E}"/>
    <pc:docChg chg="addSld delSld modSld sldOrd">
      <pc:chgData name="Parth Modi" userId="S::parth.modi@tatvasoft.com::daa4fcb5-95ba-4aa8-bf2b-a898ea60fc48" providerId="AD" clId="Web-{16961538-7DED-C4AD-5F6A-08CABE9B998E}" dt="2026-01-05T11:05:18.285" v="1185" actId="20577"/>
      <pc:docMkLst>
        <pc:docMk/>
      </pc:docMkLst>
      <pc:sldChg chg="modSp">
        <pc:chgData name="Parth Modi" userId="S::parth.modi@tatvasoft.com::daa4fcb5-95ba-4aa8-bf2b-a898ea60fc48" providerId="AD" clId="Web-{16961538-7DED-C4AD-5F6A-08CABE9B998E}" dt="2026-01-05T04:54:37.225" v="1" actId="20577"/>
        <pc:sldMkLst>
          <pc:docMk/>
          <pc:sldMk cId="3610702949" sldId="299"/>
        </pc:sldMkLst>
        <pc:spChg chg="mod">
          <ac:chgData name="Parth Modi" userId="S::parth.modi@tatvasoft.com::daa4fcb5-95ba-4aa8-bf2b-a898ea60fc48" providerId="AD" clId="Web-{16961538-7DED-C4AD-5F6A-08CABE9B998E}" dt="2026-01-05T04:54:37.225" v="1" actId="20577"/>
          <ac:spMkLst>
            <pc:docMk/>
            <pc:sldMk cId="3610702949" sldId="299"/>
            <ac:spMk id="25603" creationId="{00000000-0000-0000-0000-000000000000}"/>
          </ac:spMkLst>
        </pc:spChg>
      </pc:sldChg>
      <pc:sldChg chg="modSp">
        <pc:chgData name="Parth Modi" userId="S::parth.modi@tatvasoft.com::daa4fcb5-95ba-4aa8-bf2b-a898ea60fc48" providerId="AD" clId="Web-{16961538-7DED-C4AD-5F6A-08CABE9B998E}" dt="2026-01-05T09:21:10.428" v="845" actId="20577"/>
        <pc:sldMkLst>
          <pc:docMk/>
          <pc:sldMk cId="2182333227" sldId="300"/>
        </pc:sldMkLst>
        <pc:spChg chg="mod">
          <ac:chgData name="Parth Modi" userId="S::parth.modi@tatvasoft.com::daa4fcb5-95ba-4aa8-bf2b-a898ea60fc48" providerId="AD" clId="Web-{16961538-7DED-C4AD-5F6A-08CABE9B998E}" dt="2026-01-05T09:21:10.428" v="845" actId="20577"/>
          <ac:spMkLst>
            <pc:docMk/>
            <pc:sldMk cId="2182333227" sldId="300"/>
            <ac:spMk id="3" creationId="{32F92CE9-CD82-3FC6-25A3-721C9A9CBF81}"/>
          </ac:spMkLst>
        </pc:spChg>
      </pc:sldChg>
      <pc:sldChg chg="del">
        <pc:chgData name="Parth Modi" userId="S::parth.modi@tatvasoft.com::daa4fcb5-95ba-4aa8-bf2b-a898ea60fc48" providerId="AD" clId="Web-{16961538-7DED-C4AD-5F6A-08CABE9B998E}" dt="2026-01-05T10:22:24.567" v="1048"/>
        <pc:sldMkLst>
          <pc:docMk/>
          <pc:sldMk cId="697891075" sldId="318"/>
        </pc:sldMkLst>
      </pc:sldChg>
      <pc:sldChg chg="del">
        <pc:chgData name="Parth Modi" userId="S::parth.modi@tatvasoft.com::daa4fcb5-95ba-4aa8-bf2b-a898ea60fc48" providerId="AD" clId="Web-{16961538-7DED-C4AD-5F6A-08CABE9B998E}" dt="2026-01-05T10:22:24.567" v="1050"/>
        <pc:sldMkLst>
          <pc:docMk/>
          <pc:sldMk cId="3503742631" sldId="319"/>
        </pc:sldMkLst>
      </pc:sldChg>
      <pc:sldChg chg="del">
        <pc:chgData name="Parth Modi" userId="S::parth.modi@tatvasoft.com::daa4fcb5-95ba-4aa8-bf2b-a898ea60fc48" providerId="AD" clId="Web-{16961538-7DED-C4AD-5F6A-08CABE9B998E}" dt="2026-01-05T10:22:24.567" v="1051"/>
        <pc:sldMkLst>
          <pc:docMk/>
          <pc:sldMk cId="398337641" sldId="320"/>
        </pc:sldMkLst>
      </pc:sldChg>
      <pc:sldChg chg="del">
        <pc:chgData name="Parth Modi" userId="S::parth.modi@tatvasoft.com::daa4fcb5-95ba-4aa8-bf2b-a898ea60fc48" providerId="AD" clId="Web-{16961538-7DED-C4AD-5F6A-08CABE9B998E}" dt="2026-01-05T10:22:24.582" v="1053"/>
        <pc:sldMkLst>
          <pc:docMk/>
          <pc:sldMk cId="909286531" sldId="321"/>
        </pc:sldMkLst>
      </pc:sldChg>
      <pc:sldChg chg="del">
        <pc:chgData name="Parth Modi" userId="S::parth.modi@tatvasoft.com::daa4fcb5-95ba-4aa8-bf2b-a898ea60fc48" providerId="AD" clId="Web-{16961538-7DED-C4AD-5F6A-08CABE9B998E}" dt="2026-01-05T10:22:24.582" v="1054"/>
        <pc:sldMkLst>
          <pc:docMk/>
          <pc:sldMk cId="1502677064" sldId="322"/>
        </pc:sldMkLst>
      </pc:sldChg>
      <pc:sldChg chg="delSp modSp">
        <pc:chgData name="Parth Modi" userId="S::parth.modi@tatvasoft.com::daa4fcb5-95ba-4aa8-bf2b-a898ea60fc48" providerId="AD" clId="Web-{16961538-7DED-C4AD-5F6A-08CABE9B998E}" dt="2026-01-05T05:55:39.986" v="64" actId="20577"/>
        <pc:sldMkLst>
          <pc:docMk/>
          <pc:sldMk cId="938168400" sldId="323"/>
        </pc:sldMkLst>
        <pc:spChg chg="mod">
          <ac:chgData name="Parth Modi" userId="S::parth.modi@tatvasoft.com::daa4fcb5-95ba-4aa8-bf2b-a898ea60fc48" providerId="AD" clId="Web-{16961538-7DED-C4AD-5F6A-08CABE9B998E}" dt="2026-01-05T05:03:27.245" v="19" actId="20577"/>
          <ac:spMkLst>
            <pc:docMk/>
            <pc:sldMk cId="938168400" sldId="323"/>
            <ac:spMk id="7" creationId="{7846018F-7B74-CFE4-30EA-3E7668D1E24C}"/>
          </ac:spMkLst>
        </pc:spChg>
        <pc:spChg chg="mod">
          <ac:chgData name="Parth Modi" userId="S::parth.modi@tatvasoft.com::daa4fcb5-95ba-4aa8-bf2b-a898ea60fc48" providerId="AD" clId="Web-{16961538-7DED-C4AD-5F6A-08CABE9B998E}" dt="2026-01-05T05:55:39.986" v="64" actId="20577"/>
          <ac:spMkLst>
            <pc:docMk/>
            <pc:sldMk cId="938168400" sldId="323"/>
            <ac:spMk id="8" creationId="{D38D1BCD-7380-D399-045B-4E1B4BDB9734}"/>
          </ac:spMkLst>
        </pc:spChg>
        <pc:picChg chg="del">
          <ac:chgData name="Parth Modi" userId="S::parth.modi@tatvasoft.com::daa4fcb5-95ba-4aa8-bf2b-a898ea60fc48" providerId="AD" clId="Web-{16961538-7DED-C4AD-5F6A-08CABE9B998E}" dt="2026-01-05T05:02:39.823" v="9"/>
          <ac:picMkLst>
            <pc:docMk/>
            <pc:sldMk cId="938168400" sldId="323"/>
            <ac:picMk id="2" creationId="{FA468CE4-8AB4-0B86-37D0-526D155D8360}"/>
          </ac:picMkLst>
        </pc:picChg>
      </pc:sldChg>
      <pc:sldChg chg="del">
        <pc:chgData name="Parth Modi" userId="S::parth.modi@tatvasoft.com::daa4fcb5-95ba-4aa8-bf2b-a898ea60fc48" providerId="AD" clId="Web-{16961538-7DED-C4AD-5F6A-08CABE9B998E}" dt="2026-01-05T10:22:24.567" v="1047"/>
        <pc:sldMkLst>
          <pc:docMk/>
          <pc:sldMk cId="3112889462" sldId="324"/>
        </pc:sldMkLst>
      </pc:sldChg>
      <pc:sldChg chg="del">
        <pc:chgData name="Parth Modi" userId="S::parth.modi@tatvasoft.com::daa4fcb5-95ba-4aa8-bf2b-a898ea60fc48" providerId="AD" clId="Web-{16961538-7DED-C4AD-5F6A-08CABE9B998E}" dt="2026-01-05T10:23:04.473" v="1061"/>
        <pc:sldMkLst>
          <pc:docMk/>
          <pc:sldMk cId="255744000" sldId="325"/>
        </pc:sldMkLst>
      </pc:sldChg>
      <pc:sldChg chg="del">
        <pc:chgData name="Parth Modi" userId="S::parth.modi@tatvasoft.com::daa4fcb5-95ba-4aa8-bf2b-a898ea60fc48" providerId="AD" clId="Web-{16961538-7DED-C4AD-5F6A-08CABE9B998E}" dt="2026-01-05T10:22:59.708" v="1057"/>
        <pc:sldMkLst>
          <pc:docMk/>
          <pc:sldMk cId="759581524" sldId="330"/>
        </pc:sldMkLst>
      </pc:sldChg>
      <pc:sldChg chg="del">
        <pc:chgData name="Parth Modi" userId="S::parth.modi@tatvasoft.com::daa4fcb5-95ba-4aa8-bf2b-a898ea60fc48" providerId="AD" clId="Web-{16961538-7DED-C4AD-5F6A-08CABE9B998E}" dt="2026-01-05T10:22:59.708" v="1058"/>
        <pc:sldMkLst>
          <pc:docMk/>
          <pc:sldMk cId="754838882" sldId="331"/>
        </pc:sldMkLst>
      </pc:sldChg>
      <pc:sldChg chg="del">
        <pc:chgData name="Parth Modi" userId="S::parth.modi@tatvasoft.com::daa4fcb5-95ba-4aa8-bf2b-a898ea60fc48" providerId="AD" clId="Web-{16961538-7DED-C4AD-5F6A-08CABE9B998E}" dt="2026-01-05T10:22:59.708" v="1059"/>
        <pc:sldMkLst>
          <pc:docMk/>
          <pc:sldMk cId="2638360049" sldId="332"/>
        </pc:sldMkLst>
      </pc:sldChg>
      <pc:sldChg chg="del">
        <pc:chgData name="Parth Modi" userId="S::parth.modi@tatvasoft.com::daa4fcb5-95ba-4aa8-bf2b-a898ea60fc48" providerId="AD" clId="Web-{16961538-7DED-C4AD-5F6A-08CABE9B998E}" dt="2026-01-05T10:22:59.708" v="1060"/>
        <pc:sldMkLst>
          <pc:docMk/>
          <pc:sldMk cId="2418704941" sldId="333"/>
        </pc:sldMkLst>
      </pc:sldChg>
      <pc:sldChg chg="del">
        <pc:chgData name="Parth Modi" userId="S::parth.modi@tatvasoft.com::daa4fcb5-95ba-4aa8-bf2b-a898ea60fc48" providerId="AD" clId="Web-{16961538-7DED-C4AD-5F6A-08CABE9B998E}" dt="2026-01-05T10:22:59.708" v="1056"/>
        <pc:sldMkLst>
          <pc:docMk/>
          <pc:sldMk cId="550408756" sldId="334"/>
        </pc:sldMkLst>
      </pc:sldChg>
      <pc:sldChg chg="del">
        <pc:chgData name="Parth Modi" userId="S::parth.modi@tatvasoft.com::daa4fcb5-95ba-4aa8-bf2b-a898ea60fc48" providerId="AD" clId="Web-{16961538-7DED-C4AD-5F6A-08CABE9B998E}" dt="2026-01-05T10:22:59.708" v="1055"/>
        <pc:sldMkLst>
          <pc:docMk/>
          <pc:sldMk cId="2450479485" sldId="335"/>
        </pc:sldMkLst>
      </pc:sldChg>
      <pc:sldChg chg="del">
        <pc:chgData name="Parth Modi" userId="S::parth.modi@tatvasoft.com::daa4fcb5-95ba-4aa8-bf2b-a898ea60fc48" providerId="AD" clId="Web-{16961538-7DED-C4AD-5F6A-08CABE9B998E}" dt="2026-01-05T10:22:24.567" v="1049"/>
        <pc:sldMkLst>
          <pc:docMk/>
          <pc:sldMk cId="3315545572" sldId="336"/>
        </pc:sldMkLst>
      </pc:sldChg>
      <pc:sldChg chg="del">
        <pc:chgData name="Parth Modi" userId="S::parth.modi@tatvasoft.com::daa4fcb5-95ba-4aa8-bf2b-a898ea60fc48" providerId="AD" clId="Web-{16961538-7DED-C4AD-5F6A-08CABE9B998E}" dt="2026-01-05T10:22:24.567" v="1052"/>
        <pc:sldMkLst>
          <pc:docMk/>
          <pc:sldMk cId="2315174614" sldId="337"/>
        </pc:sldMkLst>
      </pc:sldChg>
      <pc:sldChg chg="del">
        <pc:chgData name="Parth Modi" userId="S::parth.modi@tatvasoft.com::daa4fcb5-95ba-4aa8-bf2b-a898ea60fc48" providerId="AD" clId="Web-{16961538-7DED-C4AD-5F6A-08CABE9B998E}" dt="2026-01-05T10:23:04.473" v="1062"/>
        <pc:sldMkLst>
          <pc:docMk/>
          <pc:sldMk cId="847467370" sldId="338"/>
        </pc:sldMkLst>
      </pc:sldChg>
      <pc:sldChg chg="modSp add replId">
        <pc:chgData name="Parth Modi" userId="S::parth.modi@tatvasoft.com::daa4fcb5-95ba-4aa8-bf2b-a898ea60fc48" providerId="AD" clId="Web-{16961538-7DED-C4AD-5F6A-08CABE9B998E}" dt="2026-01-05T05:57:48.606" v="98" actId="14100"/>
        <pc:sldMkLst>
          <pc:docMk/>
          <pc:sldMk cId="4123530273" sldId="339"/>
        </pc:sldMkLst>
        <pc:spChg chg="mod">
          <ac:chgData name="Parth Modi" userId="S::parth.modi@tatvasoft.com::daa4fcb5-95ba-4aa8-bf2b-a898ea60fc48" providerId="AD" clId="Web-{16961538-7DED-C4AD-5F6A-08CABE9B998E}" dt="2026-01-05T05:57:48.606" v="98" actId="14100"/>
          <ac:spMkLst>
            <pc:docMk/>
            <pc:sldMk cId="4123530273" sldId="339"/>
            <ac:spMk id="8" creationId="{30BAD767-837D-BD3E-911F-07651D95F904}"/>
          </ac:spMkLst>
        </pc:spChg>
      </pc:sldChg>
      <pc:sldChg chg="modSp add replId">
        <pc:chgData name="Parth Modi" userId="S::parth.modi@tatvasoft.com::daa4fcb5-95ba-4aa8-bf2b-a898ea60fc48" providerId="AD" clId="Web-{16961538-7DED-C4AD-5F6A-08CABE9B998E}" dt="2026-01-05T06:34:02.790" v="148" actId="20577"/>
        <pc:sldMkLst>
          <pc:docMk/>
          <pc:sldMk cId="3270187714" sldId="340"/>
        </pc:sldMkLst>
        <pc:spChg chg="mod">
          <ac:chgData name="Parth Modi" userId="S::parth.modi@tatvasoft.com::daa4fcb5-95ba-4aa8-bf2b-a898ea60fc48" providerId="AD" clId="Web-{16961538-7DED-C4AD-5F6A-08CABE9B998E}" dt="2026-01-05T06:34:02.790" v="148" actId="20577"/>
          <ac:spMkLst>
            <pc:docMk/>
            <pc:sldMk cId="3270187714" sldId="340"/>
            <ac:spMk id="8" creationId="{FA0FF57E-BF08-69AB-5CA5-DCAD2D8C07C7}"/>
          </ac:spMkLst>
        </pc:spChg>
      </pc:sldChg>
      <pc:sldChg chg="add del replId">
        <pc:chgData name="Parth Modi" userId="S::parth.modi@tatvasoft.com::daa4fcb5-95ba-4aa8-bf2b-a898ea60fc48" providerId="AD" clId="Web-{16961538-7DED-C4AD-5F6A-08CABE9B998E}" dt="2026-01-05T10:11:39.226" v="953"/>
        <pc:sldMkLst>
          <pc:docMk/>
          <pc:sldMk cId="3833240675" sldId="341"/>
        </pc:sldMkLst>
      </pc:sldChg>
      <pc:sldChg chg="modSp add replId">
        <pc:chgData name="Parth Modi" userId="S::parth.modi@tatvasoft.com::daa4fcb5-95ba-4aa8-bf2b-a898ea60fc48" providerId="AD" clId="Web-{16961538-7DED-C4AD-5F6A-08CABE9B998E}" dt="2026-01-05T06:53:27.844" v="183" actId="20577"/>
        <pc:sldMkLst>
          <pc:docMk/>
          <pc:sldMk cId="3308292512" sldId="342"/>
        </pc:sldMkLst>
        <pc:spChg chg="mod">
          <ac:chgData name="Parth Modi" userId="S::parth.modi@tatvasoft.com::daa4fcb5-95ba-4aa8-bf2b-a898ea60fc48" providerId="AD" clId="Web-{16961538-7DED-C4AD-5F6A-08CABE9B998E}" dt="2026-01-05T06:43:16.026" v="167" actId="20577"/>
          <ac:spMkLst>
            <pc:docMk/>
            <pc:sldMk cId="3308292512" sldId="342"/>
            <ac:spMk id="7" creationId="{A51762F3-EAE6-CFA3-A22C-875E12601636}"/>
          </ac:spMkLst>
        </pc:spChg>
        <pc:spChg chg="mod">
          <ac:chgData name="Parth Modi" userId="S::parth.modi@tatvasoft.com::daa4fcb5-95ba-4aa8-bf2b-a898ea60fc48" providerId="AD" clId="Web-{16961538-7DED-C4AD-5F6A-08CABE9B998E}" dt="2026-01-05T06:53:27.844" v="183" actId="20577"/>
          <ac:spMkLst>
            <pc:docMk/>
            <pc:sldMk cId="3308292512" sldId="342"/>
            <ac:spMk id="8" creationId="{C315E29F-602F-AB7C-DC4E-910396244D2A}"/>
          </ac:spMkLst>
        </pc:spChg>
      </pc:sldChg>
      <pc:sldChg chg="add ord replId">
        <pc:chgData name="Parth Modi" userId="S::parth.modi@tatvasoft.com::daa4fcb5-95ba-4aa8-bf2b-a898ea60fc48" providerId="AD" clId="Web-{16961538-7DED-C4AD-5F6A-08CABE9B998E}" dt="2026-01-05T07:18:30.003" v="214"/>
        <pc:sldMkLst>
          <pc:docMk/>
          <pc:sldMk cId="734453416" sldId="343"/>
        </pc:sldMkLst>
      </pc:sldChg>
      <pc:sldChg chg="modSp add replId">
        <pc:chgData name="Parth Modi" userId="S::parth.modi@tatvasoft.com::daa4fcb5-95ba-4aa8-bf2b-a898ea60fc48" providerId="AD" clId="Web-{16961538-7DED-C4AD-5F6A-08CABE9B998E}" dt="2026-01-05T07:25:06.119" v="216" actId="20577"/>
        <pc:sldMkLst>
          <pc:docMk/>
          <pc:sldMk cId="2062611381" sldId="344"/>
        </pc:sldMkLst>
        <pc:spChg chg="mod">
          <ac:chgData name="Parth Modi" userId="S::parth.modi@tatvasoft.com::daa4fcb5-95ba-4aa8-bf2b-a898ea60fc48" providerId="AD" clId="Web-{16961538-7DED-C4AD-5F6A-08CABE9B998E}" dt="2026-01-05T07:25:06.119" v="216" actId="20577"/>
          <ac:spMkLst>
            <pc:docMk/>
            <pc:sldMk cId="2062611381" sldId="344"/>
            <ac:spMk id="8" creationId="{675B00DD-0536-7CB5-EA50-C1674D80B926}"/>
          </ac:spMkLst>
        </pc:spChg>
      </pc:sldChg>
      <pc:sldChg chg="addSp modSp add replId">
        <pc:chgData name="Parth Modi" userId="S::parth.modi@tatvasoft.com::daa4fcb5-95ba-4aa8-bf2b-a898ea60fc48" providerId="AD" clId="Web-{16961538-7DED-C4AD-5F6A-08CABE9B998E}" dt="2026-01-05T07:33:50.883" v="245" actId="20577"/>
        <pc:sldMkLst>
          <pc:docMk/>
          <pc:sldMk cId="808744196" sldId="345"/>
        </pc:sldMkLst>
        <pc:spChg chg="mod">
          <ac:chgData name="Parth Modi" userId="S::parth.modi@tatvasoft.com::daa4fcb5-95ba-4aa8-bf2b-a898ea60fc48" providerId="AD" clId="Web-{16961538-7DED-C4AD-5F6A-08CABE9B998E}" dt="2026-01-05T07:33:50.883" v="245" actId="20577"/>
          <ac:spMkLst>
            <pc:docMk/>
            <pc:sldMk cId="808744196" sldId="345"/>
            <ac:spMk id="8" creationId="{DB0B3B4E-0FD6-1217-2F8D-75EA847C81E1}"/>
          </ac:spMkLst>
        </pc:spChg>
        <pc:graphicFrameChg chg="add mod modGraphic">
          <ac:chgData name="Parth Modi" userId="S::parth.modi@tatvasoft.com::daa4fcb5-95ba-4aa8-bf2b-a898ea60fc48" providerId="AD" clId="Web-{16961538-7DED-C4AD-5F6A-08CABE9B998E}" dt="2026-01-05T07:33:45.101" v="244"/>
          <ac:graphicFrameMkLst>
            <pc:docMk/>
            <pc:sldMk cId="808744196" sldId="345"/>
            <ac:graphicFrameMk id="4" creationId="{74E30291-A3A9-1A55-F2E4-441D21ADD5C0}"/>
          </ac:graphicFrameMkLst>
        </pc:graphicFrameChg>
        <pc:picChg chg="add mod">
          <ac:chgData name="Parth Modi" userId="S::parth.modi@tatvasoft.com::daa4fcb5-95ba-4aa8-bf2b-a898ea60fc48" providerId="AD" clId="Web-{16961538-7DED-C4AD-5F6A-08CABE9B998E}" dt="2026-01-05T07:33:30.726" v="237" actId="1076"/>
          <ac:picMkLst>
            <pc:docMk/>
            <pc:sldMk cId="808744196" sldId="345"/>
            <ac:picMk id="2" creationId="{E62E1A42-8D7B-5C47-920F-E00F5B0931E9}"/>
          </ac:picMkLst>
        </pc:picChg>
      </pc:sldChg>
      <pc:sldChg chg="delSp modSp add replId">
        <pc:chgData name="Parth Modi" userId="S::parth.modi@tatvasoft.com::daa4fcb5-95ba-4aa8-bf2b-a898ea60fc48" providerId="AD" clId="Web-{16961538-7DED-C4AD-5F6A-08CABE9B998E}" dt="2026-01-05T07:51:59.424" v="292" actId="20577"/>
        <pc:sldMkLst>
          <pc:docMk/>
          <pc:sldMk cId="3924376872" sldId="346"/>
        </pc:sldMkLst>
        <pc:spChg chg="mod">
          <ac:chgData name="Parth Modi" userId="S::parth.modi@tatvasoft.com::daa4fcb5-95ba-4aa8-bf2b-a898ea60fc48" providerId="AD" clId="Web-{16961538-7DED-C4AD-5F6A-08CABE9B998E}" dt="2026-01-05T07:51:59.424" v="292" actId="20577"/>
          <ac:spMkLst>
            <pc:docMk/>
            <pc:sldMk cId="3924376872" sldId="346"/>
            <ac:spMk id="8" creationId="{57FA9F85-E686-B549-9427-7A022B4BBB2D}"/>
          </ac:spMkLst>
        </pc:spChg>
        <pc:graphicFrameChg chg="del">
          <ac:chgData name="Parth Modi" userId="S::parth.modi@tatvasoft.com::daa4fcb5-95ba-4aa8-bf2b-a898ea60fc48" providerId="AD" clId="Web-{16961538-7DED-C4AD-5F6A-08CABE9B998E}" dt="2026-01-05T07:34:29.056" v="249"/>
          <ac:graphicFrameMkLst>
            <pc:docMk/>
            <pc:sldMk cId="3924376872" sldId="346"/>
            <ac:graphicFrameMk id="4" creationId="{5B98A9F8-F9DF-8CF9-E9EE-4D38EC1AF7D7}"/>
          </ac:graphicFrameMkLst>
        </pc:graphicFrameChg>
        <pc:picChg chg="del">
          <ac:chgData name="Parth Modi" userId="S::parth.modi@tatvasoft.com::daa4fcb5-95ba-4aa8-bf2b-a898ea60fc48" providerId="AD" clId="Web-{16961538-7DED-C4AD-5F6A-08CABE9B998E}" dt="2026-01-05T07:34:26.462" v="248"/>
          <ac:picMkLst>
            <pc:docMk/>
            <pc:sldMk cId="3924376872" sldId="346"/>
            <ac:picMk id="2" creationId="{792B28DE-775C-CF17-D6BF-9F30C214DE8E}"/>
          </ac:picMkLst>
        </pc:picChg>
      </pc:sldChg>
      <pc:sldChg chg="addSp modSp add replId">
        <pc:chgData name="Parth Modi" userId="S::parth.modi@tatvasoft.com::daa4fcb5-95ba-4aa8-bf2b-a898ea60fc48" providerId="AD" clId="Web-{16961538-7DED-C4AD-5F6A-08CABE9B998E}" dt="2026-01-05T07:54:20.021" v="325" actId="1076"/>
        <pc:sldMkLst>
          <pc:docMk/>
          <pc:sldMk cId="3353568366" sldId="347"/>
        </pc:sldMkLst>
        <pc:spChg chg="mod">
          <ac:chgData name="Parth Modi" userId="S::parth.modi@tatvasoft.com::daa4fcb5-95ba-4aa8-bf2b-a898ea60fc48" providerId="AD" clId="Web-{16961538-7DED-C4AD-5F6A-08CABE9B998E}" dt="2026-01-05T07:52:40.894" v="303" actId="20577"/>
          <ac:spMkLst>
            <pc:docMk/>
            <pc:sldMk cId="3353568366" sldId="347"/>
            <ac:spMk id="8" creationId="{8AF68CA5-B563-E65A-7B5A-DA26C338BAD7}"/>
          </ac:spMkLst>
        </pc:spChg>
        <pc:graphicFrameChg chg="add mod modGraphic">
          <ac:chgData name="Parth Modi" userId="S::parth.modi@tatvasoft.com::daa4fcb5-95ba-4aa8-bf2b-a898ea60fc48" providerId="AD" clId="Web-{16961538-7DED-C4AD-5F6A-08CABE9B998E}" dt="2026-01-05T07:54:14.568" v="324"/>
          <ac:graphicFrameMkLst>
            <pc:docMk/>
            <pc:sldMk cId="3353568366" sldId="347"/>
            <ac:graphicFrameMk id="4" creationId="{EF3BCB64-1B49-6CCA-27CB-E4FE66F7BBD1}"/>
          </ac:graphicFrameMkLst>
        </pc:graphicFrameChg>
        <pc:picChg chg="add mod">
          <ac:chgData name="Parth Modi" userId="S::parth.modi@tatvasoft.com::daa4fcb5-95ba-4aa8-bf2b-a898ea60fc48" providerId="AD" clId="Web-{16961538-7DED-C4AD-5F6A-08CABE9B998E}" dt="2026-01-05T07:54:20.021" v="325" actId="1076"/>
          <ac:picMkLst>
            <pc:docMk/>
            <pc:sldMk cId="3353568366" sldId="347"/>
            <ac:picMk id="2" creationId="{D5B36677-4CC9-AB9C-BF0B-1CBEB484B11F}"/>
          </ac:picMkLst>
        </pc:picChg>
      </pc:sldChg>
      <pc:sldChg chg="delSp modSp add ord replId">
        <pc:chgData name="Parth Modi" userId="S::parth.modi@tatvasoft.com::daa4fcb5-95ba-4aa8-bf2b-a898ea60fc48" providerId="AD" clId="Web-{16961538-7DED-C4AD-5F6A-08CABE9B998E}" dt="2026-01-05T08:09:09.120" v="340" actId="20577"/>
        <pc:sldMkLst>
          <pc:docMk/>
          <pc:sldMk cId="1430708337" sldId="348"/>
        </pc:sldMkLst>
        <pc:spChg chg="mod">
          <ac:chgData name="Parth Modi" userId="S::parth.modi@tatvasoft.com::daa4fcb5-95ba-4aa8-bf2b-a898ea60fc48" providerId="AD" clId="Web-{16961538-7DED-C4AD-5F6A-08CABE9B998E}" dt="2026-01-05T08:09:09.120" v="340" actId="20577"/>
          <ac:spMkLst>
            <pc:docMk/>
            <pc:sldMk cId="1430708337" sldId="348"/>
            <ac:spMk id="8" creationId="{D25FB2B4-A39B-E677-A005-50FC947218EF}"/>
          </ac:spMkLst>
        </pc:spChg>
        <pc:graphicFrameChg chg="del">
          <ac:chgData name="Parth Modi" userId="S::parth.modi@tatvasoft.com::daa4fcb5-95ba-4aa8-bf2b-a898ea60fc48" providerId="AD" clId="Web-{16961538-7DED-C4AD-5F6A-08CABE9B998E}" dt="2026-01-05T07:55:35.460" v="329"/>
          <ac:graphicFrameMkLst>
            <pc:docMk/>
            <pc:sldMk cId="1430708337" sldId="348"/>
            <ac:graphicFrameMk id="4" creationId="{A30EDFC3-521A-F791-3722-82090A292E79}"/>
          </ac:graphicFrameMkLst>
        </pc:graphicFrameChg>
        <pc:picChg chg="del">
          <ac:chgData name="Parth Modi" userId="S::parth.modi@tatvasoft.com::daa4fcb5-95ba-4aa8-bf2b-a898ea60fc48" providerId="AD" clId="Web-{16961538-7DED-C4AD-5F6A-08CABE9B998E}" dt="2026-01-05T07:55:31.913" v="328"/>
          <ac:picMkLst>
            <pc:docMk/>
            <pc:sldMk cId="1430708337" sldId="348"/>
            <ac:picMk id="2" creationId="{B391D7AF-9730-85AC-4B45-C336C04A69EE}"/>
          </ac:picMkLst>
        </pc:picChg>
      </pc:sldChg>
      <pc:sldChg chg="add del replId">
        <pc:chgData name="Parth Modi" userId="S::parth.modi@tatvasoft.com::daa4fcb5-95ba-4aa8-bf2b-a898ea60fc48" providerId="AD" clId="Web-{16961538-7DED-C4AD-5F6A-08CABE9B998E}" dt="2026-01-05T08:28:08.176" v="351"/>
        <pc:sldMkLst>
          <pc:docMk/>
          <pc:sldMk cId="1863841330" sldId="349"/>
        </pc:sldMkLst>
      </pc:sldChg>
      <pc:sldChg chg="addSp modSp add replId">
        <pc:chgData name="Parth Modi" userId="S::parth.modi@tatvasoft.com::daa4fcb5-95ba-4aa8-bf2b-a898ea60fc48" providerId="AD" clId="Web-{16961538-7DED-C4AD-5F6A-08CABE9B998E}" dt="2026-01-05T08:29:03.052" v="367" actId="1076"/>
        <pc:sldMkLst>
          <pc:docMk/>
          <pc:sldMk cId="3186129621" sldId="349"/>
        </pc:sldMkLst>
        <pc:spChg chg="mod">
          <ac:chgData name="Parth Modi" userId="S::parth.modi@tatvasoft.com::daa4fcb5-95ba-4aa8-bf2b-a898ea60fc48" providerId="AD" clId="Web-{16961538-7DED-C4AD-5F6A-08CABE9B998E}" dt="2026-01-05T08:28:16.661" v="353" actId="20577"/>
          <ac:spMkLst>
            <pc:docMk/>
            <pc:sldMk cId="3186129621" sldId="349"/>
            <ac:spMk id="7" creationId="{D2CD3CE9-84DF-A699-4525-18665B93707E}"/>
          </ac:spMkLst>
        </pc:spChg>
        <pc:spChg chg="mod">
          <ac:chgData name="Parth Modi" userId="S::parth.modi@tatvasoft.com::daa4fcb5-95ba-4aa8-bf2b-a898ea60fc48" providerId="AD" clId="Web-{16961538-7DED-C4AD-5F6A-08CABE9B998E}" dt="2026-01-05T08:28:31.145" v="354" actId="20577"/>
          <ac:spMkLst>
            <pc:docMk/>
            <pc:sldMk cId="3186129621" sldId="349"/>
            <ac:spMk id="8" creationId="{F4F31C7E-0733-2A14-6934-711BECC64BDE}"/>
          </ac:spMkLst>
        </pc:spChg>
        <pc:graphicFrameChg chg="add mod modGraphic">
          <ac:chgData name="Parth Modi" userId="S::parth.modi@tatvasoft.com::daa4fcb5-95ba-4aa8-bf2b-a898ea60fc48" providerId="AD" clId="Web-{16961538-7DED-C4AD-5F6A-08CABE9B998E}" dt="2026-01-05T08:29:03.052" v="367" actId="1076"/>
          <ac:graphicFrameMkLst>
            <pc:docMk/>
            <pc:sldMk cId="3186129621" sldId="349"/>
            <ac:graphicFrameMk id="3" creationId="{E2CA1264-66FF-0119-E0B0-9A8D424B9BDC}"/>
          </ac:graphicFrameMkLst>
        </pc:graphicFrameChg>
      </pc:sldChg>
      <pc:sldChg chg="addSp delSp modSp add replId">
        <pc:chgData name="Parth Modi" userId="S::parth.modi@tatvasoft.com::daa4fcb5-95ba-4aa8-bf2b-a898ea60fc48" providerId="AD" clId="Web-{16961538-7DED-C4AD-5F6A-08CABE9B998E}" dt="2026-01-05T08:56:43.911" v="614"/>
        <pc:sldMkLst>
          <pc:docMk/>
          <pc:sldMk cId="902036437" sldId="350"/>
        </pc:sldMkLst>
        <pc:spChg chg="add del mod">
          <ac:chgData name="Parth Modi" userId="S::parth.modi@tatvasoft.com::daa4fcb5-95ba-4aa8-bf2b-a898ea60fc48" providerId="AD" clId="Web-{16961538-7DED-C4AD-5F6A-08CABE9B998E}" dt="2026-01-05T08:53:53.691" v="482"/>
          <ac:spMkLst>
            <pc:docMk/>
            <pc:sldMk cId="902036437" sldId="350"/>
            <ac:spMk id="5" creationId="{8F8BBFCF-6B34-4FF3-3EFE-9D4D1F08C72F}"/>
          </ac:spMkLst>
        </pc:spChg>
        <pc:spChg chg="mod">
          <ac:chgData name="Parth Modi" userId="S::parth.modi@tatvasoft.com::daa4fcb5-95ba-4aa8-bf2b-a898ea60fc48" providerId="AD" clId="Web-{16961538-7DED-C4AD-5F6A-08CABE9B998E}" dt="2026-01-05T08:37:17.685" v="372" actId="20577"/>
          <ac:spMkLst>
            <pc:docMk/>
            <pc:sldMk cId="902036437" sldId="350"/>
            <ac:spMk id="7" creationId="{1F0E07A2-F327-F3D6-79D6-B65FB969746C}"/>
          </ac:spMkLst>
        </pc:spChg>
        <pc:spChg chg="del">
          <ac:chgData name="Parth Modi" userId="S::parth.modi@tatvasoft.com::daa4fcb5-95ba-4aa8-bf2b-a898ea60fc48" providerId="AD" clId="Web-{16961538-7DED-C4AD-5F6A-08CABE9B998E}" dt="2026-01-05T08:37:23.841" v="373"/>
          <ac:spMkLst>
            <pc:docMk/>
            <pc:sldMk cId="902036437" sldId="350"/>
            <ac:spMk id="8" creationId="{D159143A-3DA8-D90A-B843-265321D1F1F9}"/>
          </ac:spMkLst>
        </pc:spChg>
        <pc:graphicFrameChg chg="del">
          <ac:chgData name="Parth Modi" userId="S::parth.modi@tatvasoft.com::daa4fcb5-95ba-4aa8-bf2b-a898ea60fc48" providerId="AD" clId="Web-{16961538-7DED-C4AD-5F6A-08CABE9B998E}" dt="2026-01-05T08:37:26.528" v="374"/>
          <ac:graphicFrameMkLst>
            <pc:docMk/>
            <pc:sldMk cId="902036437" sldId="350"/>
            <ac:graphicFrameMk id="3" creationId="{32B9C780-E2D8-A794-5C56-FAFFB7FFEEEB}"/>
          </ac:graphicFrameMkLst>
        </pc:graphicFrameChg>
        <pc:graphicFrameChg chg="add del mod modGraphic">
          <ac:chgData name="Parth Modi" userId="S::parth.modi@tatvasoft.com::daa4fcb5-95ba-4aa8-bf2b-a898ea60fc48" providerId="AD" clId="Web-{16961538-7DED-C4AD-5F6A-08CABE9B998E}" dt="2026-01-05T08:39:56.076" v="408"/>
          <ac:graphicFrameMkLst>
            <pc:docMk/>
            <pc:sldMk cId="902036437" sldId="350"/>
            <ac:graphicFrameMk id="4" creationId="{F95C4516-36F0-8E34-6629-8F038E55E25D}"/>
          </ac:graphicFrameMkLst>
        </pc:graphicFrameChg>
        <pc:graphicFrameChg chg="add mod modGraphic">
          <ac:chgData name="Parth Modi" userId="S::parth.modi@tatvasoft.com::daa4fcb5-95ba-4aa8-bf2b-a898ea60fc48" providerId="AD" clId="Web-{16961538-7DED-C4AD-5F6A-08CABE9B998E}" dt="2026-01-05T08:56:43.911" v="614"/>
          <ac:graphicFrameMkLst>
            <pc:docMk/>
            <pc:sldMk cId="902036437" sldId="350"/>
            <ac:graphicFrameMk id="6" creationId="{A806B83E-2017-B65F-26CF-577B8FF50C5D}"/>
          </ac:graphicFrameMkLst>
        </pc:graphicFrameChg>
      </pc:sldChg>
      <pc:sldChg chg="modSp add replId">
        <pc:chgData name="Parth Modi" userId="S::parth.modi@tatvasoft.com::daa4fcb5-95ba-4aa8-bf2b-a898ea60fc48" providerId="AD" clId="Web-{16961538-7DED-C4AD-5F6A-08CABE9B998E}" dt="2026-01-05T09:01:12.837" v="802"/>
        <pc:sldMkLst>
          <pc:docMk/>
          <pc:sldMk cId="154195068" sldId="351"/>
        </pc:sldMkLst>
        <pc:graphicFrameChg chg="mod modGraphic">
          <ac:chgData name="Parth Modi" userId="S::parth.modi@tatvasoft.com::daa4fcb5-95ba-4aa8-bf2b-a898ea60fc48" providerId="AD" clId="Web-{16961538-7DED-C4AD-5F6A-08CABE9B998E}" dt="2026-01-05T09:01:12.837" v="802"/>
          <ac:graphicFrameMkLst>
            <pc:docMk/>
            <pc:sldMk cId="154195068" sldId="351"/>
            <ac:graphicFrameMk id="6" creationId="{C639679A-9829-2070-097E-95B26DBA0989}"/>
          </ac:graphicFrameMkLst>
        </pc:graphicFrameChg>
      </pc:sldChg>
      <pc:sldChg chg="addSp delSp modSp add replId">
        <pc:chgData name="Parth Modi" userId="S::parth.modi@tatvasoft.com::daa4fcb5-95ba-4aa8-bf2b-a898ea60fc48" providerId="AD" clId="Web-{16961538-7DED-C4AD-5F6A-08CABE9B998E}" dt="2026-01-05T09:27:24.291" v="897"/>
        <pc:sldMkLst>
          <pc:docMk/>
          <pc:sldMk cId="872070722" sldId="352"/>
        </pc:sldMkLst>
        <pc:spChg chg="add mod">
          <ac:chgData name="Parth Modi" userId="S::parth.modi@tatvasoft.com::daa4fcb5-95ba-4aa8-bf2b-a898ea60fc48" providerId="AD" clId="Web-{16961538-7DED-C4AD-5F6A-08CABE9B998E}" dt="2026-01-05T09:22:51.242" v="866" actId="20577"/>
          <ac:spMkLst>
            <pc:docMk/>
            <pc:sldMk cId="872070722" sldId="352"/>
            <ac:spMk id="2" creationId="{9E831AE0-DE2D-F094-D455-E92EAEFC377D}"/>
          </ac:spMkLst>
        </pc:spChg>
        <pc:spChg chg="mod">
          <ac:chgData name="Parth Modi" userId="S::parth.modi@tatvasoft.com::daa4fcb5-95ba-4aa8-bf2b-a898ea60fc48" providerId="AD" clId="Web-{16961538-7DED-C4AD-5F6A-08CABE9B998E}" dt="2026-01-05T09:21:48.991" v="855" actId="20577"/>
          <ac:spMkLst>
            <pc:docMk/>
            <pc:sldMk cId="872070722" sldId="352"/>
            <ac:spMk id="7" creationId="{B8F8FF69-202D-254E-C972-0829C3DB44B5}"/>
          </ac:spMkLst>
        </pc:spChg>
        <pc:graphicFrameChg chg="add mod modGraphic">
          <ac:chgData name="Parth Modi" userId="S::parth.modi@tatvasoft.com::daa4fcb5-95ba-4aa8-bf2b-a898ea60fc48" providerId="AD" clId="Web-{16961538-7DED-C4AD-5F6A-08CABE9B998E}" dt="2026-01-05T09:27:24.291" v="897"/>
          <ac:graphicFrameMkLst>
            <pc:docMk/>
            <pc:sldMk cId="872070722" sldId="352"/>
            <ac:graphicFrameMk id="5" creationId="{49A0B4AB-6F25-544A-9D05-0B8D2AD99609}"/>
          </ac:graphicFrameMkLst>
        </pc:graphicFrameChg>
        <pc:graphicFrameChg chg="del">
          <ac:chgData name="Parth Modi" userId="S::parth.modi@tatvasoft.com::daa4fcb5-95ba-4aa8-bf2b-a898ea60fc48" providerId="AD" clId="Web-{16961538-7DED-C4AD-5F6A-08CABE9B998E}" dt="2026-01-05T09:21:24.991" v="847"/>
          <ac:graphicFrameMkLst>
            <pc:docMk/>
            <pc:sldMk cId="872070722" sldId="352"/>
            <ac:graphicFrameMk id="6" creationId="{80628D8E-C537-CD12-6E9E-60E0DDCDC712}"/>
          </ac:graphicFrameMkLst>
        </pc:graphicFrameChg>
        <pc:picChg chg="add mod">
          <ac:chgData name="Parth Modi" userId="S::parth.modi@tatvasoft.com::daa4fcb5-95ba-4aa8-bf2b-a898ea60fc48" providerId="AD" clId="Web-{16961538-7DED-C4AD-5F6A-08CABE9B998E}" dt="2026-01-05T09:26:36.947" v="877" actId="14100"/>
          <ac:picMkLst>
            <pc:docMk/>
            <pc:sldMk cId="872070722" sldId="352"/>
            <ac:picMk id="3" creationId="{AE23D5E9-A724-E266-6AD0-3FCCEE1FA168}"/>
          </ac:picMkLst>
        </pc:picChg>
      </pc:sldChg>
      <pc:sldChg chg="modSp add del replId">
        <pc:chgData name="Parth Modi" userId="S::parth.modi@tatvasoft.com::daa4fcb5-95ba-4aa8-bf2b-a898ea60fc48" providerId="AD" clId="Web-{16961538-7DED-C4AD-5F6A-08CABE9B998E}" dt="2026-01-05T09:05:52.886" v="838"/>
        <pc:sldMkLst>
          <pc:docMk/>
          <pc:sldMk cId="3986915953" sldId="352"/>
        </pc:sldMkLst>
        <pc:graphicFrameChg chg="mod modGraphic">
          <ac:chgData name="Parth Modi" userId="S::parth.modi@tatvasoft.com::daa4fcb5-95ba-4aa8-bf2b-a898ea60fc48" providerId="AD" clId="Web-{16961538-7DED-C4AD-5F6A-08CABE9B998E}" dt="2026-01-05T09:05:46.277" v="837"/>
          <ac:graphicFrameMkLst>
            <pc:docMk/>
            <pc:sldMk cId="3986915953" sldId="352"/>
            <ac:graphicFrameMk id="6" creationId="{4A55B818-166C-33A7-5D98-921E76C0C896}"/>
          </ac:graphicFrameMkLst>
        </pc:graphicFrameChg>
      </pc:sldChg>
      <pc:sldChg chg="delSp modSp add replId">
        <pc:chgData name="Parth Modi" userId="S::parth.modi@tatvasoft.com::daa4fcb5-95ba-4aa8-bf2b-a898ea60fc48" providerId="AD" clId="Web-{16961538-7DED-C4AD-5F6A-08CABE9B998E}" dt="2026-01-05T09:45:15.832" v="952" actId="20577"/>
        <pc:sldMkLst>
          <pc:docMk/>
          <pc:sldMk cId="2435537372" sldId="353"/>
        </pc:sldMkLst>
        <pc:spChg chg="mod">
          <ac:chgData name="Parth Modi" userId="S::parth.modi@tatvasoft.com::daa4fcb5-95ba-4aa8-bf2b-a898ea60fc48" providerId="AD" clId="Web-{16961538-7DED-C4AD-5F6A-08CABE9B998E}" dt="2026-01-05T09:45:15.832" v="952" actId="20577"/>
          <ac:spMkLst>
            <pc:docMk/>
            <pc:sldMk cId="2435537372" sldId="353"/>
            <ac:spMk id="2" creationId="{479EE9DE-BA40-AC40-DE3E-99F1A7B6AC56}"/>
          </ac:spMkLst>
        </pc:spChg>
        <pc:spChg chg="mod">
          <ac:chgData name="Parth Modi" userId="S::parth.modi@tatvasoft.com::daa4fcb5-95ba-4aa8-bf2b-a898ea60fc48" providerId="AD" clId="Web-{16961538-7DED-C4AD-5F6A-08CABE9B998E}" dt="2026-01-05T09:27:57.245" v="899" actId="20577"/>
          <ac:spMkLst>
            <pc:docMk/>
            <pc:sldMk cId="2435537372" sldId="353"/>
            <ac:spMk id="7" creationId="{EC49BE0F-915C-3657-D990-2EF07FBC3087}"/>
          </ac:spMkLst>
        </pc:spChg>
        <pc:graphicFrameChg chg="del">
          <ac:chgData name="Parth Modi" userId="S::parth.modi@tatvasoft.com::daa4fcb5-95ba-4aa8-bf2b-a898ea60fc48" providerId="AD" clId="Web-{16961538-7DED-C4AD-5F6A-08CABE9B998E}" dt="2026-01-05T09:41:56.468" v="907"/>
          <ac:graphicFrameMkLst>
            <pc:docMk/>
            <pc:sldMk cId="2435537372" sldId="353"/>
            <ac:graphicFrameMk id="5" creationId="{66DDE698-2039-5C49-8E33-2596241FAE23}"/>
          </ac:graphicFrameMkLst>
        </pc:graphicFrameChg>
        <pc:picChg chg="del">
          <ac:chgData name="Parth Modi" userId="S::parth.modi@tatvasoft.com::daa4fcb5-95ba-4aa8-bf2b-a898ea60fc48" providerId="AD" clId="Web-{16961538-7DED-C4AD-5F6A-08CABE9B998E}" dt="2026-01-05T09:41:52.234" v="905"/>
          <ac:picMkLst>
            <pc:docMk/>
            <pc:sldMk cId="2435537372" sldId="353"/>
            <ac:picMk id="3" creationId="{E9545219-F140-A166-CCA5-94DA7A95374E}"/>
          </ac:picMkLst>
        </pc:picChg>
      </pc:sldChg>
      <pc:sldChg chg="addSp modSp add replId">
        <pc:chgData name="Parth Modi" userId="S::parth.modi@tatvasoft.com::daa4fcb5-95ba-4aa8-bf2b-a898ea60fc48" providerId="AD" clId="Web-{16961538-7DED-C4AD-5F6A-08CABE9B998E}" dt="2026-01-05T10:17:32.952" v="1046" actId="20577"/>
        <pc:sldMkLst>
          <pc:docMk/>
          <pc:sldMk cId="504923271" sldId="354"/>
        </pc:sldMkLst>
        <pc:spChg chg="mod">
          <ac:chgData name="Parth Modi" userId="S::parth.modi@tatvasoft.com::daa4fcb5-95ba-4aa8-bf2b-a898ea60fc48" providerId="AD" clId="Web-{16961538-7DED-C4AD-5F6A-08CABE9B998E}" dt="2026-01-05T10:13:19.930" v="973" actId="20577"/>
          <ac:spMkLst>
            <pc:docMk/>
            <pc:sldMk cId="504923271" sldId="354"/>
            <ac:spMk id="7" creationId="{74FF2BD5-2A1C-BAC3-0020-EA0CBDADC9A8}"/>
          </ac:spMkLst>
        </pc:spChg>
        <pc:spChg chg="mod">
          <ac:chgData name="Parth Modi" userId="S::parth.modi@tatvasoft.com::daa4fcb5-95ba-4aa8-bf2b-a898ea60fc48" providerId="AD" clId="Web-{16961538-7DED-C4AD-5F6A-08CABE9B998E}" dt="2026-01-05T10:17:32.952" v="1046" actId="20577"/>
          <ac:spMkLst>
            <pc:docMk/>
            <pc:sldMk cId="504923271" sldId="354"/>
            <ac:spMk id="8" creationId="{B6F88DE4-2AF4-DE7D-B2A3-22B6B4D7BED9}"/>
          </ac:spMkLst>
        </pc:spChg>
        <pc:graphicFrameChg chg="add mod modGraphic">
          <ac:chgData name="Parth Modi" userId="S::parth.modi@tatvasoft.com::daa4fcb5-95ba-4aa8-bf2b-a898ea60fc48" providerId="AD" clId="Web-{16961538-7DED-C4AD-5F6A-08CABE9B998E}" dt="2026-01-05T10:16:14.418" v="1013" actId="1076"/>
          <ac:graphicFrameMkLst>
            <pc:docMk/>
            <pc:sldMk cId="504923271" sldId="354"/>
            <ac:graphicFrameMk id="3" creationId="{E8BA1A6A-F96F-FA75-8942-7DA7F163B939}"/>
          </ac:graphicFrameMkLst>
        </pc:graphicFrameChg>
        <pc:graphicFrameChg chg="add mod modGraphic">
          <ac:chgData name="Parth Modi" userId="S::parth.modi@tatvasoft.com::daa4fcb5-95ba-4aa8-bf2b-a898ea60fc48" providerId="AD" clId="Web-{16961538-7DED-C4AD-5F6A-08CABE9B998E}" dt="2026-01-05T10:17:12.904" v="1040"/>
          <ac:graphicFrameMkLst>
            <pc:docMk/>
            <pc:sldMk cId="504923271" sldId="354"/>
            <ac:graphicFrameMk id="5" creationId="{2F8478A8-A948-E9EC-C684-53B70489B142}"/>
          </ac:graphicFrameMkLst>
        </pc:graphicFrameChg>
      </pc:sldChg>
      <pc:sldChg chg="modSp add replId">
        <pc:chgData name="Parth Modi" userId="S::parth.modi@tatvasoft.com::daa4fcb5-95ba-4aa8-bf2b-a898ea60fc48" providerId="AD" clId="Web-{16961538-7DED-C4AD-5F6A-08CABE9B998E}" dt="2026-01-05T10:26:07.350" v="1118" actId="20577"/>
        <pc:sldMkLst>
          <pc:docMk/>
          <pc:sldMk cId="644235156" sldId="355"/>
        </pc:sldMkLst>
        <pc:spChg chg="mod">
          <ac:chgData name="Parth Modi" userId="S::parth.modi@tatvasoft.com::daa4fcb5-95ba-4aa8-bf2b-a898ea60fc48" providerId="AD" clId="Web-{16961538-7DED-C4AD-5F6A-08CABE9B998E}" dt="2026-01-05T10:26:07.350" v="1118" actId="20577"/>
          <ac:spMkLst>
            <pc:docMk/>
            <pc:sldMk cId="644235156" sldId="355"/>
            <ac:spMk id="2" creationId="{B4710D19-8EE7-30A5-EEDD-7FD90A0685C0}"/>
          </ac:spMkLst>
        </pc:spChg>
        <pc:spChg chg="mod">
          <ac:chgData name="Parth Modi" userId="S::parth.modi@tatvasoft.com::daa4fcb5-95ba-4aa8-bf2b-a898ea60fc48" providerId="AD" clId="Web-{16961538-7DED-C4AD-5F6A-08CABE9B998E}" dt="2026-01-05T10:23:26.942" v="1075" actId="20577"/>
          <ac:spMkLst>
            <pc:docMk/>
            <pc:sldMk cId="644235156" sldId="355"/>
            <ac:spMk id="7" creationId="{67021E5A-D433-7D83-792E-88322689737E}"/>
          </ac:spMkLst>
        </pc:spChg>
      </pc:sldChg>
      <pc:sldChg chg="addSp delSp modSp add replId">
        <pc:chgData name="Parth Modi" userId="S::parth.modi@tatvasoft.com::daa4fcb5-95ba-4aa8-bf2b-a898ea60fc48" providerId="AD" clId="Web-{16961538-7DED-C4AD-5F6A-08CABE9B998E}" dt="2026-01-05T11:04:07.253" v="1170"/>
        <pc:sldMkLst>
          <pc:docMk/>
          <pc:sldMk cId="797173308" sldId="356"/>
        </pc:sldMkLst>
        <pc:spChg chg="del mod">
          <ac:chgData name="Parth Modi" userId="S::parth.modi@tatvasoft.com::daa4fcb5-95ba-4aa8-bf2b-a898ea60fc48" providerId="AD" clId="Web-{16961538-7DED-C4AD-5F6A-08CABE9B998E}" dt="2026-01-05T10:57:03.730" v="1127"/>
          <ac:spMkLst>
            <pc:docMk/>
            <pc:sldMk cId="797173308" sldId="356"/>
            <ac:spMk id="2" creationId="{78453910-5B93-55FA-BF9D-5FFE66359459}"/>
          </ac:spMkLst>
        </pc:spChg>
        <pc:picChg chg="add mod">
          <ac:chgData name="Parth Modi" userId="S::parth.modi@tatvasoft.com::daa4fcb5-95ba-4aa8-bf2b-a898ea60fc48" providerId="AD" clId="Web-{16961538-7DED-C4AD-5F6A-08CABE9B998E}" dt="2026-01-05T11:03:58.144" v="1166"/>
          <ac:picMkLst>
            <pc:docMk/>
            <pc:sldMk cId="797173308" sldId="356"/>
            <ac:picMk id="3" creationId="{D5DC03FC-7D43-10E7-21E5-76B4E59AABDC}"/>
          </ac:picMkLst>
        </pc:picChg>
        <pc:picChg chg="add mod">
          <ac:chgData name="Parth Modi" userId="S::parth.modi@tatvasoft.com::daa4fcb5-95ba-4aa8-bf2b-a898ea60fc48" providerId="AD" clId="Web-{16961538-7DED-C4AD-5F6A-08CABE9B998E}" dt="2026-01-05T11:04:03.581" v="1169"/>
          <ac:picMkLst>
            <pc:docMk/>
            <pc:sldMk cId="797173308" sldId="356"/>
            <ac:picMk id="4" creationId="{0BBCB039-81F2-FE40-BEDC-A481DBF4D595}"/>
          </ac:picMkLst>
        </pc:picChg>
        <pc:picChg chg="add mod">
          <ac:chgData name="Parth Modi" userId="S::parth.modi@tatvasoft.com::daa4fcb5-95ba-4aa8-bf2b-a898ea60fc48" providerId="AD" clId="Web-{16961538-7DED-C4AD-5F6A-08CABE9B998E}" dt="2026-01-05T11:04:07.253" v="1170"/>
          <ac:picMkLst>
            <pc:docMk/>
            <pc:sldMk cId="797173308" sldId="356"/>
            <ac:picMk id="5" creationId="{0F80320D-DA43-EFEF-8D60-8FCB480943EE}"/>
          </ac:picMkLst>
        </pc:picChg>
      </pc:sldChg>
      <pc:sldChg chg="addSp delSp modSp add replId">
        <pc:chgData name="Parth Modi" userId="S::parth.modi@tatvasoft.com::daa4fcb5-95ba-4aa8-bf2b-a898ea60fc48" providerId="AD" clId="Web-{16961538-7DED-C4AD-5F6A-08CABE9B998E}" dt="2026-01-05T11:04:19.519" v="1172"/>
        <pc:sldMkLst>
          <pc:docMk/>
          <pc:sldMk cId="4196187766" sldId="357"/>
        </pc:sldMkLst>
        <pc:picChg chg="add mod">
          <ac:chgData name="Parth Modi" userId="S::parth.modi@tatvasoft.com::daa4fcb5-95ba-4aa8-bf2b-a898ea60fc48" providerId="AD" clId="Web-{16961538-7DED-C4AD-5F6A-08CABE9B998E}" dt="2026-01-05T11:04:19.519" v="1172"/>
          <ac:picMkLst>
            <pc:docMk/>
            <pc:sldMk cId="4196187766" sldId="357"/>
            <ac:picMk id="2" creationId="{1589FA6F-8887-1274-CD4C-1701D0F4F97C}"/>
          </ac:picMkLst>
        </pc:picChg>
        <pc:picChg chg="del">
          <ac:chgData name="Parth Modi" userId="S::parth.modi@tatvasoft.com::daa4fcb5-95ba-4aa8-bf2b-a898ea60fc48" providerId="AD" clId="Web-{16961538-7DED-C4AD-5F6A-08CABE9B998E}" dt="2026-01-05T11:02:07.002" v="1137"/>
          <ac:picMkLst>
            <pc:docMk/>
            <pc:sldMk cId="4196187766" sldId="357"/>
            <ac:picMk id="3" creationId="{6A175E47-E9A5-2ED4-85D6-3EF6FDABD365}"/>
          </ac:picMkLst>
        </pc:picChg>
        <pc:picChg chg="del">
          <ac:chgData name="Parth Modi" userId="S::parth.modi@tatvasoft.com::daa4fcb5-95ba-4aa8-bf2b-a898ea60fc48" providerId="AD" clId="Web-{16961538-7DED-C4AD-5F6A-08CABE9B998E}" dt="2026-01-05T11:02:07.752" v="1138"/>
          <ac:picMkLst>
            <pc:docMk/>
            <pc:sldMk cId="4196187766" sldId="357"/>
            <ac:picMk id="4" creationId="{5CC7F030-9267-E653-D560-EA9DED23B843}"/>
          </ac:picMkLst>
        </pc:picChg>
        <pc:picChg chg="del">
          <ac:chgData name="Parth Modi" userId="S::parth.modi@tatvasoft.com::daa4fcb5-95ba-4aa8-bf2b-a898ea60fc48" providerId="AD" clId="Web-{16961538-7DED-C4AD-5F6A-08CABE9B998E}" dt="2026-01-05T11:02:09.205" v="1139"/>
          <ac:picMkLst>
            <pc:docMk/>
            <pc:sldMk cId="4196187766" sldId="357"/>
            <ac:picMk id="5" creationId="{121F931D-5D6F-5B4E-9948-14E5DAC372AD}"/>
          </ac:picMkLst>
        </pc:picChg>
        <pc:picChg chg="add mod">
          <ac:chgData name="Parth Modi" userId="S::parth.modi@tatvasoft.com::daa4fcb5-95ba-4aa8-bf2b-a898ea60fc48" providerId="AD" clId="Web-{16961538-7DED-C4AD-5F6A-08CABE9B998E}" dt="2026-01-05T11:04:14.785" v="1171"/>
          <ac:picMkLst>
            <pc:docMk/>
            <pc:sldMk cId="4196187766" sldId="357"/>
            <ac:picMk id="6" creationId="{8D57F192-6EDD-5C82-EE84-692CD4E7A99D}"/>
          </ac:picMkLst>
        </pc:picChg>
      </pc:sldChg>
      <pc:sldChg chg="addSp delSp modSp add replId">
        <pc:chgData name="Parth Modi" userId="S::parth.modi@tatvasoft.com::daa4fcb5-95ba-4aa8-bf2b-a898ea60fc48" providerId="AD" clId="Web-{16961538-7DED-C4AD-5F6A-08CABE9B998E}" dt="2026-01-05T11:05:02.051" v="1182" actId="1076"/>
        <pc:sldMkLst>
          <pc:docMk/>
          <pc:sldMk cId="3488936344" sldId="358"/>
        </pc:sldMkLst>
        <pc:picChg chg="del">
          <ac:chgData name="Parth Modi" userId="S::parth.modi@tatvasoft.com::daa4fcb5-95ba-4aa8-bf2b-a898ea60fc48" providerId="AD" clId="Web-{16961538-7DED-C4AD-5F6A-08CABE9B998E}" dt="2026-01-05T11:04:27.410" v="1174"/>
          <ac:picMkLst>
            <pc:docMk/>
            <pc:sldMk cId="3488936344" sldId="358"/>
            <ac:picMk id="2" creationId="{36815820-7C59-C8CA-3B9C-568E6F2D7FEC}"/>
          </ac:picMkLst>
        </pc:picChg>
        <pc:picChg chg="add mod">
          <ac:chgData name="Parth Modi" userId="S::parth.modi@tatvasoft.com::daa4fcb5-95ba-4aa8-bf2b-a898ea60fc48" providerId="AD" clId="Web-{16961538-7DED-C4AD-5F6A-08CABE9B998E}" dt="2026-01-05T11:05:02.051" v="1182" actId="1076"/>
          <ac:picMkLst>
            <pc:docMk/>
            <pc:sldMk cId="3488936344" sldId="358"/>
            <ac:picMk id="3" creationId="{609350C9-A692-A836-0936-87491CA82F47}"/>
          </ac:picMkLst>
        </pc:picChg>
        <pc:picChg chg="del">
          <ac:chgData name="Parth Modi" userId="S::parth.modi@tatvasoft.com::daa4fcb5-95ba-4aa8-bf2b-a898ea60fc48" providerId="AD" clId="Web-{16961538-7DED-C4AD-5F6A-08CABE9B998E}" dt="2026-01-05T11:04:28.113" v="1175"/>
          <ac:picMkLst>
            <pc:docMk/>
            <pc:sldMk cId="3488936344" sldId="358"/>
            <ac:picMk id="6" creationId="{94C73478-5BC1-C910-19FB-B72479DDD782}"/>
          </ac:picMkLst>
        </pc:picChg>
      </pc:sldChg>
      <pc:sldChg chg="delSp modSp add replId">
        <pc:chgData name="Parth Modi" userId="S::parth.modi@tatvasoft.com::daa4fcb5-95ba-4aa8-bf2b-a898ea60fc48" providerId="AD" clId="Web-{16961538-7DED-C4AD-5F6A-08CABE9B998E}" dt="2026-01-05T11:05:18.285" v="1185" actId="20577"/>
        <pc:sldMkLst>
          <pc:docMk/>
          <pc:sldMk cId="437400034" sldId="359"/>
        </pc:sldMkLst>
        <pc:spChg chg="mod">
          <ac:chgData name="Parth Modi" userId="S::parth.modi@tatvasoft.com::daa4fcb5-95ba-4aa8-bf2b-a898ea60fc48" providerId="AD" clId="Web-{16961538-7DED-C4AD-5F6A-08CABE9B998E}" dt="2026-01-05T11:05:18.285" v="1185" actId="20577"/>
          <ac:spMkLst>
            <pc:docMk/>
            <pc:sldMk cId="437400034" sldId="359"/>
            <ac:spMk id="7" creationId="{ABFB4DB9-C48E-980B-6DB9-505552AE97FB}"/>
          </ac:spMkLst>
        </pc:spChg>
        <pc:picChg chg="del">
          <ac:chgData name="Parth Modi" userId="S::parth.modi@tatvasoft.com::daa4fcb5-95ba-4aa8-bf2b-a898ea60fc48" providerId="AD" clId="Web-{16961538-7DED-C4AD-5F6A-08CABE9B998E}" dt="2026-01-05T11:05:14.629" v="1184"/>
          <ac:picMkLst>
            <pc:docMk/>
            <pc:sldMk cId="437400034" sldId="359"/>
            <ac:picMk id="3" creationId="{1CFE01DC-2F4D-F5FD-3AD1-38EEDEEADD6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602" name="AutoShape 1"/>
          <p:cNvSpPr>
            <a:spLocks noChangeArrowheads="1"/>
          </p:cNvSpPr>
          <p:nvPr/>
        </p:nvSpPr>
        <p:spPr bwMode="auto">
          <a:xfrm>
            <a:off x="0" y="0"/>
            <a:ext cx="6858000" cy="9144000"/>
          </a:xfrm>
          <a:prstGeom prst="roundRect">
            <a:avLst>
              <a:gd name="adj" fmla="val 23"/>
            </a:avLst>
          </a:prstGeom>
          <a:solidFill>
            <a:srgbClr val="FFFFFF"/>
          </a:solidFill>
          <a:ln>
            <a:noFill/>
          </a:ln>
          <a:effectLst/>
          <a:extLst>
            <a:ext uri="{91240B29-F687-4F45-9708-019B960494DF}">
              <a14:hiddenLine xmlns:a14="http://schemas.microsoft.com/office/drawing/2010/main" w="9360" cap="sq">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25603" name="AutoShape 2"/>
          <p:cNvSpPr>
            <a:spLocks noChangeArrowheads="1"/>
          </p:cNvSpPr>
          <p:nvPr/>
        </p:nvSpPr>
        <p:spPr bwMode="auto">
          <a:xfrm>
            <a:off x="0" y="0"/>
            <a:ext cx="6858000" cy="9144000"/>
          </a:xfrm>
          <a:prstGeom prst="roundRect">
            <a:avLst>
              <a:gd name="adj" fmla="val 23"/>
            </a:avLst>
          </a:prstGeom>
          <a:solidFill>
            <a:srgbClr val="FFFFFF"/>
          </a:soli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25604" name="AutoShape 3"/>
          <p:cNvSpPr>
            <a:spLocks noChangeArrowheads="1"/>
          </p:cNvSpPr>
          <p:nvPr/>
        </p:nvSpPr>
        <p:spPr bwMode="auto">
          <a:xfrm>
            <a:off x="0" y="0"/>
            <a:ext cx="6858000" cy="9144000"/>
          </a:xfrm>
          <a:prstGeom prst="roundRect">
            <a:avLst>
              <a:gd name="adj" fmla="val 23"/>
            </a:avLst>
          </a:prstGeom>
          <a:solidFill>
            <a:srgbClr val="FFFFFF"/>
          </a:soli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25605" name="Text Box 4"/>
          <p:cNvSpPr txBox="1">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25606" name="Text Box 5"/>
          <p:cNvSpPr txBox="1">
            <a:spLocks noChangeArrowheads="1"/>
          </p:cNvSpPr>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25607" name="Rectangle 6"/>
          <p:cNvSpPr>
            <a:spLocks noGrp="1" noRot="1" noChangeAspect="1" noChangeArrowheads="1"/>
          </p:cNvSpPr>
          <p:nvPr>
            <p:ph type="sldImg"/>
          </p:nvPr>
        </p:nvSpPr>
        <p:spPr bwMode="auto">
          <a:xfrm>
            <a:off x="1143000" y="685800"/>
            <a:ext cx="4567238" cy="3424238"/>
          </a:xfrm>
          <a:prstGeom prst="rect">
            <a:avLst/>
          </a:prstGeom>
          <a:noFill/>
          <a:ln w="9360" cap="sq">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2055" name="Rectangle 7"/>
          <p:cNvSpPr>
            <a:spLocks noGrp="1" noChangeArrowheads="1"/>
          </p:cNvSpPr>
          <p:nvPr>
            <p:ph type="body"/>
          </p:nvPr>
        </p:nvSpPr>
        <p:spPr bwMode="auto">
          <a:xfrm>
            <a:off x="685800" y="4343400"/>
            <a:ext cx="5481638" cy="4110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endParaRPr lang="en-US" noProof="0"/>
          </a:p>
        </p:txBody>
      </p:sp>
      <p:sp>
        <p:nvSpPr>
          <p:cNvPr id="25609" name="Text Box 8"/>
          <p:cNvSpPr txBox="1">
            <a:spLocks noChangeArrowheads="1"/>
          </p:cNvSpPr>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2057" name="Rectangle 9"/>
          <p:cNvSpPr>
            <a:spLocks noGrp="1" noChangeArrowheads="1"/>
          </p:cNvSpPr>
          <p:nvPr>
            <p:ph type="sldNum"/>
          </p:nvPr>
        </p:nvSpPr>
        <p:spPr bwMode="auto">
          <a:xfrm>
            <a:off x="3884613" y="8685213"/>
            <a:ext cx="2967037" cy="452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b" anchorCtr="0" compatLnSpc="1">
            <a:prstTxWarp prst="textNoShape">
              <a:avLst/>
            </a:prstTxWarp>
          </a:bodyPr>
          <a:lstStyle>
            <a:lvl1pPr algn="r" eaLnBrk="1" hangingPunct="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defRPr>
            </a:lvl1pPr>
          </a:lstStyle>
          <a:p>
            <a:fld id="{A70D8783-B686-49A5-9535-C08AC9B41CBF}" type="slidenum">
              <a:rPr lang="en-US" altLang="en-US"/>
              <a:pPr/>
              <a:t>‹#›</a:t>
            </a:fld>
            <a:endParaRPr lang="en-US" altLang="en-US"/>
          </a:p>
        </p:txBody>
      </p:sp>
    </p:spTree>
    <p:extLst>
      <p:ext uri="{BB962C8B-B14F-4D97-AF65-F5344CB8AC3E}">
        <p14:creationId xmlns:p14="http://schemas.microsoft.com/office/powerpoint/2010/main" val="3624667969"/>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1pPr>
    <a:lvl2pPr marL="742950" indent="-28575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2pPr>
    <a:lvl3pPr marL="11430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3pPr>
    <a:lvl4pPr marL="16002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4pPr>
    <a:lvl5pPr marL="20574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a:xfrm>
            <a:off x="1143000" y="685800"/>
            <a:ext cx="4572000" cy="3429000"/>
          </a:xfrm>
          <a:ln/>
        </p:spPr>
      </p:sp>
      <p:sp>
        <p:nvSpPr>
          <p:cNvPr id="50179" name="Notes Placeholder 2"/>
          <p:cNvSpPr>
            <a:spLocks noGrp="1"/>
          </p:cNvSpPr>
          <p:nvPr>
            <p:ph type="body" idx="1"/>
          </p:nvPr>
        </p:nvSpPr>
        <p:spPr>
          <a:noFill/>
          <a:extLst>
            <a:ext uri="{91240B29-F687-4F45-9708-019B960494DF}">
              <a14:hiddenLine xmlns:a14="http://schemas.microsoft.com/office/drawing/2010/main" w="9525">
                <a:solidFill>
                  <a:srgbClr val="808080"/>
                </a:solidFill>
                <a:miter lim="800000"/>
                <a:headEnd/>
                <a:tailEnd/>
              </a14:hiddenLine>
            </a:ext>
          </a:extLst>
        </p:spPr>
        <p:txBody>
          <a:bodyPr/>
          <a:lstStyle/>
          <a:p>
            <a:endParaRPr lang="en-US" altLang="en-US">
              <a:latin typeface="Times New Roman" panose="02020603050405020304" pitchFamily="18" charset="0"/>
            </a:endParaRPr>
          </a:p>
        </p:txBody>
      </p:sp>
      <p:sp>
        <p:nvSpPr>
          <p:cNvPr id="50180" name="Slide Number Placeholder 3"/>
          <p:cNvSpPr>
            <a:spLocks noGrp="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DE9453DB-C5A5-4949-9E98-AFF46EFF4848}" type="slidenum">
              <a:rPr lang="en-US" altLang="en-US">
                <a:solidFill>
                  <a:srgbClr val="000000"/>
                </a:solidFill>
              </a:rPr>
              <a:pPr/>
              <a:t>1</a:t>
            </a:fld>
            <a:endParaRPr lang="en-US" altLang="en-US">
              <a:solidFill>
                <a:srgbClr val="000000"/>
              </a:solidFill>
            </a:endParaRPr>
          </a:p>
        </p:txBody>
      </p:sp>
    </p:spTree>
    <p:extLst>
      <p:ext uri="{BB962C8B-B14F-4D97-AF65-F5344CB8AC3E}">
        <p14:creationId xmlns:p14="http://schemas.microsoft.com/office/powerpoint/2010/main" val="5304133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02" name="Rectangle 9"/>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2</a:t>
            </a:fld>
            <a:endParaRPr lang="en-US" altLang="en-US">
              <a:solidFill>
                <a:srgbClr val="000000"/>
              </a:solidFill>
            </a:endParaRPr>
          </a:p>
        </p:txBody>
      </p:sp>
      <p:sp>
        <p:nvSpPr>
          <p:cNvPr id="51203" name="Text Box 1"/>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2</a:t>
            </a:fld>
            <a:endParaRPr lang="en-US" altLang="en-US">
              <a:solidFill>
                <a:srgbClr val="000000"/>
              </a:solidFill>
            </a:endParaRPr>
          </a:p>
        </p:txBody>
      </p:sp>
      <p:sp>
        <p:nvSpPr>
          <p:cNvPr id="51204" name="Rectangle 2"/>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6248474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0C1396C-3CCB-453F-CDED-148C3F8DC2B9}"/>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0198B6D6-E347-D6E8-88F9-27F1E3152CE7}"/>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3</a:t>
            </a:fld>
            <a:endParaRPr lang="en-US" altLang="en-US">
              <a:solidFill>
                <a:srgbClr val="000000"/>
              </a:solidFill>
            </a:endParaRPr>
          </a:p>
        </p:txBody>
      </p:sp>
      <p:sp>
        <p:nvSpPr>
          <p:cNvPr id="51203" name="Text Box 1">
            <a:extLst>
              <a:ext uri="{FF2B5EF4-FFF2-40B4-BE49-F238E27FC236}">
                <a16:creationId xmlns:a16="http://schemas.microsoft.com/office/drawing/2014/main" id="{7D057D73-2D10-67E0-3897-4F5B8DC044A6}"/>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3</a:t>
            </a:fld>
            <a:endParaRPr lang="en-US" altLang="en-US">
              <a:solidFill>
                <a:srgbClr val="000000"/>
              </a:solidFill>
            </a:endParaRPr>
          </a:p>
        </p:txBody>
      </p:sp>
      <p:sp>
        <p:nvSpPr>
          <p:cNvPr id="51204" name="Rectangle 2">
            <a:extLst>
              <a:ext uri="{FF2B5EF4-FFF2-40B4-BE49-F238E27FC236}">
                <a16:creationId xmlns:a16="http://schemas.microsoft.com/office/drawing/2014/main" id="{37069608-D717-2C98-A96D-54F7D87C48F8}"/>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79B5C365-AE54-806D-03BC-7E465FB83826}"/>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9701073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BDB7E41-56A3-0029-88D0-2DA04D6422FC}"/>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5938F539-79DA-A1E2-0FEF-B040A13BCDB1}"/>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4</a:t>
            </a:fld>
            <a:endParaRPr lang="en-US" altLang="en-US">
              <a:solidFill>
                <a:srgbClr val="000000"/>
              </a:solidFill>
            </a:endParaRPr>
          </a:p>
        </p:txBody>
      </p:sp>
      <p:sp>
        <p:nvSpPr>
          <p:cNvPr id="51203" name="Text Box 1">
            <a:extLst>
              <a:ext uri="{FF2B5EF4-FFF2-40B4-BE49-F238E27FC236}">
                <a16:creationId xmlns:a16="http://schemas.microsoft.com/office/drawing/2014/main" id="{7E105E67-897A-50A6-4147-C3F7E2611279}"/>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4</a:t>
            </a:fld>
            <a:endParaRPr lang="en-US" altLang="en-US">
              <a:solidFill>
                <a:srgbClr val="000000"/>
              </a:solidFill>
            </a:endParaRPr>
          </a:p>
        </p:txBody>
      </p:sp>
      <p:sp>
        <p:nvSpPr>
          <p:cNvPr id="51204" name="Rectangle 2">
            <a:extLst>
              <a:ext uri="{FF2B5EF4-FFF2-40B4-BE49-F238E27FC236}">
                <a16:creationId xmlns:a16="http://schemas.microsoft.com/office/drawing/2014/main" id="{FD70DB87-153C-FE55-072E-F7F55C0C36F6}"/>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4DC27159-FB24-EA4C-C899-C12E4A852475}"/>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1700573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A8C045B-0C16-04D1-9ADC-015FC12C593D}"/>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6D84146B-D365-1661-3B22-9121716B32C2}"/>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5</a:t>
            </a:fld>
            <a:endParaRPr lang="en-US" altLang="en-US">
              <a:solidFill>
                <a:srgbClr val="000000"/>
              </a:solidFill>
            </a:endParaRPr>
          </a:p>
        </p:txBody>
      </p:sp>
      <p:sp>
        <p:nvSpPr>
          <p:cNvPr id="51203" name="Text Box 1">
            <a:extLst>
              <a:ext uri="{FF2B5EF4-FFF2-40B4-BE49-F238E27FC236}">
                <a16:creationId xmlns:a16="http://schemas.microsoft.com/office/drawing/2014/main" id="{F7E5F5A8-4B98-6092-2CF0-7DE807F22888}"/>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5</a:t>
            </a:fld>
            <a:endParaRPr lang="en-US" altLang="en-US">
              <a:solidFill>
                <a:srgbClr val="000000"/>
              </a:solidFill>
            </a:endParaRPr>
          </a:p>
        </p:txBody>
      </p:sp>
      <p:sp>
        <p:nvSpPr>
          <p:cNvPr id="51204" name="Rectangle 2">
            <a:extLst>
              <a:ext uri="{FF2B5EF4-FFF2-40B4-BE49-F238E27FC236}">
                <a16:creationId xmlns:a16="http://schemas.microsoft.com/office/drawing/2014/main" id="{BAF03CFE-E042-7B35-CC47-6BA06F934DE7}"/>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FA6E25BA-6E61-AF10-E3E5-27C660E86E12}"/>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114110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6C98C36-AA09-E1DC-E63E-A6104E413C43}"/>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58CDEA53-5198-B4BC-0EA6-8A1326D5BD2F}"/>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6</a:t>
            </a:fld>
            <a:endParaRPr lang="en-US" altLang="en-US">
              <a:solidFill>
                <a:srgbClr val="000000"/>
              </a:solidFill>
            </a:endParaRPr>
          </a:p>
        </p:txBody>
      </p:sp>
      <p:sp>
        <p:nvSpPr>
          <p:cNvPr id="51203" name="Text Box 1">
            <a:extLst>
              <a:ext uri="{FF2B5EF4-FFF2-40B4-BE49-F238E27FC236}">
                <a16:creationId xmlns:a16="http://schemas.microsoft.com/office/drawing/2014/main" id="{0DEBF2A3-96C1-E10E-A8FC-8AEDFA78DB99}"/>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6</a:t>
            </a:fld>
            <a:endParaRPr lang="en-US" altLang="en-US">
              <a:solidFill>
                <a:srgbClr val="000000"/>
              </a:solidFill>
            </a:endParaRPr>
          </a:p>
        </p:txBody>
      </p:sp>
      <p:sp>
        <p:nvSpPr>
          <p:cNvPr id="51204" name="Rectangle 2">
            <a:extLst>
              <a:ext uri="{FF2B5EF4-FFF2-40B4-BE49-F238E27FC236}">
                <a16:creationId xmlns:a16="http://schemas.microsoft.com/office/drawing/2014/main" id="{332811FC-1C7E-D2FB-A017-2482F42A7D3B}"/>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FC4AEB11-E719-7757-6C19-ED619DC89856}"/>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4488420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49A9D44-37D9-ED99-09EF-129B9993ABC2}"/>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B9F66B32-C6FD-1607-7D13-1E28B6B4994E}"/>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7</a:t>
            </a:fld>
            <a:endParaRPr lang="en-US" altLang="en-US">
              <a:solidFill>
                <a:srgbClr val="000000"/>
              </a:solidFill>
            </a:endParaRPr>
          </a:p>
        </p:txBody>
      </p:sp>
      <p:sp>
        <p:nvSpPr>
          <p:cNvPr id="51203" name="Text Box 1">
            <a:extLst>
              <a:ext uri="{FF2B5EF4-FFF2-40B4-BE49-F238E27FC236}">
                <a16:creationId xmlns:a16="http://schemas.microsoft.com/office/drawing/2014/main" id="{F4377802-992E-635C-AADB-9DA2CF59079F}"/>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7</a:t>
            </a:fld>
            <a:endParaRPr lang="en-US" altLang="en-US">
              <a:solidFill>
                <a:srgbClr val="000000"/>
              </a:solidFill>
            </a:endParaRPr>
          </a:p>
        </p:txBody>
      </p:sp>
      <p:sp>
        <p:nvSpPr>
          <p:cNvPr id="51204" name="Rectangle 2">
            <a:extLst>
              <a:ext uri="{FF2B5EF4-FFF2-40B4-BE49-F238E27FC236}">
                <a16:creationId xmlns:a16="http://schemas.microsoft.com/office/drawing/2014/main" id="{BA6340DA-AF73-83F2-6E47-74754A2AD9F4}"/>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8D54B8C0-0A0D-11FF-4495-94A31201674F}"/>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9913202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6837FFB-8074-C8EE-56A0-55EF5A7366D9}"/>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CFFC9FB4-D8F4-6B28-E5EC-AB1F807D6441}"/>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8</a:t>
            </a:fld>
            <a:endParaRPr lang="en-US" altLang="en-US">
              <a:solidFill>
                <a:srgbClr val="000000"/>
              </a:solidFill>
            </a:endParaRPr>
          </a:p>
        </p:txBody>
      </p:sp>
      <p:sp>
        <p:nvSpPr>
          <p:cNvPr id="51203" name="Text Box 1">
            <a:extLst>
              <a:ext uri="{FF2B5EF4-FFF2-40B4-BE49-F238E27FC236}">
                <a16:creationId xmlns:a16="http://schemas.microsoft.com/office/drawing/2014/main" id="{8DC9DDE4-D35E-1AE4-327F-295E47A40C11}"/>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8</a:t>
            </a:fld>
            <a:endParaRPr lang="en-US" altLang="en-US">
              <a:solidFill>
                <a:srgbClr val="000000"/>
              </a:solidFill>
            </a:endParaRPr>
          </a:p>
        </p:txBody>
      </p:sp>
      <p:sp>
        <p:nvSpPr>
          <p:cNvPr id="51204" name="Rectangle 2">
            <a:extLst>
              <a:ext uri="{FF2B5EF4-FFF2-40B4-BE49-F238E27FC236}">
                <a16:creationId xmlns:a16="http://schemas.microsoft.com/office/drawing/2014/main" id="{A6C404E9-A65A-04C7-4522-B8A7D97055AF}"/>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1F4619AD-2046-2922-A3CD-C20DCF44774D}"/>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3378226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D80B91B-C3BA-1132-1648-DEAD565DB5C4}"/>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3EA0CA7D-7F0C-6795-F516-2C2F3D35D26D}"/>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9</a:t>
            </a:fld>
            <a:endParaRPr lang="en-US" altLang="en-US">
              <a:solidFill>
                <a:srgbClr val="000000"/>
              </a:solidFill>
            </a:endParaRPr>
          </a:p>
        </p:txBody>
      </p:sp>
      <p:sp>
        <p:nvSpPr>
          <p:cNvPr id="51203" name="Text Box 1">
            <a:extLst>
              <a:ext uri="{FF2B5EF4-FFF2-40B4-BE49-F238E27FC236}">
                <a16:creationId xmlns:a16="http://schemas.microsoft.com/office/drawing/2014/main" id="{013BB42D-B503-E0C6-60A7-7BDEF43560FB}"/>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9</a:t>
            </a:fld>
            <a:endParaRPr lang="en-US" altLang="en-US">
              <a:solidFill>
                <a:srgbClr val="000000"/>
              </a:solidFill>
            </a:endParaRPr>
          </a:p>
        </p:txBody>
      </p:sp>
      <p:sp>
        <p:nvSpPr>
          <p:cNvPr id="51204" name="Rectangle 2">
            <a:extLst>
              <a:ext uri="{FF2B5EF4-FFF2-40B4-BE49-F238E27FC236}">
                <a16:creationId xmlns:a16="http://schemas.microsoft.com/office/drawing/2014/main" id="{79282A42-33E6-9A80-A627-26F2A62B06C7}"/>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E3C2D374-AE23-86D7-E2BD-D9D4083EBB5E}"/>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929865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FA4ED5A-EC0D-33F4-AFCD-3ED4BB87D426}"/>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BCBE5D6C-A920-1246-8250-7EF5CAAE4B94}"/>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10</a:t>
            </a:fld>
            <a:endParaRPr lang="en-US" altLang="en-US">
              <a:solidFill>
                <a:srgbClr val="000000"/>
              </a:solidFill>
            </a:endParaRPr>
          </a:p>
        </p:txBody>
      </p:sp>
      <p:sp>
        <p:nvSpPr>
          <p:cNvPr id="51203" name="Text Box 1">
            <a:extLst>
              <a:ext uri="{FF2B5EF4-FFF2-40B4-BE49-F238E27FC236}">
                <a16:creationId xmlns:a16="http://schemas.microsoft.com/office/drawing/2014/main" id="{0C7D7FA3-863C-E152-CC1E-32DC1FB64FA2}"/>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10</a:t>
            </a:fld>
            <a:endParaRPr lang="en-US" altLang="en-US">
              <a:solidFill>
                <a:srgbClr val="000000"/>
              </a:solidFill>
            </a:endParaRPr>
          </a:p>
        </p:txBody>
      </p:sp>
      <p:sp>
        <p:nvSpPr>
          <p:cNvPr id="51204" name="Rectangle 2">
            <a:extLst>
              <a:ext uri="{FF2B5EF4-FFF2-40B4-BE49-F238E27FC236}">
                <a16:creationId xmlns:a16="http://schemas.microsoft.com/office/drawing/2014/main" id="{C4A7E62B-DF6A-9795-A184-135F1DADAB50}"/>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2A1042AC-17DD-5783-A442-4640AA420DDA}"/>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288646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C65EDDE-7956-9E25-9B99-368EDB6337CE}"/>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9E8DF885-D345-BEB6-5E62-BB97F7A552A9}"/>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11</a:t>
            </a:fld>
            <a:endParaRPr lang="en-US" altLang="en-US">
              <a:solidFill>
                <a:srgbClr val="000000"/>
              </a:solidFill>
            </a:endParaRPr>
          </a:p>
        </p:txBody>
      </p:sp>
      <p:sp>
        <p:nvSpPr>
          <p:cNvPr id="51203" name="Text Box 1">
            <a:extLst>
              <a:ext uri="{FF2B5EF4-FFF2-40B4-BE49-F238E27FC236}">
                <a16:creationId xmlns:a16="http://schemas.microsoft.com/office/drawing/2014/main" id="{6A203640-3477-5393-FF43-95CF4F83C9F2}"/>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11</a:t>
            </a:fld>
            <a:endParaRPr lang="en-US" altLang="en-US">
              <a:solidFill>
                <a:srgbClr val="000000"/>
              </a:solidFill>
            </a:endParaRPr>
          </a:p>
        </p:txBody>
      </p:sp>
      <p:sp>
        <p:nvSpPr>
          <p:cNvPr id="51204" name="Rectangle 2">
            <a:extLst>
              <a:ext uri="{FF2B5EF4-FFF2-40B4-BE49-F238E27FC236}">
                <a16:creationId xmlns:a16="http://schemas.microsoft.com/office/drawing/2014/main" id="{FD910EF3-41D0-2415-3BE5-8733A2C8E481}"/>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EFBC79DE-A553-7C23-848B-2EE221938A8B}"/>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7574996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4776BA3-C1C5-070C-AC65-07B29C92F74D}"/>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2289F6C5-A63E-BBE5-437B-BD367427C52C}"/>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12</a:t>
            </a:fld>
            <a:endParaRPr lang="en-US" altLang="en-US">
              <a:solidFill>
                <a:srgbClr val="000000"/>
              </a:solidFill>
            </a:endParaRPr>
          </a:p>
        </p:txBody>
      </p:sp>
      <p:sp>
        <p:nvSpPr>
          <p:cNvPr id="51203" name="Text Box 1">
            <a:extLst>
              <a:ext uri="{FF2B5EF4-FFF2-40B4-BE49-F238E27FC236}">
                <a16:creationId xmlns:a16="http://schemas.microsoft.com/office/drawing/2014/main" id="{2D184DD0-98AB-AE5E-0E4C-2AC7218EA94A}"/>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12</a:t>
            </a:fld>
            <a:endParaRPr lang="en-US" altLang="en-US">
              <a:solidFill>
                <a:srgbClr val="000000"/>
              </a:solidFill>
            </a:endParaRPr>
          </a:p>
        </p:txBody>
      </p:sp>
      <p:sp>
        <p:nvSpPr>
          <p:cNvPr id="51204" name="Rectangle 2">
            <a:extLst>
              <a:ext uri="{FF2B5EF4-FFF2-40B4-BE49-F238E27FC236}">
                <a16:creationId xmlns:a16="http://schemas.microsoft.com/office/drawing/2014/main" id="{48FAFACE-EF9E-9743-69C5-8D2EC1DD4697}"/>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4CEA7605-133C-6980-15C9-D9C4757D6648}"/>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6426666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A0EE480-EC6A-CFFB-AAB3-CF088B862409}"/>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5C910C48-8B8A-9924-AAFF-8883E3D62576}"/>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13</a:t>
            </a:fld>
            <a:endParaRPr lang="en-US" altLang="en-US">
              <a:solidFill>
                <a:srgbClr val="000000"/>
              </a:solidFill>
            </a:endParaRPr>
          </a:p>
        </p:txBody>
      </p:sp>
      <p:sp>
        <p:nvSpPr>
          <p:cNvPr id="51203" name="Text Box 1">
            <a:extLst>
              <a:ext uri="{FF2B5EF4-FFF2-40B4-BE49-F238E27FC236}">
                <a16:creationId xmlns:a16="http://schemas.microsoft.com/office/drawing/2014/main" id="{561A4BD4-E342-ADE4-55B2-231A3E307011}"/>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13</a:t>
            </a:fld>
            <a:endParaRPr lang="en-US" altLang="en-US">
              <a:solidFill>
                <a:srgbClr val="000000"/>
              </a:solidFill>
            </a:endParaRPr>
          </a:p>
        </p:txBody>
      </p:sp>
      <p:sp>
        <p:nvSpPr>
          <p:cNvPr id="51204" name="Rectangle 2">
            <a:extLst>
              <a:ext uri="{FF2B5EF4-FFF2-40B4-BE49-F238E27FC236}">
                <a16:creationId xmlns:a16="http://schemas.microsoft.com/office/drawing/2014/main" id="{306B2919-9157-79ED-494B-E29F800D9DD9}"/>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ECD78807-F3CD-77EF-25BD-7D3BDB82E657}"/>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9441293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31521D2-C4A3-CB63-63F3-0B9DA95091A8}"/>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E2028568-0C93-248B-908C-F6CE407A2877}"/>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14</a:t>
            </a:fld>
            <a:endParaRPr lang="en-US" altLang="en-US">
              <a:solidFill>
                <a:srgbClr val="000000"/>
              </a:solidFill>
            </a:endParaRPr>
          </a:p>
        </p:txBody>
      </p:sp>
      <p:sp>
        <p:nvSpPr>
          <p:cNvPr id="51203" name="Text Box 1">
            <a:extLst>
              <a:ext uri="{FF2B5EF4-FFF2-40B4-BE49-F238E27FC236}">
                <a16:creationId xmlns:a16="http://schemas.microsoft.com/office/drawing/2014/main" id="{8B16C8C3-3B9D-E5B0-F549-E38FF105C564}"/>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14</a:t>
            </a:fld>
            <a:endParaRPr lang="en-US" altLang="en-US">
              <a:solidFill>
                <a:srgbClr val="000000"/>
              </a:solidFill>
            </a:endParaRPr>
          </a:p>
        </p:txBody>
      </p:sp>
      <p:sp>
        <p:nvSpPr>
          <p:cNvPr id="51204" name="Rectangle 2">
            <a:extLst>
              <a:ext uri="{FF2B5EF4-FFF2-40B4-BE49-F238E27FC236}">
                <a16:creationId xmlns:a16="http://schemas.microsoft.com/office/drawing/2014/main" id="{E509DBB3-04E6-3A56-BB43-742993BC5BC1}"/>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BD0D4843-196C-FE87-5B3B-5D33EAED9E27}"/>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7155597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D0833AC-6F43-2234-1846-1DC67AFA5A4E}"/>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E61ACB1C-B08F-FB68-0B30-5754EC157E9E}"/>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15</a:t>
            </a:fld>
            <a:endParaRPr lang="en-US" altLang="en-US">
              <a:solidFill>
                <a:srgbClr val="000000"/>
              </a:solidFill>
            </a:endParaRPr>
          </a:p>
        </p:txBody>
      </p:sp>
      <p:sp>
        <p:nvSpPr>
          <p:cNvPr id="51203" name="Text Box 1">
            <a:extLst>
              <a:ext uri="{FF2B5EF4-FFF2-40B4-BE49-F238E27FC236}">
                <a16:creationId xmlns:a16="http://schemas.microsoft.com/office/drawing/2014/main" id="{8BEC8B0E-0FDD-8E82-5DCC-7D7ADDFF6790}"/>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15</a:t>
            </a:fld>
            <a:endParaRPr lang="en-US" altLang="en-US">
              <a:solidFill>
                <a:srgbClr val="000000"/>
              </a:solidFill>
            </a:endParaRPr>
          </a:p>
        </p:txBody>
      </p:sp>
      <p:sp>
        <p:nvSpPr>
          <p:cNvPr id="51204" name="Rectangle 2">
            <a:extLst>
              <a:ext uri="{FF2B5EF4-FFF2-40B4-BE49-F238E27FC236}">
                <a16:creationId xmlns:a16="http://schemas.microsoft.com/office/drawing/2014/main" id="{7B34320F-5EC0-09F4-4D6C-B301BAF907DC}"/>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D1C808F3-78CD-35D5-B84F-D8EBC0F41B16}"/>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1560228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CDB16FA-E4C7-B910-E3EF-81547E7EC8AF}"/>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08E50505-7551-3416-15EC-FA0630EB8CF9}"/>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16</a:t>
            </a:fld>
            <a:endParaRPr lang="en-US" altLang="en-US">
              <a:solidFill>
                <a:srgbClr val="000000"/>
              </a:solidFill>
            </a:endParaRPr>
          </a:p>
        </p:txBody>
      </p:sp>
      <p:sp>
        <p:nvSpPr>
          <p:cNvPr id="51203" name="Text Box 1">
            <a:extLst>
              <a:ext uri="{FF2B5EF4-FFF2-40B4-BE49-F238E27FC236}">
                <a16:creationId xmlns:a16="http://schemas.microsoft.com/office/drawing/2014/main" id="{EC3AB882-A803-A83A-7500-5355B6B62624}"/>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16</a:t>
            </a:fld>
            <a:endParaRPr lang="en-US" altLang="en-US">
              <a:solidFill>
                <a:srgbClr val="000000"/>
              </a:solidFill>
            </a:endParaRPr>
          </a:p>
        </p:txBody>
      </p:sp>
      <p:sp>
        <p:nvSpPr>
          <p:cNvPr id="51204" name="Rectangle 2">
            <a:extLst>
              <a:ext uri="{FF2B5EF4-FFF2-40B4-BE49-F238E27FC236}">
                <a16:creationId xmlns:a16="http://schemas.microsoft.com/office/drawing/2014/main" id="{B65275EA-B813-81B5-7273-590FD76EEBA5}"/>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3369E246-F250-97D2-EA1E-F7073520D990}"/>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9406594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5F549DC-E931-6ED1-140E-271D49C4D3EC}"/>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9265E09C-00E9-BA60-62A0-7977768F6307}"/>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17</a:t>
            </a:fld>
            <a:endParaRPr lang="en-US" altLang="en-US">
              <a:solidFill>
                <a:srgbClr val="000000"/>
              </a:solidFill>
            </a:endParaRPr>
          </a:p>
        </p:txBody>
      </p:sp>
      <p:sp>
        <p:nvSpPr>
          <p:cNvPr id="51203" name="Text Box 1">
            <a:extLst>
              <a:ext uri="{FF2B5EF4-FFF2-40B4-BE49-F238E27FC236}">
                <a16:creationId xmlns:a16="http://schemas.microsoft.com/office/drawing/2014/main" id="{E5B87646-7972-7B64-2DFA-637F2B9CCDFB}"/>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17</a:t>
            </a:fld>
            <a:endParaRPr lang="en-US" altLang="en-US">
              <a:solidFill>
                <a:srgbClr val="000000"/>
              </a:solidFill>
            </a:endParaRPr>
          </a:p>
        </p:txBody>
      </p:sp>
      <p:sp>
        <p:nvSpPr>
          <p:cNvPr id="51204" name="Rectangle 2">
            <a:extLst>
              <a:ext uri="{FF2B5EF4-FFF2-40B4-BE49-F238E27FC236}">
                <a16:creationId xmlns:a16="http://schemas.microsoft.com/office/drawing/2014/main" id="{75DBDC0B-DA29-F379-E1E0-A4A7315B535F}"/>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1332F570-990B-1EF7-3111-7C239159B87F}"/>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033355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6FA1D2B-0409-A613-5558-1B241401F8DD}"/>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E5459A4C-BB01-A903-0C16-C693CD704C55}"/>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18</a:t>
            </a:fld>
            <a:endParaRPr lang="en-US" altLang="en-US">
              <a:solidFill>
                <a:srgbClr val="000000"/>
              </a:solidFill>
            </a:endParaRPr>
          </a:p>
        </p:txBody>
      </p:sp>
      <p:sp>
        <p:nvSpPr>
          <p:cNvPr id="51203" name="Text Box 1">
            <a:extLst>
              <a:ext uri="{FF2B5EF4-FFF2-40B4-BE49-F238E27FC236}">
                <a16:creationId xmlns:a16="http://schemas.microsoft.com/office/drawing/2014/main" id="{EE59BD22-5DCD-E790-0DBF-1FDD83ABD1BA}"/>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18</a:t>
            </a:fld>
            <a:endParaRPr lang="en-US" altLang="en-US">
              <a:solidFill>
                <a:srgbClr val="000000"/>
              </a:solidFill>
            </a:endParaRPr>
          </a:p>
        </p:txBody>
      </p:sp>
      <p:sp>
        <p:nvSpPr>
          <p:cNvPr id="51204" name="Rectangle 2">
            <a:extLst>
              <a:ext uri="{FF2B5EF4-FFF2-40B4-BE49-F238E27FC236}">
                <a16:creationId xmlns:a16="http://schemas.microsoft.com/office/drawing/2014/main" id="{BCF69D3D-5226-6E75-E0F0-88C9ABBE6DE2}"/>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9D5B9EF5-BE08-271C-DDBB-C525B902352D}"/>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7252058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A66B867-DD94-D39D-ECFE-90EE727AEDDD}"/>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F1D39A8E-5572-2B37-0C6C-092389F624AA}"/>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19</a:t>
            </a:fld>
            <a:endParaRPr lang="en-US" altLang="en-US">
              <a:solidFill>
                <a:srgbClr val="000000"/>
              </a:solidFill>
            </a:endParaRPr>
          </a:p>
        </p:txBody>
      </p:sp>
      <p:sp>
        <p:nvSpPr>
          <p:cNvPr id="51203" name="Text Box 1">
            <a:extLst>
              <a:ext uri="{FF2B5EF4-FFF2-40B4-BE49-F238E27FC236}">
                <a16:creationId xmlns:a16="http://schemas.microsoft.com/office/drawing/2014/main" id="{4313B722-8023-59CD-A499-EF63E7AEF4C7}"/>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19</a:t>
            </a:fld>
            <a:endParaRPr lang="en-US" altLang="en-US">
              <a:solidFill>
                <a:srgbClr val="000000"/>
              </a:solidFill>
            </a:endParaRPr>
          </a:p>
        </p:txBody>
      </p:sp>
      <p:sp>
        <p:nvSpPr>
          <p:cNvPr id="51204" name="Rectangle 2">
            <a:extLst>
              <a:ext uri="{FF2B5EF4-FFF2-40B4-BE49-F238E27FC236}">
                <a16:creationId xmlns:a16="http://schemas.microsoft.com/office/drawing/2014/main" id="{44DE3D33-FE01-B17A-3791-D677EF7D0554}"/>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83D1B86B-B722-47B9-650C-0BBC10D9CD13}"/>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9477693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D01562C-914D-E99B-3600-9EAF33D7F860}"/>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2B197EDA-EF0D-AA15-93DE-3184B029A047}"/>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20</a:t>
            </a:fld>
            <a:endParaRPr lang="en-US" altLang="en-US">
              <a:solidFill>
                <a:srgbClr val="000000"/>
              </a:solidFill>
            </a:endParaRPr>
          </a:p>
        </p:txBody>
      </p:sp>
      <p:sp>
        <p:nvSpPr>
          <p:cNvPr id="51203" name="Text Box 1">
            <a:extLst>
              <a:ext uri="{FF2B5EF4-FFF2-40B4-BE49-F238E27FC236}">
                <a16:creationId xmlns:a16="http://schemas.microsoft.com/office/drawing/2014/main" id="{C6746053-3696-B937-3A41-C6AE41517AB7}"/>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20</a:t>
            </a:fld>
            <a:endParaRPr lang="en-US" altLang="en-US">
              <a:solidFill>
                <a:srgbClr val="000000"/>
              </a:solidFill>
            </a:endParaRPr>
          </a:p>
        </p:txBody>
      </p:sp>
      <p:sp>
        <p:nvSpPr>
          <p:cNvPr id="51204" name="Rectangle 2">
            <a:extLst>
              <a:ext uri="{FF2B5EF4-FFF2-40B4-BE49-F238E27FC236}">
                <a16:creationId xmlns:a16="http://schemas.microsoft.com/office/drawing/2014/main" id="{5886EAD0-2EF2-DB67-A0F9-452307E8C139}"/>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72219DED-4FA9-D8B4-12F2-58D52A56620E}"/>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299843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BFA6DC9-372D-1C24-729F-FAB002D739FF}"/>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4EFFF779-F211-1D7B-C403-0E864EB3DD79}"/>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21</a:t>
            </a:fld>
            <a:endParaRPr lang="en-US" altLang="en-US">
              <a:solidFill>
                <a:srgbClr val="000000"/>
              </a:solidFill>
            </a:endParaRPr>
          </a:p>
        </p:txBody>
      </p:sp>
      <p:sp>
        <p:nvSpPr>
          <p:cNvPr id="51203" name="Text Box 1">
            <a:extLst>
              <a:ext uri="{FF2B5EF4-FFF2-40B4-BE49-F238E27FC236}">
                <a16:creationId xmlns:a16="http://schemas.microsoft.com/office/drawing/2014/main" id="{9E0E8505-D2F9-5BF0-D652-7EDD05F2A523}"/>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21</a:t>
            </a:fld>
            <a:endParaRPr lang="en-US" altLang="en-US">
              <a:solidFill>
                <a:srgbClr val="000000"/>
              </a:solidFill>
            </a:endParaRPr>
          </a:p>
        </p:txBody>
      </p:sp>
      <p:sp>
        <p:nvSpPr>
          <p:cNvPr id="51204" name="Rectangle 2">
            <a:extLst>
              <a:ext uri="{FF2B5EF4-FFF2-40B4-BE49-F238E27FC236}">
                <a16:creationId xmlns:a16="http://schemas.microsoft.com/office/drawing/2014/main" id="{2E719F64-AA9A-95DB-31D0-31913B88343C}"/>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F950DF4C-A3B7-3551-8BB1-59CAC54D5C1D}"/>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6908798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F4CE3E7-483A-DE41-1DE5-5137624BF0FA}"/>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A7A1B16F-F9DB-5DAA-14A0-80549B6DF6B0}"/>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22</a:t>
            </a:fld>
            <a:endParaRPr lang="en-US" altLang="en-US">
              <a:solidFill>
                <a:srgbClr val="000000"/>
              </a:solidFill>
            </a:endParaRPr>
          </a:p>
        </p:txBody>
      </p:sp>
      <p:sp>
        <p:nvSpPr>
          <p:cNvPr id="51203" name="Text Box 1">
            <a:extLst>
              <a:ext uri="{FF2B5EF4-FFF2-40B4-BE49-F238E27FC236}">
                <a16:creationId xmlns:a16="http://schemas.microsoft.com/office/drawing/2014/main" id="{E84DA95E-CDDB-9FBE-DC3D-279DE7821872}"/>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22</a:t>
            </a:fld>
            <a:endParaRPr lang="en-US" altLang="en-US">
              <a:solidFill>
                <a:srgbClr val="000000"/>
              </a:solidFill>
            </a:endParaRPr>
          </a:p>
        </p:txBody>
      </p:sp>
      <p:sp>
        <p:nvSpPr>
          <p:cNvPr id="51204" name="Rectangle 2">
            <a:extLst>
              <a:ext uri="{FF2B5EF4-FFF2-40B4-BE49-F238E27FC236}">
                <a16:creationId xmlns:a16="http://schemas.microsoft.com/office/drawing/2014/main" id="{EC0D906D-970F-B95E-F5BC-EDD1049FB308}"/>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91CC324B-9DBE-0534-5B7F-FBFDB5F4EE37}"/>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5268930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5806771-594A-B6A0-4946-D2151735C9BA}"/>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06DC2625-64C1-999E-E8B1-BFF6B849F2E5}"/>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23</a:t>
            </a:fld>
            <a:endParaRPr lang="en-US" altLang="en-US">
              <a:solidFill>
                <a:srgbClr val="000000"/>
              </a:solidFill>
            </a:endParaRPr>
          </a:p>
        </p:txBody>
      </p:sp>
      <p:sp>
        <p:nvSpPr>
          <p:cNvPr id="51203" name="Text Box 1">
            <a:extLst>
              <a:ext uri="{FF2B5EF4-FFF2-40B4-BE49-F238E27FC236}">
                <a16:creationId xmlns:a16="http://schemas.microsoft.com/office/drawing/2014/main" id="{E818B19A-1C62-10E1-894D-D74141AAD6D3}"/>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23</a:t>
            </a:fld>
            <a:endParaRPr lang="en-US" altLang="en-US">
              <a:solidFill>
                <a:srgbClr val="000000"/>
              </a:solidFill>
            </a:endParaRPr>
          </a:p>
        </p:txBody>
      </p:sp>
      <p:sp>
        <p:nvSpPr>
          <p:cNvPr id="51204" name="Rectangle 2">
            <a:extLst>
              <a:ext uri="{FF2B5EF4-FFF2-40B4-BE49-F238E27FC236}">
                <a16:creationId xmlns:a16="http://schemas.microsoft.com/office/drawing/2014/main" id="{588E15DF-A868-C7D1-95F3-0207DE24C344}"/>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2C9FCDCB-1B21-BBFA-1EA5-2234FE3B822C}"/>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0098337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E2E2E28-6ED2-E4DA-3844-8B92E67BD416}"/>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4F79E9A6-E2CA-43E6-4575-4C99D07B3E55}"/>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24</a:t>
            </a:fld>
            <a:endParaRPr lang="en-US" altLang="en-US">
              <a:solidFill>
                <a:srgbClr val="000000"/>
              </a:solidFill>
            </a:endParaRPr>
          </a:p>
        </p:txBody>
      </p:sp>
      <p:sp>
        <p:nvSpPr>
          <p:cNvPr id="51203" name="Text Box 1">
            <a:extLst>
              <a:ext uri="{FF2B5EF4-FFF2-40B4-BE49-F238E27FC236}">
                <a16:creationId xmlns:a16="http://schemas.microsoft.com/office/drawing/2014/main" id="{2650CE47-073E-C976-874C-0670FC0DC992}"/>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24</a:t>
            </a:fld>
            <a:endParaRPr lang="en-US" altLang="en-US">
              <a:solidFill>
                <a:srgbClr val="000000"/>
              </a:solidFill>
            </a:endParaRPr>
          </a:p>
        </p:txBody>
      </p:sp>
      <p:sp>
        <p:nvSpPr>
          <p:cNvPr id="51204" name="Rectangle 2">
            <a:extLst>
              <a:ext uri="{FF2B5EF4-FFF2-40B4-BE49-F238E27FC236}">
                <a16:creationId xmlns:a16="http://schemas.microsoft.com/office/drawing/2014/main" id="{456B74BE-BC72-ED05-7A4C-A9F7E100E978}"/>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BEA59D56-170D-0F4B-B1D2-74F249606A88}"/>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5750903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AE95C64-F782-E5F1-2C34-BD9751098189}"/>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BB2CB324-3A6D-A4BF-45AE-CF22D5004D46}"/>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25</a:t>
            </a:fld>
            <a:endParaRPr lang="en-US" altLang="en-US">
              <a:solidFill>
                <a:srgbClr val="000000"/>
              </a:solidFill>
            </a:endParaRPr>
          </a:p>
        </p:txBody>
      </p:sp>
      <p:sp>
        <p:nvSpPr>
          <p:cNvPr id="51203" name="Text Box 1">
            <a:extLst>
              <a:ext uri="{FF2B5EF4-FFF2-40B4-BE49-F238E27FC236}">
                <a16:creationId xmlns:a16="http://schemas.microsoft.com/office/drawing/2014/main" id="{A984BA7B-E5A8-A8FF-E391-ED0155D54262}"/>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25</a:t>
            </a:fld>
            <a:endParaRPr lang="en-US" altLang="en-US">
              <a:solidFill>
                <a:srgbClr val="000000"/>
              </a:solidFill>
            </a:endParaRPr>
          </a:p>
        </p:txBody>
      </p:sp>
      <p:sp>
        <p:nvSpPr>
          <p:cNvPr id="51204" name="Rectangle 2">
            <a:extLst>
              <a:ext uri="{FF2B5EF4-FFF2-40B4-BE49-F238E27FC236}">
                <a16:creationId xmlns:a16="http://schemas.microsoft.com/office/drawing/2014/main" id="{E52AF543-43F9-2BE9-17F7-8A23FB16B077}"/>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11EE9CDD-1685-5C5B-2418-C6D764AD0C5D}"/>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1443133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55C8FA9-57DD-06D8-F989-C8164DC9E45B}"/>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D7A187C0-1D61-8E2C-019E-450CE4983BFD}"/>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26</a:t>
            </a:fld>
            <a:endParaRPr lang="en-US" altLang="en-US">
              <a:solidFill>
                <a:srgbClr val="000000"/>
              </a:solidFill>
            </a:endParaRPr>
          </a:p>
        </p:txBody>
      </p:sp>
      <p:sp>
        <p:nvSpPr>
          <p:cNvPr id="51203" name="Text Box 1">
            <a:extLst>
              <a:ext uri="{FF2B5EF4-FFF2-40B4-BE49-F238E27FC236}">
                <a16:creationId xmlns:a16="http://schemas.microsoft.com/office/drawing/2014/main" id="{57D50F8E-4C5A-5F20-D0DD-1963F3D3A8EC}"/>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26</a:t>
            </a:fld>
            <a:endParaRPr lang="en-US" altLang="en-US">
              <a:solidFill>
                <a:srgbClr val="000000"/>
              </a:solidFill>
            </a:endParaRPr>
          </a:p>
        </p:txBody>
      </p:sp>
      <p:sp>
        <p:nvSpPr>
          <p:cNvPr id="51204" name="Rectangle 2">
            <a:extLst>
              <a:ext uri="{FF2B5EF4-FFF2-40B4-BE49-F238E27FC236}">
                <a16:creationId xmlns:a16="http://schemas.microsoft.com/office/drawing/2014/main" id="{2D380504-48A6-8FEF-C2B4-F53341721567}"/>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DF47900F-02DD-646F-1B7E-29B9D882203E}"/>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0351731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0DDFFC0-3397-866F-4626-65B87271C30E}"/>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4E9C2575-2722-1E62-9D9B-C80F297C520F}"/>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27</a:t>
            </a:fld>
            <a:endParaRPr lang="en-US" altLang="en-US">
              <a:solidFill>
                <a:srgbClr val="000000"/>
              </a:solidFill>
            </a:endParaRPr>
          </a:p>
        </p:txBody>
      </p:sp>
      <p:sp>
        <p:nvSpPr>
          <p:cNvPr id="51203" name="Text Box 1">
            <a:extLst>
              <a:ext uri="{FF2B5EF4-FFF2-40B4-BE49-F238E27FC236}">
                <a16:creationId xmlns:a16="http://schemas.microsoft.com/office/drawing/2014/main" id="{F07C137E-4EFD-1AB7-10D1-B8BFC15E1ACF}"/>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27</a:t>
            </a:fld>
            <a:endParaRPr lang="en-US" altLang="en-US">
              <a:solidFill>
                <a:srgbClr val="000000"/>
              </a:solidFill>
            </a:endParaRPr>
          </a:p>
        </p:txBody>
      </p:sp>
      <p:sp>
        <p:nvSpPr>
          <p:cNvPr id="51204" name="Rectangle 2">
            <a:extLst>
              <a:ext uri="{FF2B5EF4-FFF2-40B4-BE49-F238E27FC236}">
                <a16:creationId xmlns:a16="http://schemas.microsoft.com/office/drawing/2014/main" id="{9B0790F8-2B36-D0CE-DFFA-87278C5C8B3C}"/>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606DEAB4-B469-A691-FFB1-514A77200C5D}"/>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8440331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9192A6A-A7DB-7174-4A0E-3E26FBA1AA83}"/>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DCBA207E-C7B8-20CA-0873-F0BD511CC5F7}"/>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28</a:t>
            </a:fld>
            <a:endParaRPr lang="en-US" altLang="en-US">
              <a:solidFill>
                <a:srgbClr val="000000"/>
              </a:solidFill>
            </a:endParaRPr>
          </a:p>
        </p:txBody>
      </p:sp>
      <p:sp>
        <p:nvSpPr>
          <p:cNvPr id="51203" name="Text Box 1">
            <a:extLst>
              <a:ext uri="{FF2B5EF4-FFF2-40B4-BE49-F238E27FC236}">
                <a16:creationId xmlns:a16="http://schemas.microsoft.com/office/drawing/2014/main" id="{37BD5448-8042-8527-BF91-DF3B5BC0AAF1}"/>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28</a:t>
            </a:fld>
            <a:endParaRPr lang="en-US" altLang="en-US">
              <a:solidFill>
                <a:srgbClr val="000000"/>
              </a:solidFill>
            </a:endParaRPr>
          </a:p>
        </p:txBody>
      </p:sp>
      <p:sp>
        <p:nvSpPr>
          <p:cNvPr id="51204" name="Rectangle 2">
            <a:extLst>
              <a:ext uri="{FF2B5EF4-FFF2-40B4-BE49-F238E27FC236}">
                <a16:creationId xmlns:a16="http://schemas.microsoft.com/office/drawing/2014/main" id="{0BB87D77-1152-A9CB-D7C5-7D6DC96FA5B1}"/>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41783C0B-4A42-D7F2-833E-796A712DE459}"/>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039279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78ACB1E-FFE1-214E-8641-597F50E1D398}"/>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016DB116-A60A-F4B7-0AB0-49A9E4D54846}"/>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29</a:t>
            </a:fld>
            <a:endParaRPr lang="en-US" altLang="en-US">
              <a:solidFill>
                <a:srgbClr val="000000"/>
              </a:solidFill>
            </a:endParaRPr>
          </a:p>
        </p:txBody>
      </p:sp>
      <p:sp>
        <p:nvSpPr>
          <p:cNvPr id="51203" name="Text Box 1">
            <a:extLst>
              <a:ext uri="{FF2B5EF4-FFF2-40B4-BE49-F238E27FC236}">
                <a16:creationId xmlns:a16="http://schemas.microsoft.com/office/drawing/2014/main" id="{E4A1BAB8-0732-A477-07C8-F4B5910A36D7}"/>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29</a:t>
            </a:fld>
            <a:endParaRPr lang="en-US" altLang="en-US">
              <a:solidFill>
                <a:srgbClr val="000000"/>
              </a:solidFill>
            </a:endParaRPr>
          </a:p>
        </p:txBody>
      </p:sp>
      <p:sp>
        <p:nvSpPr>
          <p:cNvPr id="51204" name="Rectangle 2">
            <a:extLst>
              <a:ext uri="{FF2B5EF4-FFF2-40B4-BE49-F238E27FC236}">
                <a16:creationId xmlns:a16="http://schemas.microsoft.com/office/drawing/2014/main" id="{4E81E168-BA4B-23B5-724A-E5DB6FEF594C}"/>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EAE39CF3-19B0-5DE0-F141-4F0464C32DA3}"/>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7384899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4BDB63B-CD9C-4D10-BF22-CC830A1A057A}"/>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864DED12-C286-23AC-D529-B553D3AC7B14}"/>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30</a:t>
            </a:fld>
            <a:endParaRPr lang="en-US" altLang="en-US">
              <a:solidFill>
                <a:srgbClr val="000000"/>
              </a:solidFill>
            </a:endParaRPr>
          </a:p>
        </p:txBody>
      </p:sp>
      <p:sp>
        <p:nvSpPr>
          <p:cNvPr id="51203" name="Text Box 1">
            <a:extLst>
              <a:ext uri="{FF2B5EF4-FFF2-40B4-BE49-F238E27FC236}">
                <a16:creationId xmlns:a16="http://schemas.microsoft.com/office/drawing/2014/main" id="{29101521-39D5-1D6A-27BB-8C00289015D8}"/>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30</a:t>
            </a:fld>
            <a:endParaRPr lang="en-US" altLang="en-US">
              <a:solidFill>
                <a:srgbClr val="000000"/>
              </a:solidFill>
            </a:endParaRPr>
          </a:p>
        </p:txBody>
      </p:sp>
      <p:sp>
        <p:nvSpPr>
          <p:cNvPr id="51204" name="Rectangle 2">
            <a:extLst>
              <a:ext uri="{FF2B5EF4-FFF2-40B4-BE49-F238E27FC236}">
                <a16:creationId xmlns:a16="http://schemas.microsoft.com/office/drawing/2014/main" id="{8B17E186-27B1-01B1-2746-8FC9320B94AD}"/>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583A6B11-4DED-3120-3F01-6299585B9605}"/>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61656624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C07D5F4-84EB-BD78-F2DF-8C28DEB63B4F}"/>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1B66E6F4-8BF7-3EDB-8656-5EE01BF87EB3}"/>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31</a:t>
            </a:fld>
            <a:endParaRPr lang="en-US" altLang="en-US">
              <a:solidFill>
                <a:srgbClr val="000000"/>
              </a:solidFill>
            </a:endParaRPr>
          </a:p>
        </p:txBody>
      </p:sp>
      <p:sp>
        <p:nvSpPr>
          <p:cNvPr id="51203" name="Text Box 1">
            <a:extLst>
              <a:ext uri="{FF2B5EF4-FFF2-40B4-BE49-F238E27FC236}">
                <a16:creationId xmlns:a16="http://schemas.microsoft.com/office/drawing/2014/main" id="{81A5A5B3-DA4C-8C85-B0A8-8A4A1753AF60}"/>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31</a:t>
            </a:fld>
            <a:endParaRPr lang="en-US" altLang="en-US">
              <a:solidFill>
                <a:srgbClr val="000000"/>
              </a:solidFill>
            </a:endParaRPr>
          </a:p>
        </p:txBody>
      </p:sp>
      <p:sp>
        <p:nvSpPr>
          <p:cNvPr id="51204" name="Rectangle 2">
            <a:extLst>
              <a:ext uri="{FF2B5EF4-FFF2-40B4-BE49-F238E27FC236}">
                <a16:creationId xmlns:a16="http://schemas.microsoft.com/office/drawing/2014/main" id="{E31CD362-3467-724B-9F17-09674294CBA1}"/>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6C37A36C-F939-F624-B245-71B7A2BA402F}"/>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0976321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5D18224-68DF-7933-3B3F-5BEE3D6533EF}"/>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028926EE-BAD9-1DA0-30F2-86CF13DC9AA8}"/>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32</a:t>
            </a:fld>
            <a:endParaRPr lang="en-US" altLang="en-US">
              <a:solidFill>
                <a:srgbClr val="000000"/>
              </a:solidFill>
            </a:endParaRPr>
          </a:p>
        </p:txBody>
      </p:sp>
      <p:sp>
        <p:nvSpPr>
          <p:cNvPr id="51203" name="Text Box 1">
            <a:extLst>
              <a:ext uri="{FF2B5EF4-FFF2-40B4-BE49-F238E27FC236}">
                <a16:creationId xmlns:a16="http://schemas.microsoft.com/office/drawing/2014/main" id="{AC82E096-F177-B30D-DF18-7A4ADA7737BC}"/>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32</a:t>
            </a:fld>
            <a:endParaRPr lang="en-US" altLang="en-US">
              <a:solidFill>
                <a:srgbClr val="000000"/>
              </a:solidFill>
            </a:endParaRPr>
          </a:p>
        </p:txBody>
      </p:sp>
      <p:sp>
        <p:nvSpPr>
          <p:cNvPr id="51204" name="Rectangle 2">
            <a:extLst>
              <a:ext uri="{FF2B5EF4-FFF2-40B4-BE49-F238E27FC236}">
                <a16:creationId xmlns:a16="http://schemas.microsoft.com/office/drawing/2014/main" id="{0759C922-A054-2E92-DE97-4A86D37F7780}"/>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91AC4939-CC04-B870-8911-1237669A4799}"/>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4692285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02" name="Rectangle 9"/>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33</a:t>
            </a:fld>
            <a:endParaRPr lang="en-US" altLang="en-US">
              <a:solidFill>
                <a:srgbClr val="000000"/>
              </a:solidFill>
            </a:endParaRPr>
          </a:p>
        </p:txBody>
      </p:sp>
      <p:sp>
        <p:nvSpPr>
          <p:cNvPr id="51203" name="Text Box 1"/>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33</a:t>
            </a:fld>
            <a:endParaRPr lang="en-US" altLang="en-US">
              <a:solidFill>
                <a:srgbClr val="000000"/>
              </a:solidFill>
            </a:endParaRPr>
          </a:p>
        </p:txBody>
      </p:sp>
      <p:sp>
        <p:nvSpPr>
          <p:cNvPr id="51204" name="Rectangle 2"/>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453748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6"/>
          <p:cNvSpPr>
            <a:spLocks noGrp="1" noChangeArrowheads="1"/>
          </p:cNvSpPr>
          <p:nvPr>
            <p:ph type="sldNum" sz="quarter" idx="10"/>
          </p:nvPr>
        </p:nvSpPr>
        <p:spPr/>
        <p:txBody>
          <a:bodyPr/>
          <a:lstStyle>
            <a:lvl1pPr defTabSz="457200" eaLnBrk="0" hangingPunct="0">
              <a:buClr>
                <a:srgbClr val="000000"/>
              </a:buClr>
              <a:buSzPct val="100000"/>
              <a:buFont typeface="Times New Roman" panose="02020603050405020304" pitchFamily="18" charset="0"/>
              <a:buNone/>
              <a:defRPr/>
            </a:lvl1pPr>
          </a:lstStyle>
          <a:p>
            <a:fld id="{669EB09D-0BC4-4F76-AA3C-7A61B9424D2F}" type="slidenum">
              <a:rPr lang="en-US"/>
              <a:pPr/>
              <a:t>‹#›</a:t>
            </a:fld>
            <a:endParaRPr lang="en-US"/>
          </a:p>
        </p:txBody>
      </p:sp>
    </p:spTree>
    <p:extLst>
      <p:ext uri="{BB962C8B-B14F-4D97-AF65-F5344CB8AC3E}">
        <p14:creationId xmlns:p14="http://schemas.microsoft.com/office/powerpoint/2010/main" val="3084029603"/>
      </p:ext>
    </p:extLst>
  </p:cSld>
  <p:clrMapOvr>
    <a:masterClrMapping/>
  </p:clrMapOvr>
  <p:transition spd="slow">
    <p:randomBar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sldNum" sz="quarter" idx="10"/>
          </p:nvPr>
        </p:nvSpPr>
        <p:spPr/>
        <p:txBody>
          <a:bodyPr/>
          <a:lstStyle>
            <a:lvl1pPr defTabSz="457200" eaLnBrk="0" hangingPunct="0">
              <a:buClr>
                <a:srgbClr val="000000"/>
              </a:buClr>
              <a:buSzPct val="100000"/>
              <a:buFont typeface="Times New Roman" panose="02020603050405020304" pitchFamily="18" charset="0"/>
              <a:buNone/>
              <a:defRPr/>
            </a:lvl1pPr>
          </a:lstStyle>
          <a:p>
            <a:fld id="{942B05A5-4299-4B16-BADF-9032CFECE052}" type="slidenum">
              <a:rPr lang="en-US"/>
              <a:pPr/>
              <a:t>‹#›</a:t>
            </a:fld>
            <a:endParaRPr lang="en-US"/>
          </a:p>
        </p:txBody>
      </p:sp>
    </p:spTree>
    <p:extLst>
      <p:ext uri="{BB962C8B-B14F-4D97-AF65-F5344CB8AC3E}">
        <p14:creationId xmlns:p14="http://schemas.microsoft.com/office/powerpoint/2010/main" val="2589243447"/>
      </p:ext>
    </p:extLst>
  </p:cSld>
  <p:clrMapOvr>
    <a:masterClrMapping/>
  </p:clrMapOvr>
  <p:transition spd="slow">
    <p:randomBar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sldNum" sz="quarter" idx="10"/>
          </p:nvPr>
        </p:nvSpPr>
        <p:spPr/>
        <p:txBody>
          <a:bodyPr/>
          <a:lstStyle>
            <a:lvl1pPr defTabSz="457200" eaLnBrk="0" hangingPunct="0">
              <a:buClr>
                <a:srgbClr val="000000"/>
              </a:buClr>
              <a:buSzPct val="100000"/>
              <a:buFont typeface="Times New Roman" panose="02020603050405020304" pitchFamily="18" charset="0"/>
              <a:buNone/>
              <a:defRPr/>
            </a:lvl1pPr>
          </a:lstStyle>
          <a:p>
            <a:fld id="{00224564-28CA-4955-92EE-FE2B875134A4}" type="slidenum">
              <a:rPr lang="en-US"/>
              <a:pPr/>
              <a:t>‹#›</a:t>
            </a:fld>
            <a:endParaRPr lang="en-US"/>
          </a:p>
        </p:txBody>
      </p:sp>
    </p:spTree>
    <p:extLst>
      <p:ext uri="{BB962C8B-B14F-4D97-AF65-F5344CB8AC3E}">
        <p14:creationId xmlns:p14="http://schemas.microsoft.com/office/powerpoint/2010/main" val="3244828330"/>
      </p:ext>
    </p:extLst>
  </p:cSld>
  <p:clrMapOvr>
    <a:masterClrMapping/>
  </p:clrMapOvr>
  <p:transition spd="slow">
    <p:randomBar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sldNum" sz="quarter" idx="10"/>
          </p:nvPr>
        </p:nvSpPr>
        <p:spPr/>
        <p:txBody>
          <a:bodyPr/>
          <a:lstStyle>
            <a:lvl1pPr defTabSz="457200" eaLnBrk="0" hangingPunct="0">
              <a:buClr>
                <a:srgbClr val="000000"/>
              </a:buClr>
              <a:buSzPct val="100000"/>
              <a:buFont typeface="Times New Roman" panose="02020603050405020304" pitchFamily="18" charset="0"/>
              <a:buNone/>
              <a:defRPr/>
            </a:lvl1pPr>
          </a:lstStyle>
          <a:p>
            <a:fld id="{7349B6AF-F900-42BC-A928-8C8A954115AB}" type="slidenum">
              <a:rPr lang="en-US"/>
              <a:pPr/>
              <a:t>‹#›</a:t>
            </a:fld>
            <a:endParaRPr lang="en-US"/>
          </a:p>
        </p:txBody>
      </p:sp>
    </p:spTree>
    <p:extLst>
      <p:ext uri="{BB962C8B-B14F-4D97-AF65-F5344CB8AC3E}">
        <p14:creationId xmlns:p14="http://schemas.microsoft.com/office/powerpoint/2010/main" val="200434067"/>
      </p:ext>
    </p:extLst>
  </p:cSld>
  <p:clrMapOvr>
    <a:masterClrMapping/>
  </p:clrMapOvr>
  <p:transition spd="slow">
    <p:randomBar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4"/>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4"/>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sldNum" sz="quarter" idx="10"/>
          </p:nvPr>
        </p:nvSpPr>
        <p:spPr/>
        <p:txBody>
          <a:bodyPr/>
          <a:lstStyle>
            <a:lvl1pPr defTabSz="457200" eaLnBrk="0" hangingPunct="0">
              <a:buClr>
                <a:srgbClr val="000000"/>
              </a:buClr>
              <a:buSzPct val="100000"/>
              <a:buFont typeface="Times New Roman" panose="02020603050405020304" pitchFamily="18" charset="0"/>
              <a:buNone/>
              <a:defRPr/>
            </a:lvl1pPr>
          </a:lstStyle>
          <a:p>
            <a:fld id="{C8FB3329-7897-4EC3-B023-566900B8C059}" type="slidenum">
              <a:rPr lang="en-US"/>
              <a:pPr/>
              <a:t>‹#›</a:t>
            </a:fld>
            <a:endParaRPr lang="en-US"/>
          </a:p>
        </p:txBody>
      </p:sp>
    </p:spTree>
    <p:extLst>
      <p:ext uri="{BB962C8B-B14F-4D97-AF65-F5344CB8AC3E}">
        <p14:creationId xmlns:p14="http://schemas.microsoft.com/office/powerpoint/2010/main" val="3159658591"/>
      </p:ext>
    </p:extLst>
  </p:cSld>
  <p:clrMapOvr>
    <a:masterClrMapping/>
  </p:clrMapOvr>
  <p:transition spd="slow">
    <p:randomBar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sldNum" sz="quarter" idx="10"/>
          </p:nvPr>
        </p:nvSpPr>
        <p:spPr/>
        <p:txBody>
          <a:bodyPr/>
          <a:lstStyle>
            <a:lvl1pPr defTabSz="457200" eaLnBrk="0" hangingPunct="0">
              <a:buClr>
                <a:srgbClr val="000000"/>
              </a:buClr>
              <a:buSzPct val="100000"/>
              <a:buFont typeface="Times New Roman" panose="02020603050405020304" pitchFamily="18" charset="0"/>
              <a:buNone/>
              <a:defRPr/>
            </a:lvl1pPr>
          </a:lstStyle>
          <a:p>
            <a:fld id="{080B4B13-2CF4-4C76-8503-7BAD66B3F1CE}" type="slidenum">
              <a:rPr lang="en-US"/>
              <a:pPr/>
              <a:t>‹#›</a:t>
            </a:fld>
            <a:endParaRPr lang="en-US"/>
          </a:p>
        </p:txBody>
      </p:sp>
    </p:spTree>
    <p:extLst>
      <p:ext uri="{BB962C8B-B14F-4D97-AF65-F5344CB8AC3E}">
        <p14:creationId xmlns:p14="http://schemas.microsoft.com/office/powerpoint/2010/main" val="2985665604"/>
      </p:ext>
    </p:extLst>
  </p:cSld>
  <p:clrMapOvr>
    <a:masterClrMapping/>
  </p:clrMapOvr>
  <p:transition spd="slow">
    <p:randomBar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p:txBody>
          <a:bodyPr/>
          <a:lstStyle>
            <a:lvl1pPr defTabSz="457200" eaLnBrk="0" hangingPunct="0">
              <a:buClr>
                <a:srgbClr val="000000"/>
              </a:buClr>
              <a:buSzPct val="100000"/>
              <a:buFont typeface="Times New Roman" panose="02020603050405020304" pitchFamily="18" charset="0"/>
              <a:buNone/>
              <a:defRPr/>
            </a:lvl1pPr>
          </a:lstStyle>
          <a:p>
            <a:fld id="{6260F22D-C61C-4505-A08D-38E8570DBBF0}" type="slidenum">
              <a:rPr lang="en-US"/>
              <a:pPr/>
              <a:t>‹#›</a:t>
            </a:fld>
            <a:endParaRPr lang="en-US"/>
          </a:p>
        </p:txBody>
      </p:sp>
    </p:spTree>
    <p:extLst>
      <p:ext uri="{BB962C8B-B14F-4D97-AF65-F5344CB8AC3E}">
        <p14:creationId xmlns:p14="http://schemas.microsoft.com/office/powerpoint/2010/main" val="2071991924"/>
      </p:ext>
    </p:extLst>
  </p:cSld>
  <p:clrMapOvr>
    <a:masterClrMapping/>
  </p:clrMapOvr>
  <p:transition spd="slow">
    <p:randomBar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1"/>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sldNum" sz="quarter" idx="10"/>
          </p:nvPr>
        </p:nvSpPr>
        <p:spPr/>
        <p:txBody>
          <a:bodyPr/>
          <a:lstStyle>
            <a:lvl1pPr defTabSz="457200" eaLnBrk="0" hangingPunct="0">
              <a:buClr>
                <a:srgbClr val="000000"/>
              </a:buClr>
              <a:buSzPct val="100000"/>
              <a:buFont typeface="Times New Roman" panose="02020603050405020304" pitchFamily="18" charset="0"/>
              <a:buNone/>
              <a:defRPr/>
            </a:lvl1pPr>
          </a:lstStyle>
          <a:p>
            <a:fld id="{8E8714EB-CEF5-429F-B31B-D58B2989FCC2}" type="slidenum">
              <a:rPr lang="en-US"/>
              <a:pPr/>
              <a:t>‹#›</a:t>
            </a:fld>
            <a:endParaRPr lang="en-US"/>
          </a:p>
        </p:txBody>
      </p:sp>
    </p:spTree>
    <p:extLst>
      <p:ext uri="{BB962C8B-B14F-4D97-AF65-F5344CB8AC3E}">
        <p14:creationId xmlns:p14="http://schemas.microsoft.com/office/powerpoint/2010/main" val="4255313760"/>
      </p:ext>
    </p:extLst>
  </p:cSld>
  <p:clrMapOvr>
    <a:masterClrMapping/>
  </p:clrMapOvr>
  <p:transition spd="slow">
    <p:randomBar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sldNum" sz="quarter" idx="10"/>
          </p:nvPr>
        </p:nvSpPr>
        <p:spPr/>
        <p:txBody>
          <a:bodyPr/>
          <a:lstStyle>
            <a:lvl1pPr defTabSz="457200" eaLnBrk="0" hangingPunct="0">
              <a:buClr>
                <a:srgbClr val="000000"/>
              </a:buClr>
              <a:buSzPct val="100000"/>
              <a:buFont typeface="Times New Roman" panose="02020603050405020304" pitchFamily="18" charset="0"/>
              <a:buNone/>
              <a:defRPr/>
            </a:lvl1pPr>
          </a:lstStyle>
          <a:p>
            <a:fld id="{8EA491AC-FAA4-4776-959D-4F3B6503B082}" type="slidenum">
              <a:rPr lang="en-US"/>
              <a:pPr/>
              <a:t>‹#›</a:t>
            </a:fld>
            <a:endParaRPr lang="en-US"/>
          </a:p>
        </p:txBody>
      </p:sp>
    </p:spTree>
    <p:extLst>
      <p:ext uri="{BB962C8B-B14F-4D97-AF65-F5344CB8AC3E}">
        <p14:creationId xmlns:p14="http://schemas.microsoft.com/office/powerpoint/2010/main" val="1370442988"/>
      </p:ext>
    </p:extLst>
  </p:cSld>
  <p:clrMapOvr>
    <a:masterClrMapping/>
  </p:clrMapOvr>
  <p:transition spd="slow">
    <p:randomBar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sldNum" sz="quarter" idx="10"/>
          </p:nvPr>
        </p:nvSpPr>
        <p:spPr/>
        <p:txBody>
          <a:bodyPr/>
          <a:lstStyle>
            <a:lvl1pPr defTabSz="457200" eaLnBrk="0" hangingPunct="0">
              <a:buClr>
                <a:srgbClr val="000000"/>
              </a:buClr>
              <a:buSzPct val="100000"/>
              <a:buFont typeface="Times New Roman" panose="02020603050405020304" pitchFamily="18" charset="0"/>
              <a:buNone/>
              <a:defRPr/>
            </a:lvl1pPr>
          </a:lstStyle>
          <a:p>
            <a:fld id="{5E093BF2-2ED0-42FA-94F8-38DC5A0BDCC2}" type="slidenum">
              <a:rPr lang="en-US"/>
              <a:pPr/>
              <a:t>‹#›</a:t>
            </a:fld>
            <a:endParaRPr lang="en-US"/>
          </a:p>
        </p:txBody>
      </p:sp>
    </p:spTree>
    <p:extLst>
      <p:ext uri="{BB962C8B-B14F-4D97-AF65-F5344CB8AC3E}">
        <p14:creationId xmlns:p14="http://schemas.microsoft.com/office/powerpoint/2010/main" val="1588864527"/>
      </p:ext>
    </p:extLst>
  </p:cSld>
  <p:clrMapOvr>
    <a:masterClrMapping/>
  </p:clrMapOvr>
  <p:transition spd="slow">
    <p:randomBar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sldNum" sz="quarter" idx="10"/>
          </p:nvPr>
        </p:nvSpPr>
        <p:spPr/>
        <p:txBody>
          <a:bodyPr/>
          <a:lstStyle>
            <a:lvl1pPr defTabSz="457200" eaLnBrk="0" hangingPunct="0">
              <a:buClr>
                <a:srgbClr val="000000"/>
              </a:buClr>
              <a:buSzPct val="100000"/>
              <a:buFont typeface="Times New Roman" panose="02020603050405020304" pitchFamily="18" charset="0"/>
              <a:buNone/>
              <a:defRPr/>
            </a:lvl1pPr>
          </a:lstStyle>
          <a:p>
            <a:fld id="{1E84B291-C5AB-4DDA-A59F-C26E27316216}" type="slidenum">
              <a:rPr lang="en-US"/>
              <a:pPr/>
              <a:t>‹#›</a:t>
            </a:fld>
            <a:endParaRPr lang="en-US"/>
          </a:p>
        </p:txBody>
      </p:sp>
    </p:spTree>
    <p:extLst>
      <p:ext uri="{BB962C8B-B14F-4D97-AF65-F5344CB8AC3E}">
        <p14:creationId xmlns:p14="http://schemas.microsoft.com/office/powerpoint/2010/main" val="1556766503"/>
      </p:ext>
    </p:extLst>
  </p:cSld>
  <p:clrMapOvr>
    <a:masterClrMapping/>
  </p:clrMapOvr>
  <p:transition spd="slow">
    <p:randomBar dir="vert"/>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3"/>
          <p:cNvSpPr>
            <a:spLocks noGrp="1" noChangeArrowheads="1"/>
          </p:cNvSpPr>
          <p:nvPr>
            <p:ph type="sldNum" idx="10"/>
          </p:nvPr>
        </p:nvSpPr>
        <p:spPr/>
        <p:txBody>
          <a:bodyPr/>
          <a:lstStyle>
            <a:lvl1pPr>
              <a:defRPr/>
            </a:lvl1pPr>
          </a:lstStyle>
          <a:p>
            <a:fld id="{23E6B807-CAFB-4444-A803-C8DD41C7C46A}" type="slidenum">
              <a:rPr lang="en-US"/>
              <a:pPr/>
              <a:t>‹#›</a:t>
            </a:fld>
            <a:endParaRPr lang="en-US"/>
          </a:p>
        </p:txBody>
      </p:sp>
    </p:spTree>
    <p:extLst>
      <p:ext uri="{BB962C8B-B14F-4D97-AF65-F5344CB8AC3E}">
        <p14:creationId xmlns:p14="http://schemas.microsoft.com/office/powerpoint/2010/main" val="9367098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p:cNvSpPr>
            <a:spLocks noGrp="1" noChangeArrowheads="1"/>
          </p:cNvSpPr>
          <p:nvPr>
            <p:ph type="sldNum" idx="10"/>
          </p:nvPr>
        </p:nvSpPr>
        <p:spPr/>
        <p:txBody>
          <a:bodyPr/>
          <a:lstStyle>
            <a:lvl1pPr>
              <a:defRPr/>
            </a:lvl1pPr>
          </a:lstStyle>
          <a:p>
            <a:fld id="{24051ABD-326E-4CDC-9143-38518A92A3B8}" type="slidenum">
              <a:rPr lang="en-US"/>
              <a:pPr/>
              <a:t>‹#›</a:t>
            </a:fld>
            <a:endParaRPr lang="en-US"/>
          </a:p>
        </p:txBody>
      </p:sp>
    </p:spTree>
    <p:extLst>
      <p:ext uri="{BB962C8B-B14F-4D97-AF65-F5344CB8AC3E}">
        <p14:creationId xmlns:p14="http://schemas.microsoft.com/office/powerpoint/2010/main" val="15237603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3"/>
          <p:cNvSpPr>
            <a:spLocks noGrp="1" noChangeArrowheads="1"/>
          </p:cNvSpPr>
          <p:nvPr>
            <p:ph type="sldNum" idx="10"/>
          </p:nvPr>
        </p:nvSpPr>
        <p:spPr/>
        <p:txBody>
          <a:bodyPr/>
          <a:lstStyle>
            <a:lvl1pPr>
              <a:defRPr/>
            </a:lvl1pPr>
          </a:lstStyle>
          <a:p>
            <a:fld id="{804EBF3A-6BBD-4A98-B7CB-ACB2C5411DE6}" type="slidenum">
              <a:rPr lang="en-US"/>
              <a:pPr/>
              <a:t>‹#›</a:t>
            </a:fld>
            <a:endParaRPr lang="en-US"/>
          </a:p>
        </p:txBody>
      </p:sp>
    </p:spTree>
    <p:extLst>
      <p:ext uri="{BB962C8B-B14F-4D97-AF65-F5344CB8AC3E}">
        <p14:creationId xmlns:p14="http://schemas.microsoft.com/office/powerpoint/2010/main" val="5686549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2" y="1600201"/>
            <a:ext cx="4035425" cy="4521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5027" y="1600201"/>
            <a:ext cx="4037013" cy="4521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
          <p:cNvSpPr>
            <a:spLocks noGrp="1" noChangeArrowheads="1"/>
          </p:cNvSpPr>
          <p:nvPr>
            <p:ph type="sldNum" idx="10"/>
          </p:nvPr>
        </p:nvSpPr>
        <p:spPr/>
        <p:txBody>
          <a:bodyPr/>
          <a:lstStyle>
            <a:lvl1pPr>
              <a:defRPr/>
            </a:lvl1pPr>
          </a:lstStyle>
          <a:p>
            <a:fld id="{DE99D040-7436-4296-9019-0C95B31C194D}" type="slidenum">
              <a:rPr lang="en-US"/>
              <a:pPr/>
              <a:t>‹#›</a:t>
            </a:fld>
            <a:endParaRPr lang="en-US"/>
          </a:p>
        </p:txBody>
      </p:sp>
    </p:spTree>
    <p:extLst>
      <p:ext uri="{BB962C8B-B14F-4D97-AF65-F5344CB8AC3E}">
        <p14:creationId xmlns:p14="http://schemas.microsoft.com/office/powerpoint/2010/main" val="41509985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4"/>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4"/>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
          <p:cNvSpPr>
            <a:spLocks noGrp="1" noChangeArrowheads="1"/>
          </p:cNvSpPr>
          <p:nvPr>
            <p:ph type="sldNum" idx="10"/>
          </p:nvPr>
        </p:nvSpPr>
        <p:spPr/>
        <p:txBody>
          <a:bodyPr/>
          <a:lstStyle>
            <a:lvl1pPr>
              <a:defRPr/>
            </a:lvl1pPr>
          </a:lstStyle>
          <a:p>
            <a:fld id="{B9E9BC9F-3107-4703-8324-A212D9CBB568}" type="slidenum">
              <a:rPr lang="en-US"/>
              <a:pPr/>
              <a:t>‹#›</a:t>
            </a:fld>
            <a:endParaRPr lang="en-US"/>
          </a:p>
        </p:txBody>
      </p:sp>
    </p:spTree>
    <p:extLst>
      <p:ext uri="{BB962C8B-B14F-4D97-AF65-F5344CB8AC3E}">
        <p14:creationId xmlns:p14="http://schemas.microsoft.com/office/powerpoint/2010/main" val="10389140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
          <p:cNvSpPr>
            <a:spLocks noGrp="1" noChangeArrowheads="1"/>
          </p:cNvSpPr>
          <p:nvPr>
            <p:ph type="sldNum" idx="10"/>
          </p:nvPr>
        </p:nvSpPr>
        <p:spPr/>
        <p:txBody>
          <a:bodyPr/>
          <a:lstStyle>
            <a:lvl1pPr>
              <a:defRPr/>
            </a:lvl1pPr>
          </a:lstStyle>
          <a:p>
            <a:fld id="{5E81B7D5-3F8B-42B3-9FD8-DCBBFE6F6D50}" type="slidenum">
              <a:rPr lang="en-US"/>
              <a:pPr/>
              <a:t>‹#›</a:t>
            </a:fld>
            <a:endParaRPr lang="en-US"/>
          </a:p>
        </p:txBody>
      </p:sp>
    </p:spTree>
    <p:extLst>
      <p:ext uri="{BB962C8B-B14F-4D97-AF65-F5344CB8AC3E}">
        <p14:creationId xmlns:p14="http://schemas.microsoft.com/office/powerpoint/2010/main" val="16238470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3"/>
          <p:cNvSpPr>
            <a:spLocks noGrp="1" noChangeArrowheads="1"/>
          </p:cNvSpPr>
          <p:nvPr>
            <p:ph type="sldNum" idx="10"/>
          </p:nvPr>
        </p:nvSpPr>
        <p:spPr/>
        <p:txBody>
          <a:bodyPr/>
          <a:lstStyle>
            <a:lvl1pPr>
              <a:defRPr/>
            </a:lvl1pPr>
          </a:lstStyle>
          <a:p>
            <a:fld id="{6667237A-FC3C-4853-86F8-64DDB61757DB}" type="slidenum">
              <a:rPr lang="en-US"/>
              <a:pPr/>
              <a:t>‹#›</a:t>
            </a:fld>
            <a:endParaRPr lang="en-US"/>
          </a:p>
        </p:txBody>
      </p:sp>
    </p:spTree>
    <p:extLst>
      <p:ext uri="{BB962C8B-B14F-4D97-AF65-F5344CB8AC3E}">
        <p14:creationId xmlns:p14="http://schemas.microsoft.com/office/powerpoint/2010/main" val="6916255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1"/>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p:cNvSpPr>
            <a:spLocks noGrp="1" noChangeArrowheads="1"/>
          </p:cNvSpPr>
          <p:nvPr>
            <p:ph type="sldNum" idx="10"/>
          </p:nvPr>
        </p:nvSpPr>
        <p:spPr/>
        <p:txBody>
          <a:bodyPr/>
          <a:lstStyle>
            <a:lvl1pPr>
              <a:defRPr/>
            </a:lvl1pPr>
          </a:lstStyle>
          <a:p>
            <a:fld id="{F8EBFD46-18CA-43D2-A4D0-0ED0BF3FA642}" type="slidenum">
              <a:rPr lang="en-US"/>
              <a:pPr/>
              <a:t>‹#›</a:t>
            </a:fld>
            <a:endParaRPr lang="en-US"/>
          </a:p>
        </p:txBody>
      </p:sp>
    </p:spTree>
    <p:extLst>
      <p:ext uri="{BB962C8B-B14F-4D97-AF65-F5344CB8AC3E}">
        <p14:creationId xmlns:p14="http://schemas.microsoft.com/office/powerpoint/2010/main" val="24648190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p:cNvSpPr>
            <a:spLocks noGrp="1" noChangeArrowheads="1"/>
          </p:cNvSpPr>
          <p:nvPr>
            <p:ph type="sldNum" idx="10"/>
          </p:nvPr>
        </p:nvSpPr>
        <p:spPr/>
        <p:txBody>
          <a:bodyPr/>
          <a:lstStyle>
            <a:lvl1pPr>
              <a:defRPr/>
            </a:lvl1pPr>
          </a:lstStyle>
          <a:p>
            <a:fld id="{635B117E-F174-4EE2-88BA-C604F3265533}" type="slidenum">
              <a:rPr lang="en-US"/>
              <a:pPr/>
              <a:t>‹#›</a:t>
            </a:fld>
            <a:endParaRPr lang="en-US"/>
          </a:p>
        </p:txBody>
      </p:sp>
    </p:spTree>
    <p:extLst>
      <p:ext uri="{BB962C8B-B14F-4D97-AF65-F5344CB8AC3E}">
        <p14:creationId xmlns:p14="http://schemas.microsoft.com/office/powerpoint/2010/main" val="36609211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p:cNvSpPr>
            <a:spLocks noGrp="1" noChangeArrowheads="1"/>
          </p:cNvSpPr>
          <p:nvPr>
            <p:ph type="sldNum" idx="10"/>
          </p:nvPr>
        </p:nvSpPr>
        <p:spPr/>
        <p:txBody>
          <a:bodyPr/>
          <a:lstStyle>
            <a:lvl1pPr>
              <a:defRPr/>
            </a:lvl1pPr>
          </a:lstStyle>
          <a:p>
            <a:fld id="{3A0E09B0-ED53-4D2D-88EC-FBF6A039D420}" type="slidenum">
              <a:rPr lang="en-US"/>
              <a:pPr/>
              <a:t>‹#›</a:t>
            </a:fld>
            <a:endParaRPr lang="en-US"/>
          </a:p>
        </p:txBody>
      </p:sp>
    </p:spTree>
    <p:extLst>
      <p:ext uri="{BB962C8B-B14F-4D97-AF65-F5344CB8AC3E}">
        <p14:creationId xmlns:p14="http://schemas.microsoft.com/office/powerpoint/2010/main" val="32002680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6227" y="274638"/>
            <a:ext cx="2055813" cy="584676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1" y="274638"/>
            <a:ext cx="6016625" cy="58467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p:cNvSpPr>
            <a:spLocks noGrp="1" noChangeArrowheads="1"/>
          </p:cNvSpPr>
          <p:nvPr>
            <p:ph type="sldNum" idx="10"/>
          </p:nvPr>
        </p:nvSpPr>
        <p:spPr/>
        <p:txBody>
          <a:bodyPr/>
          <a:lstStyle>
            <a:lvl1pPr>
              <a:defRPr/>
            </a:lvl1pPr>
          </a:lstStyle>
          <a:p>
            <a:fld id="{A9BD6AFA-B429-4A6E-8354-B36B4110B9F9}" type="slidenum">
              <a:rPr lang="en-US"/>
              <a:pPr/>
              <a:t>‹#›</a:t>
            </a:fld>
            <a:endParaRPr lang="en-US"/>
          </a:p>
        </p:txBody>
      </p:sp>
    </p:spTree>
    <p:extLst>
      <p:ext uri="{BB962C8B-B14F-4D97-AF65-F5344CB8AC3E}">
        <p14:creationId xmlns:p14="http://schemas.microsoft.com/office/powerpoint/2010/main" val="21113199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3.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4.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30" name="Rectangle 6"/>
          <p:cNvSpPr>
            <a:spLocks noGrp="1" noChangeArrowheads="1"/>
          </p:cNvSpPr>
          <p:nvPr>
            <p:ph type="sldNum" sz="quarter" idx="4"/>
          </p:nvPr>
        </p:nvSpPr>
        <p:spPr bwMode="auto">
          <a:xfrm>
            <a:off x="457200" y="6381750"/>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defTabSz="914400" eaLnBrk="1" hangingPunct="1">
              <a:buClrTx/>
              <a:buSzTx/>
              <a:buFontTx/>
              <a:buNone/>
              <a:defRPr sz="1400">
                <a:solidFill>
                  <a:srgbClr val="000000"/>
                </a:solidFill>
              </a:defRPr>
            </a:lvl1pPr>
          </a:lstStyle>
          <a:p>
            <a:fld id="{527EBA45-893D-4BE6-8F5F-967691E03E2E}" type="slidenum">
              <a:rPr lang="en-US" smtClean="0"/>
              <a:pPr/>
              <a:t>‹#›</a:t>
            </a:fld>
            <a:endParaRPr lang="en-US"/>
          </a:p>
        </p:txBody>
      </p:sp>
      <p:pic>
        <p:nvPicPr>
          <p:cNvPr id="2053" name="Picture 7" descr="slide3_gray"/>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5430628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slow">
    <p:randomBar dir="vert"/>
  </p:transition>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1"/>
          <p:cNvSpPr>
            <a:spLocks noGrp="1" noChangeArrowheads="1"/>
          </p:cNvSpPr>
          <p:nvPr>
            <p:ph type="title"/>
          </p:nvPr>
        </p:nvSpPr>
        <p:spPr bwMode="auto">
          <a:xfrm>
            <a:off x="457200" y="274638"/>
            <a:ext cx="8224838" cy="1138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p>
            <a:pPr lvl="0"/>
            <a:r>
              <a:rPr lang="en-GB" altLang="en-US"/>
              <a:t>Click to edit the title text format</a:t>
            </a:r>
          </a:p>
        </p:txBody>
      </p:sp>
      <p:sp>
        <p:nvSpPr>
          <p:cNvPr id="1027" name="Rectangle 2"/>
          <p:cNvSpPr>
            <a:spLocks noGrp="1" noChangeArrowheads="1"/>
          </p:cNvSpPr>
          <p:nvPr>
            <p:ph type="body" idx="1"/>
          </p:nvPr>
        </p:nvSpPr>
        <p:spPr bwMode="auto">
          <a:xfrm>
            <a:off x="457200" y="1600200"/>
            <a:ext cx="8224838" cy="4521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a:p>
            <a:pPr lvl="4"/>
            <a:r>
              <a:rPr lang="en-GB" altLang="en-US"/>
              <a:t>Eighth Outline Level</a:t>
            </a:r>
          </a:p>
          <a:p>
            <a:pPr lvl="4"/>
            <a:r>
              <a:rPr lang="en-GB" altLang="en-US"/>
              <a:t>Ninth Outline Level</a:t>
            </a:r>
          </a:p>
        </p:txBody>
      </p:sp>
      <p:sp>
        <p:nvSpPr>
          <p:cNvPr id="2" name="Rectangle 3"/>
          <p:cNvSpPr>
            <a:spLocks noGrp="1" noChangeArrowheads="1"/>
          </p:cNvSpPr>
          <p:nvPr>
            <p:ph type="sldNum"/>
          </p:nvPr>
        </p:nvSpPr>
        <p:spPr bwMode="auto">
          <a:xfrm>
            <a:off x="457200" y="6381750"/>
            <a:ext cx="2128838" cy="471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lvl1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defRPr>
            </a:lvl1pPr>
          </a:lstStyle>
          <a:p>
            <a:fld id="{BB1521A8-D743-4CA5-9AEF-2054D95125FB}" type="slidenum">
              <a:rPr lang="en-US" smtClean="0"/>
              <a:pPr/>
              <a:t>‹#›</a:t>
            </a:fld>
            <a:endParaRPr lang="en-US"/>
          </a:p>
        </p:txBody>
      </p:sp>
      <p:pic>
        <p:nvPicPr>
          <p:cNvPr id="1029" name="Picture 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11669710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457200" rtl="0" eaLnBrk="0" fontAlgn="base" hangingPunct="0">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ctr" defTabSz="457200" rtl="0" eaLnBrk="0" fontAlgn="base" hangingPunct="0">
        <a:spcBef>
          <a:spcPct val="0"/>
        </a:spcBef>
        <a:spcAft>
          <a:spcPct val="0"/>
        </a:spcAft>
        <a:buClr>
          <a:srgbClr val="000000"/>
        </a:buClr>
        <a:buSzPct val="100000"/>
        <a:buFont typeface="Times New Roman" panose="02020603050405020304" pitchFamily="18" charset="0"/>
        <a:defRPr sz="4400">
          <a:solidFill>
            <a:srgbClr val="000000"/>
          </a:solidFill>
          <a:latin typeface="Arial" charset="0"/>
          <a:ea typeface="SimSun" charset="-122"/>
        </a:defRPr>
      </a:lvl2pPr>
      <a:lvl3pPr algn="ctr" defTabSz="457200" rtl="0" eaLnBrk="0" fontAlgn="base" hangingPunct="0">
        <a:spcBef>
          <a:spcPct val="0"/>
        </a:spcBef>
        <a:spcAft>
          <a:spcPct val="0"/>
        </a:spcAft>
        <a:buClr>
          <a:srgbClr val="000000"/>
        </a:buClr>
        <a:buSzPct val="100000"/>
        <a:buFont typeface="Times New Roman" panose="02020603050405020304" pitchFamily="18" charset="0"/>
        <a:defRPr sz="4400">
          <a:solidFill>
            <a:srgbClr val="000000"/>
          </a:solidFill>
          <a:latin typeface="Arial" charset="0"/>
          <a:ea typeface="SimSun" charset="-122"/>
        </a:defRPr>
      </a:lvl3pPr>
      <a:lvl4pPr algn="ctr" defTabSz="457200" rtl="0" eaLnBrk="0" fontAlgn="base" hangingPunct="0">
        <a:spcBef>
          <a:spcPct val="0"/>
        </a:spcBef>
        <a:spcAft>
          <a:spcPct val="0"/>
        </a:spcAft>
        <a:buClr>
          <a:srgbClr val="000000"/>
        </a:buClr>
        <a:buSzPct val="100000"/>
        <a:buFont typeface="Times New Roman" panose="02020603050405020304" pitchFamily="18" charset="0"/>
        <a:defRPr sz="4400">
          <a:solidFill>
            <a:srgbClr val="000000"/>
          </a:solidFill>
          <a:latin typeface="Arial" charset="0"/>
          <a:ea typeface="SimSun" charset="-122"/>
        </a:defRPr>
      </a:lvl4pPr>
      <a:lvl5pPr algn="ctr" defTabSz="457200" rtl="0" eaLnBrk="0" fontAlgn="base" hangingPunct="0">
        <a:spcBef>
          <a:spcPct val="0"/>
        </a:spcBef>
        <a:spcAft>
          <a:spcPct val="0"/>
        </a:spcAft>
        <a:buClr>
          <a:srgbClr val="000000"/>
        </a:buClr>
        <a:buSzPct val="100000"/>
        <a:buFont typeface="Times New Roman" panose="02020603050405020304" pitchFamily="18" charset="0"/>
        <a:defRPr sz="4400">
          <a:solidFill>
            <a:srgbClr val="000000"/>
          </a:solidFill>
          <a:latin typeface="Arial" charset="0"/>
          <a:ea typeface="SimSun" charset="-122"/>
        </a:defRPr>
      </a:lvl5pPr>
      <a:lvl6pPr marL="2514600" indent="-228600" algn="ctr" defTabSz="457200" rtl="0" eaLnBrk="0" fontAlgn="base" hangingPunct="0">
        <a:spcBef>
          <a:spcPct val="0"/>
        </a:spcBef>
        <a:spcAft>
          <a:spcPct val="0"/>
        </a:spcAft>
        <a:buClr>
          <a:srgbClr val="000000"/>
        </a:buClr>
        <a:buSzPct val="100000"/>
        <a:buFont typeface="Times New Roman" pitchFamily="16" charset="0"/>
        <a:defRPr sz="4400">
          <a:solidFill>
            <a:srgbClr val="000000"/>
          </a:solidFill>
          <a:latin typeface="Arial" charset="0"/>
          <a:ea typeface="SimSun" charset="-122"/>
        </a:defRPr>
      </a:lvl6pPr>
      <a:lvl7pPr marL="2971800" indent="-228600" algn="ctr" defTabSz="457200" rtl="0" eaLnBrk="0" fontAlgn="base" hangingPunct="0">
        <a:spcBef>
          <a:spcPct val="0"/>
        </a:spcBef>
        <a:spcAft>
          <a:spcPct val="0"/>
        </a:spcAft>
        <a:buClr>
          <a:srgbClr val="000000"/>
        </a:buClr>
        <a:buSzPct val="100000"/>
        <a:buFont typeface="Times New Roman" pitchFamily="16" charset="0"/>
        <a:defRPr sz="4400">
          <a:solidFill>
            <a:srgbClr val="000000"/>
          </a:solidFill>
          <a:latin typeface="Arial" charset="0"/>
          <a:ea typeface="SimSun" charset="-122"/>
        </a:defRPr>
      </a:lvl7pPr>
      <a:lvl8pPr marL="3429000" indent="-228600" algn="ctr" defTabSz="457200" rtl="0" eaLnBrk="0" fontAlgn="base" hangingPunct="0">
        <a:spcBef>
          <a:spcPct val="0"/>
        </a:spcBef>
        <a:spcAft>
          <a:spcPct val="0"/>
        </a:spcAft>
        <a:buClr>
          <a:srgbClr val="000000"/>
        </a:buClr>
        <a:buSzPct val="100000"/>
        <a:buFont typeface="Times New Roman" pitchFamily="16" charset="0"/>
        <a:defRPr sz="4400">
          <a:solidFill>
            <a:srgbClr val="000000"/>
          </a:solidFill>
          <a:latin typeface="Arial" charset="0"/>
          <a:ea typeface="SimSun" charset="-122"/>
        </a:defRPr>
      </a:lvl8pPr>
      <a:lvl9pPr marL="3886200" indent="-228600" algn="ctr" defTabSz="457200" rtl="0" eaLnBrk="0" fontAlgn="base" hangingPunct="0">
        <a:spcBef>
          <a:spcPct val="0"/>
        </a:spcBef>
        <a:spcAft>
          <a:spcPct val="0"/>
        </a:spcAft>
        <a:buClr>
          <a:srgbClr val="000000"/>
        </a:buClr>
        <a:buSzPct val="100000"/>
        <a:buFont typeface="Times New Roman" pitchFamily="16" charset="0"/>
        <a:defRPr sz="4400">
          <a:solidFill>
            <a:srgbClr val="000000"/>
          </a:solidFill>
          <a:latin typeface="Arial" charset="0"/>
          <a:ea typeface="SimSun" charset="-122"/>
        </a:defRPr>
      </a:lvl9pPr>
    </p:titleStyle>
    <p:bodyStyle>
      <a:lvl1pPr marL="342900" indent="-342900" algn="l" defTabSz="457200" rtl="0" eaLnBrk="0" fontAlgn="base" hangingPunct="0">
        <a:spcBef>
          <a:spcPts val="800"/>
        </a:spcBef>
        <a:spcAft>
          <a:spcPct val="0"/>
        </a:spcAft>
        <a:buClr>
          <a:srgbClr val="000000"/>
        </a:buClr>
        <a:buSzPct val="100000"/>
        <a:buFont typeface="Times New Roman" panose="02020603050405020304" pitchFamily="18" charset="0"/>
        <a:defRPr sz="3200">
          <a:solidFill>
            <a:srgbClr val="000000"/>
          </a:solidFill>
          <a:latin typeface="+mn-lt"/>
          <a:ea typeface="+mn-ea"/>
          <a:cs typeface="+mn-cs"/>
        </a:defRPr>
      </a:lvl1pPr>
      <a:lvl2pPr marL="742950" indent="-285750" algn="l" defTabSz="457200" rtl="0" eaLnBrk="0" fontAlgn="base" hangingPunct="0">
        <a:spcBef>
          <a:spcPts val="700"/>
        </a:spcBef>
        <a:spcAft>
          <a:spcPct val="0"/>
        </a:spcAft>
        <a:buClr>
          <a:srgbClr val="000000"/>
        </a:buClr>
        <a:buSzPct val="100000"/>
        <a:buFont typeface="Times New Roman" panose="02020603050405020304" pitchFamily="18" charset="0"/>
        <a:defRPr sz="2800">
          <a:solidFill>
            <a:srgbClr val="000000"/>
          </a:solidFill>
          <a:latin typeface="+mn-lt"/>
          <a:ea typeface="+mn-ea"/>
        </a:defRPr>
      </a:lvl2pPr>
      <a:lvl3pPr marL="1143000" indent="-228600" algn="l" defTabSz="457200" rtl="0" eaLnBrk="0" fontAlgn="base" hangingPunct="0">
        <a:spcBef>
          <a:spcPts val="600"/>
        </a:spcBef>
        <a:spcAft>
          <a:spcPct val="0"/>
        </a:spcAft>
        <a:buClr>
          <a:srgbClr val="000000"/>
        </a:buClr>
        <a:buSzPct val="100000"/>
        <a:buFont typeface="Times New Roman" panose="02020603050405020304" pitchFamily="18" charset="0"/>
        <a:defRPr sz="2400">
          <a:solidFill>
            <a:srgbClr val="000000"/>
          </a:solidFill>
          <a:latin typeface="+mn-lt"/>
          <a:ea typeface="+mn-ea"/>
        </a:defRPr>
      </a:lvl3pPr>
      <a:lvl4pPr marL="1600200" indent="-228600" algn="l" defTabSz="457200" rtl="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mn-lt"/>
          <a:ea typeface="+mn-ea"/>
        </a:defRPr>
      </a:lvl4pPr>
      <a:lvl5pPr marL="2057400" indent="-228600" algn="l" defTabSz="457200" rtl="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mn-lt"/>
          <a:ea typeface="+mn-ea"/>
        </a:defRPr>
      </a:lvl5pPr>
      <a:lvl6pPr marL="2514600" indent="-228600" algn="l" defTabSz="457200"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mn-lt"/>
          <a:ea typeface="+mn-ea"/>
        </a:defRPr>
      </a:lvl6pPr>
      <a:lvl7pPr marL="2971800" indent="-228600" algn="l" defTabSz="457200"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mn-lt"/>
          <a:ea typeface="+mn-ea"/>
        </a:defRPr>
      </a:lvl7pPr>
      <a:lvl8pPr marL="3429000" indent="-228600" algn="l" defTabSz="457200"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mn-lt"/>
          <a:ea typeface="+mn-ea"/>
        </a:defRPr>
      </a:lvl8pPr>
      <a:lvl9pPr marL="3886200" indent="-228600" algn="l" defTabSz="457200"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12.xml"/><Relationship Id="rId5" Type="http://schemas.openxmlformats.org/officeDocument/2006/relationships/image" Target="../media/image11.png"/><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5603" name="Text Box 1"/>
          <p:cNvSpPr txBox="1">
            <a:spLocks noChangeArrowheads="1"/>
          </p:cNvSpPr>
          <p:nvPr/>
        </p:nvSpPr>
        <p:spPr bwMode="auto">
          <a:xfrm>
            <a:off x="0" y="0"/>
            <a:ext cx="8694244" cy="1260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r>
              <a:rPr lang="en-US" altLang="en-US" sz="4000">
                <a:solidFill>
                  <a:srgbClr val="FFFFFF"/>
                </a:solidFill>
                <a:latin typeface="Calibri"/>
                <a:ea typeface="SimSun"/>
                <a:cs typeface="Calibri"/>
              </a:rPr>
              <a:t>     PostgreSQL Advanced Level</a:t>
            </a:r>
          </a:p>
        </p:txBody>
      </p:sp>
    </p:spTree>
    <p:extLst>
      <p:ext uri="{BB962C8B-B14F-4D97-AF65-F5344CB8AC3E}">
        <p14:creationId xmlns:p14="http://schemas.microsoft.com/office/powerpoint/2010/main" val="3610702949"/>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453BE-30D8-B4EC-C356-5E106413908F}"/>
              </a:ext>
            </a:extLst>
          </p:cNvPr>
          <p:cNvSpPr>
            <a:spLocks noGrp="1"/>
          </p:cNvSpPr>
          <p:nvPr>
            <p:ph type="ctrTitle"/>
          </p:nvPr>
        </p:nvSpPr>
        <p:spPr>
          <a:xfrm>
            <a:off x="685800" y="-3173"/>
            <a:ext cx="7772400" cy="1317625"/>
          </a:xfrm>
        </p:spPr>
        <p:txBody>
          <a:bodyPr/>
          <a:lstStyle/>
          <a:p>
            <a:pPr algn="l"/>
            <a:r>
              <a:rPr lang="en-US" b="1">
                <a:solidFill>
                  <a:schemeClr val="bg1"/>
                </a:solidFill>
                <a:cs typeface="Arial"/>
              </a:rPr>
              <a:t>Agenda</a:t>
            </a:r>
          </a:p>
        </p:txBody>
      </p:sp>
      <p:sp>
        <p:nvSpPr>
          <p:cNvPr id="3" name="Subtitle 2">
            <a:extLst>
              <a:ext uri="{FF2B5EF4-FFF2-40B4-BE49-F238E27FC236}">
                <a16:creationId xmlns:a16="http://schemas.microsoft.com/office/drawing/2014/main" id="{32F92CE9-CD82-3FC6-25A3-721C9A9CBF81}"/>
              </a:ext>
            </a:extLst>
          </p:cNvPr>
          <p:cNvSpPr>
            <a:spLocks noGrp="1"/>
          </p:cNvSpPr>
          <p:nvPr>
            <p:ph type="subTitle" idx="1"/>
          </p:nvPr>
        </p:nvSpPr>
        <p:spPr>
          <a:xfrm>
            <a:off x="740229" y="1709057"/>
            <a:ext cx="7652657" cy="3450770"/>
          </a:xfrm>
        </p:spPr>
        <p:txBody>
          <a:bodyPr/>
          <a:lstStyle/>
          <a:p>
            <a:pPr marL="342900" indent="-342900" algn="l">
              <a:spcBef>
                <a:spcPct val="0"/>
              </a:spcBef>
              <a:buFont typeface="Arial,Sans-Serif" panose="02020603050405020304" pitchFamily="18" charset="0"/>
              <a:buChar char="•"/>
            </a:pPr>
            <a:r>
              <a:rPr lang="en-US" sz="2000" dirty="0">
                <a:solidFill>
                  <a:srgbClr val="272525"/>
                </a:solidFill>
                <a:latin typeface="Calibri"/>
                <a:ea typeface="+mn-lt"/>
                <a:cs typeface="+mn-lt"/>
              </a:rPr>
              <a:t>Transactions &amp; Data Consistency</a:t>
            </a:r>
            <a:endParaRPr lang="en-US" sz="2000" dirty="0">
              <a:latin typeface="Calibri"/>
              <a:ea typeface="Calibri"/>
              <a:cs typeface="Calibri"/>
            </a:endParaRPr>
          </a:p>
          <a:p>
            <a:pPr marL="342900" indent="-342900" algn="l">
              <a:spcBef>
                <a:spcPct val="0"/>
              </a:spcBef>
              <a:buFont typeface="Arial,Sans-Serif" panose="02020603050405020304" pitchFamily="18" charset="0"/>
              <a:buChar char="•"/>
            </a:pPr>
            <a:r>
              <a:rPr lang="en-US" sz="2000" dirty="0">
                <a:solidFill>
                  <a:srgbClr val="272525"/>
                </a:solidFill>
                <a:latin typeface="Calibri"/>
                <a:ea typeface="+mn-lt"/>
                <a:cs typeface="+mn-lt"/>
              </a:rPr>
              <a:t>Query </a:t>
            </a:r>
            <a:r>
              <a:rPr lang="en-US" sz="2000" dirty="0">
                <a:solidFill>
                  <a:srgbClr val="272525"/>
                </a:solidFill>
                <a:latin typeface="Calibri"/>
                <a:ea typeface="Calibri"/>
                <a:cs typeface="Calibri"/>
              </a:rPr>
              <a:t>Performance &amp;</a:t>
            </a:r>
            <a:r>
              <a:rPr lang="en-US" sz="2000" dirty="0">
                <a:solidFill>
                  <a:srgbClr val="272525"/>
                </a:solidFill>
                <a:latin typeface="Calibri"/>
                <a:ea typeface="+mn-lt"/>
                <a:cs typeface="+mn-lt"/>
              </a:rPr>
              <a:t> Optimization</a:t>
            </a:r>
            <a:endParaRPr lang="en-US" sz="2000" dirty="0">
              <a:latin typeface="Calibri"/>
              <a:ea typeface="Calibri"/>
              <a:cs typeface="Calibri"/>
            </a:endParaRPr>
          </a:p>
          <a:p>
            <a:pPr marL="342900" indent="-342900" algn="l">
              <a:spcBef>
                <a:spcPct val="0"/>
              </a:spcBef>
              <a:buFont typeface="Arial,Sans-Serif" panose="02020603050405020304" pitchFamily="18" charset="0"/>
              <a:buChar char="•"/>
            </a:pPr>
            <a:r>
              <a:rPr lang="en-US" sz="2000" dirty="0">
                <a:solidFill>
                  <a:srgbClr val="272525"/>
                </a:solidFill>
                <a:latin typeface="Calibri"/>
                <a:ea typeface="+mn-lt"/>
                <a:cs typeface="+mn-lt"/>
              </a:rPr>
              <a:t>Analyzing &amp; Fixing Slow Queries</a:t>
            </a:r>
            <a:endParaRPr lang="en-US" sz="2000" dirty="0">
              <a:latin typeface="Calibri"/>
              <a:ea typeface="Calibri"/>
              <a:cs typeface="Calibri"/>
            </a:endParaRPr>
          </a:p>
          <a:p>
            <a:pPr marL="342900" indent="-342900" algn="l">
              <a:spcBef>
                <a:spcPct val="0"/>
              </a:spcBef>
              <a:buFont typeface="Arial,Sans-Serif" panose="02020603050405020304" pitchFamily="18" charset="0"/>
              <a:buChar char="•"/>
            </a:pPr>
            <a:r>
              <a:rPr lang="en-US" sz="2000" dirty="0">
                <a:solidFill>
                  <a:srgbClr val="272525"/>
                </a:solidFill>
                <a:latin typeface="Calibri"/>
                <a:ea typeface="+mn-lt"/>
                <a:cs typeface="+mn-lt"/>
              </a:rPr>
              <a:t>Cost estimation</a:t>
            </a:r>
            <a:endParaRPr lang="en-US" sz="2000" dirty="0">
              <a:latin typeface="Calibri"/>
              <a:ea typeface="Calibri"/>
              <a:cs typeface="Calibri"/>
            </a:endParaRPr>
          </a:p>
          <a:p>
            <a:pPr marL="342900" indent="-342900" algn="l">
              <a:spcBef>
                <a:spcPct val="0"/>
              </a:spcBef>
              <a:buFont typeface="Arial,Sans-Serif" panose="02020603050405020304" pitchFamily="18" charset="0"/>
              <a:buChar char="•"/>
            </a:pPr>
            <a:r>
              <a:rPr lang="en-US" sz="2000" dirty="0">
                <a:solidFill>
                  <a:srgbClr val="272525"/>
                </a:solidFill>
                <a:latin typeface="Calibri"/>
                <a:ea typeface="+mn-lt"/>
                <a:cs typeface="+mn-lt"/>
              </a:rPr>
              <a:t>Join strategies</a:t>
            </a:r>
            <a:endParaRPr lang="en-US" sz="2000">
              <a:latin typeface="Calibri"/>
              <a:ea typeface="Calibri"/>
              <a:cs typeface="Calibri"/>
            </a:endParaRPr>
          </a:p>
          <a:p>
            <a:pPr marL="342900" indent="-342900" algn="l">
              <a:spcBef>
                <a:spcPct val="0"/>
              </a:spcBef>
              <a:buFont typeface="Arial,Sans-Serif" panose="02020603050405020304" pitchFamily="18" charset="0"/>
              <a:buChar char="•"/>
            </a:pPr>
            <a:r>
              <a:rPr lang="en-US" sz="2000" dirty="0">
                <a:solidFill>
                  <a:srgbClr val="272525"/>
                </a:solidFill>
                <a:latin typeface="Calibri"/>
                <a:ea typeface="+mn-lt"/>
                <a:cs typeface="+mn-lt"/>
              </a:rPr>
              <a:t>Backup &amp; Restore Database</a:t>
            </a:r>
          </a:p>
          <a:p>
            <a:pPr marL="342900" indent="-342900" algn="l">
              <a:spcBef>
                <a:spcPct val="0"/>
              </a:spcBef>
              <a:buFont typeface="Arial,Sans-Serif" panose="02020603050405020304" pitchFamily="18" charset="0"/>
              <a:buChar char="•"/>
            </a:pPr>
            <a:r>
              <a:rPr lang="en-US" sz="2000" dirty="0">
                <a:solidFill>
                  <a:srgbClr val="272525"/>
                </a:solidFill>
                <a:latin typeface="Calibri"/>
                <a:ea typeface="+mn-lt"/>
                <a:cs typeface="+mn-lt"/>
              </a:rPr>
              <a:t>Security - Roles, GRANT &amp; REVOKE</a:t>
            </a:r>
            <a:endParaRPr lang="en-US" sz="2000" dirty="0">
              <a:latin typeface="Calibri"/>
              <a:ea typeface="Calibri"/>
              <a:cs typeface="Calibri"/>
            </a:endParaRPr>
          </a:p>
        </p:txBody>
      </p:sp>
    </p:spTree>
    <p:extLst>
      <p:ext uri="{BB962C8B-B14F-4D97-AF65-F5344CB8AC3E}">
        <p14:creationId xmlns:p14="http://schemas.microsoft.com/office/powerpoint/2010/main" val="2182333227"/>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3DDF99B-6096-4D26-C17C-B316AD3002A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846018F-7B74-CFE4-30EA-3E7668D1E24C}"/>
              </a:ext>
            </a:extLst>
          </p:cNvPr>
          <p:cNvSpPr>
            <a:spLocks noGrp="1"/>
          </p:cNvSpPr>
          <p:nvPr>
            <p:ph type="ctrTitle"/>
          </p:nvPr>
        </p:nvSpPr>
        <p:spPr>
          <a:xfrm>
            <a:off x="474593" y="83794"/>
            <a:ext cx="8413721" cy="1459682"/>
          </a:xfrm>
        </p:spPr>
        <p:txBody>
          <a:bodyPr/>
          <a:lstStyle/>
          <a:p>
            <a:pPr algn="l"/>
            <a:r>
              <a:rPr lang="en-US" sz="4000">
                <a:solidFill>
                  <a:schemeClr val="bg1"/>
                </a:solidFill>
                <a:ea typeface="+mj-lt"/>
                <a:cs typeface="+mj-lt"/>
              </a:rPr>
              <a:t>Transactions &amp; Data Consistency </a:t>
            </a:r>
            <a:endParaRPr lang="en-US" sz="4000">
              <a:solidFill>
                <a:schemeClr val="bg1"/>
              </a:solidFill>
              <a:cs typeface="Arial"/>
            </a:endParaRPr>
          </a:p>
        </p:txBody>
      </p:sp>
      <p:sp>
        <p:nvSpPr>
          <p:cNvPr id="8" name="Subtitle 7">
            <a:extLst>
              <a:ext uri="{FF2B5EF4-FFF2-40B4-BE49-F238E27FC236}">
                <a16:creationId xmlns:a16="http://schemas.microsoft.com/office/drawing/2014/main" id="{D38D1BCD-7380-D399-045B-4E1B4BDB9734}"/>
              </a:ext>
            </a:extLst>
          </p:cNvPr>
          <p:cNvSpPr>
            <a:spLocks noGrp="1"/>
          </p:cNvSpPr>
          <p:nvPr>
            <p:ph type="subTitle" idx="1"/>
          </p:nvPr>
        </p:nvSpPr>
        <p:spPr>
          <a:xfrm>
            <a:off x="478971" y="1545771"/>
            <a:ext cx="8402291" cy="2013857"/>
          </a:xfrm>
        </p:spPr>
        <p:txBody>
          <a:bodyPr/>
          <a:lstStyle/>
          <a:p>
            <a:pPr algn="l"/>
            <a:r>
              <a:rPr lang="en-US" sz="2000">
                <a:latin typeface="Calibri"/>
                <a:ea typeface="Calibri"/>
                <a:cs typeface="Calibri"/>
              </a:rPr>
              <a:t>PostgreSQL ensures data consistency through ACID-compliant transactions and a system called Multi-Version Concurrency Control (MVCC). Transactions guarantee that a series of operations are treated as a single unit of work, either all succeeding or all failing, which prevents the database from entering an invalid state.</a:t>
            </a:r>
          </a:p>
          <a:p>
            <a:pPr algn="l"/>
            <a:endParaRPr lang="en-US" sz="2000">
              <a:latin typeface="Calibri"/>
              <a:ea typeface="Calibri"/>
              <a:cs typeface="Calibri"/>
            </a:endParaRPr>
          </a:p>
          <a:p>
            <a:pPr algn="l"/>
            <a:r>
              <a:rPr lang="en-US" sz="2000" b="1">
                <a:latin typeface="Calibri"/>
                <a:ea typeface="+mn-lt"/>
                <a:cs typeface="+mn-lt"/>
              </a:rPr>
              <a:t>ACID Properties</a:t>
            </a:r>
          </a:p>
          <a:p>
            <a:pPr marL="342900" indent="-342900" algn="l">
              <a:buFont typeface="Arial" panose="02020603050405020304" pitchFamily="18" charset="0"/>
              <a:buChar char="•"/>
            </a:pPr>
            <a:r>
              <a:rPr lang="en-US" sz="2000">
                <a:latin typeface="Calibri"/>
                <a:ea typeface="+mn-lt"/>
                <a:cs typeface="+mn-lt"/>
              </a:rPr>
              <a:t>A – Atomicity: All or nothing</a:t>
            </a:r>
          </a:p>
          <a:p>
            <a:pPr marL="342900" indent="-342900" algn="l">
              <a:buFont typeface="Arial" panose="02020603050405020304" pitchFamily="18" charset="0"/>
              <a:buChar char="•"/>
            </a:pPr>
            <a:r>
              <a:rPr lang="en-US" sz="2000">
                <a:latin typeface="Calibri"/>
                <a:ea typeface="+mn-lt"/>
                <a:cs typeface="+mn-lt"/>
              </a:rPr>
              <a:t>C – Consistency: Database moves from </a:t>
            </a:r>
            <a:r>
              <a:rPr lang="en-US" sz="2000" b="1">
                <a:latin typeface="Calibri"/>
                <a:ea typeface="+mn-lt"/>
                <a:cs typeface="+mn-lt"/>
              </a:rPr>
              <a:t>one valid state to another</a:t>
            </a:r>
            <a:endParaRPr lang="en-US" sz="2000">
              <a:latin typeface="Calibri"/>
              <a:ea typeface="SimSun"/>
              <a:cs typeface="+mn-lt"/>
            </a:endParaRPr>
          </a:p>
          <a:p>
            <a:pPr marL="342900" indent="-342900" algn="l">
              <a:buFont typeface="Arial" panose="02020603050405020304" pitchFamily="18" charset="0"/>
              <a:buChar char="•"/>
            </a:pPr>
            <a:r>
              <a:rPr lang="en-US" sz="2000">
                <a:latin typeface="Calibri"/>
                <a:ea typeface="+mn-lt"/>
                <a:cs typeface="+mn-lt"/>
              </a:rPr>
              <a:t>I – Isolation: Concurrent transactions </a:t>
            </a:r>
            <a:r>
              <a:rPr lang="en-US" sz="2000" b="1">
                <a:latin typeface="Calibri"/>
                <a:ea typeface="+mn-lt"/>
                <a:cs typeface="+mn-lt"/>
              </a:rPr>
              <a:t>do not interfere</a:t>
            </a:r>
          </a:p>
          <a:p>
            <a:pPr marL="342900" indent="-342900" algn="l">
              <a:buFont typeface="Arial" panose="02020603050405020304" pitchFamily="18" charset="0"/>
              <a:buChar char="•"/>
            </a:pPr>
            <a:r>
              <a:rPr lang="en-US" sz="2000">
                <a:latin typeface="Calibri"/>
                <a:ea typeface="+mn-lt"/>
                <a:cs typeface="+mn-lt"/>
              </a:rPr>
              <a:t>D – Durability: Once committed, data </a:t>
            </a:r>
            <a:r>
              <a:rPr lang="en-US" sz="2000" b="1">
                <a:latin typeface="Calibri"/>
                <a:ea typeface="+mn-lt"/>
                <a:cs typeface="+mn-lt"/>
              </a:rPr>
              <a:t>survives crashes</a:t>
            </a:r>
            <a:endParaRPr lang="en-US" sz="2000">
              <a:latin typeface="Calibri"/>
              <a:ea typeface="+mn-lt"/>
              <a:cs typeface="+mn-lt"/>
            </a:endParaRPr>
          </a:p>
        </p:txBody>
      </p:sp>
    </p:spTree>
    <p:extLst>
      <p:ext uri="{BB962C8B-B14F-4D97-AF65-F5344CB8AC3E}">
        <p14:creationId xmlns:p14="http://schemas.microsoft.com/office/powerpoint/2010/main" val="938168400"/>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DAEBF31-CEF4-6B90-2100-0E5E866041D1}"/>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4D9CD1D-81A8-D274-8D76-1BDD3E19E4E1}"/>
              </a:ext>
            </a:extLst>
          </p:cNvPr>
          <p:cNvSpPr>
            <a:spLocks noGrp="1"/>
          </p:cNvSpPr>
          <p:nvPr>
            <p:ph type="ctrTitle"/>
          </p:nvPr>
        </p:nvSpPr>
        <p:spPr>
          <a:xfrm>
            <a:off x="474593" y="83794"/>
            <a:ext cx="8413721" cy="1459682"/>
          </a:xfrm>
        </p:spPr>
        <p:txBody>
          <a:bodyPr/>
          <a:lstStyle/>
          <a:p>
            <a:pPr algn="l"/>
            <a:r>
              <a:rPr lang="en-US" sz="4000">
                <a:solidFill>
                  <a:schemeClr val="bg1"/>
                </a:solidFill>
                <a:ea typeface="+mj-lt"/>
                <a:cs typeface="+mj-lt"/>
              </a:rPr>
              <a:t>Transactions &amp; Data Consistency </a:t>
            </a:r>
            <a:endParaRPr lang="en-US" sz="4000">
              <a:solidFill>
                <a:schemeClr val="bg1"/>
              </a:solidFill>
              <a:cs typeface="Arial"/>
            </a:endParaRPr>
          </a:p>
        </p:txBody>
      </p:sp>
      <p:sp>
        <p:nvSpPr>
          <p:cNvPr id="8" name="Subtitle 7">
            <a:extLst>
              <a:ext uri="{FF2B5EF4-FFF2-40B4-BE49-F238E27FC236}">
                <a16:creationId xmlns:a16="http://schemas.microsoft.com/office/drawing/2014/main" id="{30BAD767-837D-BD3E-911F-07651D95F904}"/>
              </a:ext>
            </a:extLst>
          </p:cNvPr>
          <p:cNvSpPr>
            <a:spLocks noGrp="1"/>
          </p:cNvSpPr>
          <p:nvPr>
            <p:ph type="subTitle" idx="1"/>
          </p:nvPr>
        </p:nvSpPr>
        <p:spPr>
          <a:xfrm>
            <a:off x="478971" y="1545771"/>
            <a:ext cx="8402291" cy="4486047"/>
          </a:xfrm>
        </p:spPr>
        <p:txBody>
          <a:bodyPr/>
          <a:lstStyle/>
          <a:p>
            <a:pPr algn="l"/>
            <a:r>
              <a:rPr lang="en-US" sz="2000" b="1">
                <a:latin typeface="Calibri"/>
                <a:ea typeface="Calibri"/>
                <a:cs typeface="Calibri"/>
              </a:rPr>
              <a:t>Transaction Management: </a:t>
            </a:r>
            <a:r>
              <a:rPr lang="en-US" sz="2000">
                <a:solidFill>
                  <a:srgbClr val="0A0A0A"/>
                </a:solidFill>
                <a:highlight>
                  <a:srgbClr val="FFFFFF"/>
                </a:highlight>
                <a:latin typeface="Calibri"/>
                <a:ea typeface="+mn-lt"/>
                <a:cs typeface="+mn-lt"/>
              </a:rPr>
              <a:t>PostgreSQL uses specific SQL commands to manage transactions and employs MVCC (Multi-Version Concurrency Control) for efficient, non-locking concurrency.</a:t>
            </a:r>
            <a:endParaRPr lang="en-US" sz="2000">
              <a:latin typeface="Calibri"/>
              <a:ea typeface="SimSun"/>
              <a:cs typeface="+mn-lt"/>
            </a:endParaRPr>
          </a:p>
          <a:p>
            <a:pPr algn="l"/>
            <a:endParaRPr lang="en-US" sz="2000">
              <a:solidFill>
                <a:srgbClr val="0A0A0A"/>
              </a:solidFill>
              <a:highlight>
                <a:srgbClr val="FFFFFF"/>
              </a:highlight>
              <a:latin typeface="Calibri"/>
              <a:ea typeface="+mn-lt"/>
              <a:cs typeface="+mn-lt"/>
            </a:endParaRPr>
          </a:p>
          <a:p>
            <a:pPr algn="l"/>
            <a:r>
              <a:rPr lang="en-US" sz="2000" b="1">
                <a:solidFill>
                  <a:srgbClr val="0A0A0A"/>
                </a:solidFill>
                <a:highlight>
                  <a:srgbClr val="FFFFFF"/>
                </a:highlight>
                <a:latin typeface="Calibri"/>
                <a:ea typeface="+mn-lt"/>
                <a:cs typeface="+mn-lt"/>
              </a:rPr>
              <a:t>Commands:</a:t>
            </a:r>
            <a:endParaRPr lang="en-US" sz="2000">
              <a:latin typeface="Calibri"/>
              <a:cs typeface="Arial"/>
            </a:endParaRPr>
          </a:p>
          <a:p>
            <a:pPr marL="342900" indent="-342900" algn="l">
              <a:buFont typeface="Arial" panose="02020603050405020304" pitchFamily="18" charset="0"/>
              <a:buChar char="•"/>
            </a:pPr>
            <a:r>
              <a:rPr lang="en-US" sz="2000">
                <a:solidFill>
                  <a:srgbClr val="0A0A0A"/>
                </a:solidFill>
                <a:highlight>
                  <a:srgbClr val="F3F5F6"/>
                </a:highlight>
                <a:latin typeface="Calibri"/>
                <a:cs typeface="Arial"/>
              </a:rPr>
              <a:t>BEGIN</a:t>
            </a:r>
            <a:r>
              <a:rPr lang="en-US" sz="2000">
                <a:solidFill>
                  <a:srgbClr val="0A0A0A"/>
                </a:solidFill>
                <a:highlight>
                  <a:srgbClr val="FFFFFF"/>
                </a:highlight>
                <a:latin typeface="Calibri"/>
                <a:ea typeface="+mn-lt"/>
                <a:cs typeface="+mn-lt"/>
              </a:rPr>
              <a:t> or </a:t>
            </a:r>
            <a:r>
              <a:rPr lang="en-US" sz="2000">
                <a:solidFill>
                  <a:srgbClr val="0A0A0A"/>
                </a:solidFill>
                <a:highlight>
                  <a:srgbClr val="F3F5F6"/>
                </a:highlight>
                <a:latin typeface="Calibri"/>
                <a:cs typeface="Arial"/>
              </a:rPr>
              <a:t>START TRANSACTION</a:t>
            </a:r>
            <a:r>
              <a:rPr lang="en-US" sz="2000">
                <a:solidFill>
                  <a:srgbClr val="0A0A0A"/>
                </a:solidFill>
                <a:highlight>
                  <a:srgbClr val="FFFFFF"/>
                </a:highlight>
                <a:latin typeface="Calibri"/>
                <a:ea typeface="+mn-lt"/>
                <a:cs typeface="+mn-lt"/>
              </a:rPr>
              <a:t>: Initiates a transaction block.</a:t>
            </a:r>
            <a:endParaRPr lang="en-US" sz="2000">
              <a:latin typeface="Calibri"/>
              <a:cs typeface="Arial"/>
            </a:endParaRPr>
          </a:p>
          <a:p>
            <a:pPr marL="342900" indent="-342900" algn="l">
              <a:buFont typeface="Arial" panose="02020603050405020304" pitchFamily="18" charset="0"/>
              <a:buChar char="•"/>
            </a:pPr>
            <a:r>
              <a:rPr lang="en-US" sz="2000">
                <a:solidFill>
                  <a:srgbClr val="0A0A0A"/>
                </a:solidFill>
                <a:highlight>
                  <a:srgbClr val="F3F5F6"/>
                </a:highlight>
                <a:latin typeface="Calibri"/>
                <a:cs typeface="Arial"/>
              </a:rPr>
              <a:t>COMMIT</a:t>
            </a:r>
            <a:r>
              <a:rPr lang="en-US" sz="2000">
                <a:solidFill>
                  <a:srgbClr val="0A0A0A"/>
                </a:solidFill>
                <a:highlight>
                  <a:srgbClr val="FFFFFF"/>
                </a:highlight>
                <a:latin typeface="Calibri"/>
                <a:ea typeface="+mn-lt"/>
                <a:cs typeface="+mn-lt"/>
              </a:rPr>
              <a:t>: Permanently saves all changes made within the transaction.</a:t>
            </a:r>
            <a:endParaRPr lang="en-US" sz="2000">
              <a:latin typeface="Calibri"/>
              <a:cs typeface="Arial"/>
            </a:endParaRPr>
          </a:p>
          <a:p>
            <a:pPr marL="342900" indent="-342900" algn="l">
              <a:buFont typeface="Arial" panose="02020603050405020304" pitchFamily="18" charset="0"/>
              <a:buChar char="•"/>
            </a:pPr>
            <a:r>
              <a:rPr lang="en-US" sz="2000">
                <a:solidFill>
                  <a:srgbClr val="0A0A0A"/>
                </a:solidFill>
                <a:highlight>
                  <a:srgbClr val="F3F5F6"/>
                </a:highlight>
                <a:latin typeface="Calibri"/>
                <a:cs typeface="Arial"/>
              </a:rPr>
              <a:t>ROLLBACK</a:t>
            </a:r>
            <a:r>
              <a:rPr lang="en-US" sz="2000">
                <a:solidFill>
                  <a:srgbClr val="0A0A0A"/>
                </a:solidFill>
                <a:highlight>
                  <a:srgbClr val="FFFFFF"/>
                </a:highlight>
                <a:latin typeface="Calibri"/>
                <a:ea typeface="+mn-lt"/>
                <a:cs typeface="+mn-lt"/>
              </a:rPr>
              <a:t>: Cancels all changes made in the current transaction, reverting the database to its state before the transaction began.</a:t>
            </a:r>
            <a:endParaRPr lang="en-US" sz="2000">
              <a:latin typeface="Calibri"/>
              <a:cs typeface="Arial"/>
            </a:endParaRPr>
          </a:p>
          <a:p>
            <a:pPr marL="342900" indent="-342900" algn="l">
              <a:buFont typeface="Arial" panose="02020603050405020304" pitchFamily="18" charset="0"/>
              <a:buChar char="•"/>
            </a:pPr>
            <a:r>
              <a:rPr lang="en-US" sz="2000">
                <a:solidFill>
                  <a:srgbClr val="0A0A0A"/>
                </a:solidFill>
                <a:highlight>
                  <a:srgbClr val="F3F5F6"/>
                </a:highlight>
                <a:latin typeface="Calibri"/>
                <a:cs typeface="Arial"/>
              </a:rPr>
              <a:t>SAVEPOINT</a:t>
            </a:r>
            <a:r>
              <a:rPr lang="en-US" sz="2000">
                <a:solidFill>
                  <a:srgbClr val="0A0A0A"/>
                </a:solidFill>
                <a:highlight>
                  <a:srgbClr val="FFFFFF"/>
                </a:highlight>
                <a:latin typeface="Calibri"/>
                <a:ea typeface="+mn-lt"/>
                <a:cs typeface="+mn-lt"/>
              </a:rPr>
              <a:t>: Sets intermediate rollback points within a transaction for partial rollbacks.</a:t>
            </a:r>
            <a:endParaRPr lang="en-US" sz="2000">
              <a:latin typeface="Calibri"/>
              <a:cs typeface="Arial"/>
            </a:endParaRPr>
          </a:p>
          <a:p>
            <a:pPr algn="l"/>
            <a:endParaRPr lang="en-US" sz="2000">
              <a:solidFill>
                <a:srgbClr val="0A0A0A"/>
              </a:solidFill>
              <a:highlight>
                <a:srgbClr val="FFFFFF"/>
              </a:highlight>
              <a:latin typeface="Calibri"/>
              <a:cs typeface="Arial"/>
            </a:endParaRPr>
          </a:p>
        </p:txBody>
      </p:sp>
    </p:spTree>
    <p:extLst>
      <p:ext uri="{BB962C8B-B14F-4D97-AF65-F5344CB8AC3E}">
        <p14:creationId xmlns:p14="http://schemas.microsoft.com/office/powerpoint/2010/main" val="4123530273"/>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62D1209-C4E8-A6B5-0784-E1E4920CCAC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DBE3884-9751-AE8C-ECAB-93E80337041A}"/>
              </a:ext>
            </a:extLst>
          </p:cNvPr>
          <p:cNvSpPr>
            <a:spLocks noGrp="1"/>
          </p:cNvSpPr>
          <p:nvPr>
            <p:ph type="ctrTitle"/>
          </p:nvPr>
        </p:nvSpPr>
        <p:spPr>
          <a:xfrm>
            <a:off x="474593" y="83794"/>
            <a:ext cx="8413721" cy="1459682"/>
          </a:xfrm>
        </p:spPr>
        <p:txBody>
          <a:bodyPr/>
          <a:lstStyle/>
          <a:p>
            <a:pPr algn="l"/>
            <a:r>
              <a:rPr lang="en-US" sz="4000">
                <a:solidFill>
                  <a:schemeClr val="bg1"/>
                </a:solidFill>
                <a:ea typeface="+mj-lt"/>
                <a:cs typeface="+mj-lt"/>
              </a:rPr>
              <a:t>Transactions &amp; Data Consistency </a:t>
            </a:r>
            <a:endParaRPr lang="en-US" sz="4000">
              <a:solidFill>
                <a:schemeClr val="bg1"/>
              </a:solidFill>
              <a:cs typeface="Arial"/>
            </a:endParaRPr>
          </a:p>
        </p:txBody>
      </p:sp>
      <p:sp>
        <p:nvSpPr>
          <p:cNvPr id="8" name="Subtitle 7">
            <a:extLst>
              <a:ext uri="{FF2B5EF4-FFF2-40B4-BE49-F238E27FC236}">
                <a16:creationId xmlns:a16="http://schemas.microsoft.com/office/drawing/2014/main" id="{FA0FF57E-BF08-69AB-5CA5-DCAD2D8C07C7}"/>
              </a:ext>
            </a:extLst>
          </p:cNvPr>
          <p:cNvSpPr>
            <a:spLocks noGrp="1"/>
          </p:cNvSpPr>
          <p:nvPr>
            <p:ph type="subTitle" idx="1"/>
          </p:nvPr>
        </p:nvSpPr>
        <p:spPr>
          <a:xfrm>
            <a:off x="478971" y="1545771"/>
            <a:ext cx="8505729" cy="4486047"/>
          </a:xfrm>
        </p:spPr>
        <p:txBody>
          <a:bodyPr/>
          <a:lstStyle/>
          <a:p>
            <a:pPr algn="l"/>
            <a:r>
              <a:rPr lang="en-US" sz="2000" b="1">
                <a:latin typeface="Calibri"/>
                <a:ea typeface="Calibri"/>
                <a:cs typeface="Calibri"/>
              </a:rPr>
              <a:t>Isolation Levels: </a:t>
            </a:r>
            <a:r>
              <a:rPr lang="en-US" sz="2000">
                <a:latin typeface="Calibri"/>
                <a:ea typeface="Calibri"/>
                <a:cs typeface="Calibri"/>
              </a:rPr>
              <a:t>PostgreSQL supports the standard SQL transaction isolation levels, which offer different trade-offs between consistency guarantees and performance: </a:t>
            </a:r>
            <a:endParaRPr lang="en-US" sz="2000">
              <a:latin typeface="SimSun"/>
              <a:ea typeface="SimSun"/>
              <a:cs typeface="Arial"/>
            </a:endParaRPr>
          </a:p>
          <a:p>
            <a:pPr marL="342900" indent="-342900" algn="l">
              <a:buFont typeface="Arial" panose="02020603050405020304" pitchFamily="18" charset="0"/>
              <a:buChar char="•"/>
            </a:pPr>
            <a:r>
              <a:rPr lang="en-US" sz="2000" b="1">
                <a:solidFill>
                  <a:srgbClr val="0A0A0A"/>
                </a:solidFill>
                <a:highlight>
                  <a:srgbClr val="FFFFFF"/>
                </a:highlight>
                <a:latin typeface="Calibri"/>
                <a:ea typeface="+mn-lt"/>
                <a:cs typeface="+mn-lt"/>
              </a:rPr>
              <a:t>Read Committed (Default):</a:t>
            </a:r>
            <a:r>
              <a:rPr lang="en-US" sz="2000">
                <a:solidFill>
                  <a:srgbClr val="0A0A0A"/>
                </a:solidFill>
                <a:highlight>
                  <a:srgbClr val="FFFFFF"/>
                </a:highlight>
                <a:latin typeface="Calibri"/>
                <a:ea typeface="+mn-lt"/>
                <a:cs typeface="+mn-lt"/>
              </a:rPr>
              <a:t> The most common level. A </a:t>
            </a:r>
            <a:r>
              <a:rPr lang="en-US" sz="2000">
                <a:solidFill>
                  <a:srgbClr val="0A0A0A"/>
                </a:solidFill>
                <a:highlight>
                  <a:srgbClr val="F3F5F6"/>
                </a:highlight>
                <a:latin typeface="Calibri"/>
                <a:ea typeface="+mn-lt"/>
                <a:cs typeface="+mn-lt"/>
              </a:rPr>
              <a:t>SELECT</a:t>
            </a:r>
            <a:r>
              <a:rPr lang="en-US" sz="2000">
                <a:solidFill>
                  <a:srgbClr val="0A0A0A"/>
                </a:solidFill>
                <a:highlight>
                  <a:srgbClr val="FFFFFF"/>
                </a:highlight>
                <a:latin typeface="Calibri"/>
                <a:ea typeface="+mn-lt"/>
                <a:cs typeface="+mn-lt"/>
              </a:rPr>
              <a:t> query sees a snapshot of the data as it was when that </a:t>
            </a:r>
            <a:r>
              <a:rPr lang="en-US" sz="2000" i="1">
                <a:solidFill>
                  <a:srgbClr val="0A0A0A"/>
                </a:solidFill>
                <a:highlight>
                  <a:srgbClr val="FFFFFF"/>
                </a:highlight>
                <a:latin typeface="Calibri"/>
                <a:ea typeface="+mn-lt"/>
                <a:cs typeface="+mn-lt"/>
              </a:rPr>
              <a:t>specific query</a:t>
            </a:r>
            <a:r>
              <a:rPr lang="en-US" sz="2000">
                <a:solidFill>
                  <a:srgbClr val="0A0A0A"/>
                </a:solidFill>
                <a:highlight>
                  <a:srgbClr val="FFFFFF"/>
                </a:highlight>
                <a:latin typeface="Calibri"/>
                <a:ea typeface="+mn-lt"/>
                <a:cs typeface="+mn-lt"/>
              </a:rPr>
              <a:t> started, preventing "dirty reads" (reading uncommitted data).</a:t>
            </a:r>
          </a:p>
          <a:p>
            <a:pPr marL="342900" indent="-342900" algn="l">
              <a:buFont typeface="Arial" panose="02020603050405020304" pitchFamily="18" charset="0"/>
              <a:buChar char="•"/>
            </a:pPr>
            <a:r>
              <a:rPr lang="en-US" sz="2000" b="1">
                <a:solidFill>
                  <a:srgbClr val="0A0A0A"/>
                </a:solidFill>
                <a:highlight>
                  <a:srgbClr val="FFFFFF"/>
                </a:highlight>
                <a:latin typeface="Calibri"/>
                <a:ea typeface="+mn-lt"/>
                <a:cs typeface="+mn-lt"/>
              </a:rPr>
              <a:t>Repeatable Read:</a:t>
            </a:r>
            <a:r>
              <a:rPr lang="en-US" sz="2000">
                <a:solidFill>
                  <a:srgbClr val="0A0A0A"/>
                </a:solidFill>
                <a:highlight>
                  <a:srgbClr val="FFFFFF"/>
                </a:highlight>
                <a:latin typeface="Calibri"/>
                <a:ea typeface="+mn-lt"/>
                <a:cs typeface="+mn-lt"/>
              </a:rPr>
              <a:t> Provides a stronger guarantee where a single snapshot is used for the </a:t>
            </a:r>
            <a:r>
              <a:rPr lang="en-US" sz="2000" i="1">
                <a:solidFill>
                  <a:srgbClr val="0A0A0A"/>
                </a:solidFill>
                <a:highlight>
                  <a:srgbClr val="FFFFFF"/>
                </a:highlight>
                <a:latin typeface="Calibri"/>
                <a:ea typeface="+mn-lt"/>
                <a:cs typeface="+mn-lt"/>
              </a:rPr>
              <a:t>entire transaction</a:t>
            </a:r>
            <a:r>
              <a:rPr lang="en-US" sz="2000">
                <a:solidFill>
                  <a:srgbClr val="0A0A0A"/>
                </a:solidFill>
                <a:highlight>
                  <a:srgbClr val="FFFFFF"/>
                </a:highlight>
                <a:latin typeface="Calibri"/>
                <a:ea typeface="+mn-lt"/>
                <a:cs typeface="+mn-lt"/>
              </a:rPr>
              <a:t>. This prevents non-repeatable and phantom reads (where a query returns a different set of rows the second time it's run). </a:t>
            </a:r>
          </a:p>
          <a:p>
            <a:pPr marL="342900" indent="-342900" algn="l">
              <a:buFont typeface="Arial" panose="02020603050405020304" pitchFamily="18" charset="0"/>
              <a:buChar char="•"/>
            </a:pPr>
            <a:r>
              <a:rPr lang="en-US" sz="2000" b="1">
                <a:solidFill>
                  <a:srgbClr val="0A0A0A"/>
                </a:solidFill>
                <a:highlight>
                  <a:srgbClr val="FFFFFF"/>
                </a:highlight>
                <a:latin typeface="Calibri"/>
                <a:ea typeface="Calibri"/>
                <a:cs typeface="Calibri"/>
              </a:rPr>
              <a:t>Serializable:</a:t>
            </a:r>
            <a:r>
              <a:rPr lang="en-US" sz="2000">
                <a:solidFill>
                  <a:srgbClr val="0A0A0A"/>
                </a:solidFill>
                <a:highlight>
                  <a:srgbClr val="FFFFFF"/>
                </a:highlight>
                <a:latin typeface="Calibri"/>
                <a:ea typeface="Calibri"/>
                <a:cs typeface="Calibri"/>
              </a:rPr>
              <a:t> </a:t>
            </a:r>
            <a:r>
              <a:rPr lang="en-US" sz="2000">
                <a:solidFill>
                  <a:srgbClr val="0A0A0A"/>
                </a:solidFill>
                <a:highlight>
                  <a:srgbClr val="FFFFFF"/>
                </a:highlight>
                <a:latin typeface="Calibri"/>
                <a:ea typeface="+mn-lt"/>
                <a:cs typeface="+mn-lt"/>
              </a:rPr>
              <a:t>The strictest level, emulating serial transaction execution. It prevents all concurrency anomalies, including serialization anomalies. If concurrent transactions could produce a result that is impossible in any one-at-a-time execution order, one will be forced to roll back. </a:t>
            </a:r>
            <a:endParaRPr lang="en-US" sz="2000">
              <a:solidFill>
                <a:srgbClr val="0A0A0A"/>
              </a:solidFill>
              <a:highlight>
                <a:srgbClr val="FFFFFF"/>
              </a:highlight>
              <a:latin typeface="Calibri"/>
              <a:cs typeface="Arial"/>
            </a:endParaRPr>
          </a:p>
        </p:txBody>
      </p:sp>
    </p:spTree>
    <p:extLst>
      <p:ext uri="{BB962C8B-B14F-4D97-AF65-F5344CB8AC3E}">
        <p14:creationId xmlns:p14="http://schemas.microsoft.com/office/powerpoint/2010/main" val="3270187714"/>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E35A367-EB60-89CD-33CC-E3F7EA047F2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75F867F-7CE5-CD15-0F11-F1DAF6AA232F}"/>
              </a:ext>
            </a:extLst>
          </p:cNvPr>
          <p:cNvSpPr>
            <a:spLocks noGrp="1"/>
          </p:cNvSpPr>
          <p:nvPr>
            <p:ph type="ctrTitle"/>
          </p:nvPr>
        </p:nvSpPr>
        <p:spPr>
          <a:xfrm>
            <a:off x="474593" y="83794"/>
            <a:ext cx="8413721" cy="1459682"/>
          </a:xfrm>
        </p:spPr>
        <p:txBody>
          <a:bodyPr/>
          <a:lstStyle/>
          <a:p>
            <a:pPr algn="l"/>
            <a:r>
              <a:rPr lang="en-US" sz="4000">
                <a:solidFill>
                  <a:schemeClr val="bg1"/>
                </a:solidFill>
                <a:ea typeface="+mj-lt"/>
                <a:cs typeface="+mj-lt"/>
              </a:rPr>
              <a:t>Transactions &amp; Data Consistency </a:t>
            </a:r>
            <a:endParaRPr lang="en-US" sz="4000">
              <a:solidFill>
                <a:schemeClr val="bg1"/>
              </a:solidFill>
              <a:cs typeface="Arial"/>
            </a:endParaRPr>
          </a:p>
        </p:txBody>
      </p:sp>
      <p:sp>
        <p:nvSpPr>
          <p:cNvPr id="8" name="Subtitle 7">
            <a:extLst>
              <a:ext uri="{FF2B5EF4-FFF2-40B4-BE49-F238E27FC236}">
                <a16:creationId xmlns:a16="http://schemas.microsoft.com/office/drawing/2014/main" id="{FB9F94B9-E2DE-6AF0-80AA-25BCF540B518}"/>
              </a:ext>
            </a:extLst>
          </p:cNvPr>
          <p:cNvSpPr>
            <a:spLocks noGrp="1"/>
          </p:cNvSpPr>
          <p:nvPr>
            <p:ph type="subTitle" idx="1"/>
          </p:nvPr>
        </p:nvSpPr>
        <p:spPr>
          <a:xfrm>
            <a:off x="478971" y="1545771"/>
            <a:ext cx="8505729" cy="4486047"/>
          </a:xfrm>
        </p:spPr>
        <p:txBody>
          <a:bodyPr/>
          <a:lstStyle/>
          <a:p>
            <a:pPr algn="l"/>
            <a:r>
              <a:rPr lang="en-US" sz="2000" b="1">
                <a:latin typeface="Calibri"/>
                <a:ea typeface="+mn-lt"/>
                <a:cs typeface="+mn-lt"/>
              </a:rPr>
              <a:t>Real-World Examples</a:t>
            </a:r>
            <a:endParaRPr lang="en-US" sz="2000">
              <a:latin typeface="Calibri"/>
              <a:cs typeface="Arial"/>
            </a:endParaRPr>
          </a:p>
          <a:p>
            <a:pPr marL="342900" indent="-342900" algn="l">
              <a:buFont typeface="Arial" panose="02020603050405020304" pitchFamily="18" charset="0"/>
              <a:buChar char="•"/>
            </a:pPr>
            <a:r>
              <a:rPr lang="en-US" sz="2000" b="1">
                <a:latin typeface="Calibri"/>
                <a:ea typeface="+mn-lt"/>
                <a:cs typeface="+mn-lt"/>
              </a:rPr>
              <a:t>Banking / Wallet System</a:t>
            </a:r>
            <a:r>
              <a:rPr lang="en-US" sz="2000">
                <a:latin typeface="Calibri"/>
                <a:ea typeface="+mn-lt"/>
                <a:cs typeface="+mn-lt"/>
              </a:rPr>
              <a:t>: Transferring money between two accounts—debit and credit must either both succeed or both fail.</a:t>
            </a:r>
            <a:endParaRPr lang="en-US" sz="2000">
              <a:latin typeface="Calibri"/>
              <a:cs typeface="Arial"/>
            </a:endParaRPr>
          </a:p>
          <a:p>
            <a:pPr marL="342900" indent="-342900" algn="l">
              <a:buFont typeface="Arial" panose="02020603050405020304" pitchFamily="18" charset="0"/>
              <a:buChar char="•"/>
            </a:pPr>
            <a:r>
              <a:rPr lang="en-US" sz="2000" b="1">
                <a:latin typeface="Calibri"/>
                <a:ea typeface="+mn-lt"/>
                <a:cs typeface="+mn-lt"/>
              </a:rPr>
              <a:t>Order Processing System</a:t>
            </a:r>
            <a:r>
              <a:rPr lang="en-US" sz="2000">
                <a:latin typeface="Calibri"/>
                <a:ea typeface="+mn-lt"/>
                <a:cs typeface="+mn-lt"/>
              </a:rPr>
              <a:t>: Create order → reserve inventory → generate invoice → payment fails → </a:t>
            </a:r>
            <a:r>
              <a:rPr lang="en-US" sz="2000">
                <a:latin typeface="Calibri"/>
                <a:ea typeface="Calibri"/>
                <a:cs typeface="Arial"/>
              </a:rPr>
              <a:t>ROLLBACK</a:t>
            </a:r>
            <a:r>
              <a:rPr lang="en-US" sz="2000">
                <a:latin typeface="Calibri"/>
                <a:ea typeface="+mn-lt"/>
                <a:cs typeface="+mn-lt"/>
              </a:rPr>
              <a:t> everything.</a:t>
            </a:r>
          </a:p>
          <a:p>
            <a:pPr marL="342900" indent="-342900" algn="l">
              <a:buFont typeface="Arial" panose="02020603050405020304" pitchFamily="18" charset="0"/>
              <a:buChar char="•"/>
            </a:pPr>
            <a:r>
              <a:rPr lang="en-US" sz="2000" b="1">
                <a:latin typeface="Calibri"/>
                <a:ea typeface="+mn-lt"/>
                <a:cs typeface="+mn-lt"/>
              </a:rPr>
              <a:t>Concurrent Updates</a:t>
            </a:r>
            <a:r>
              <a:rPr lang="en-US" sz="2000">
                <a:latin typeface="Calibri"/>
                <a:ea typeface="+mn-lt"/>
                <a:cs typeface="+mn-lt"/>
              </a:rPr>
              <a:t>: Two dispatchers assigning the same vehicle at the same time—locking prevents double assignment.</a:t>
            </a:r>
          </a:p>
          <a:p>
            <a:pPr marL="342900" indent="-342900" algn="l">
              <a:buFont typeface="Arial" panose="02020603050405020304" pitchFamily="18" charset="0"/>
              <a:buChar char="•"/>
            </a:pPr>
            <a:r>
              <a:rPr lang="en-US" sz="2000" b="1">
                <a:latin typeface="Calibri"/>
                <a:ea typeface="+mn-lt"/>
                <a:cs typeface="+mn-lt"/>
              </a:rPr>
              <a:t>Views</a:t>
            </a:r>
            <a:r>
              <a:rPr lang="en-US" sz="2000">
                <a:latin typeface="Calibri"/>
                <a:ea typeface="+mn-lt"/>
                <a:cs typeface="+mn-lt"/>
              </a:rPr>
              <a:t>: Creating a read-only view for reporting teams to avoid direct access to base tables.</a:t>
            </a:r>
          </a:p>
          <a:p>
            <a:pPr algn="l"/>
            <a:endParaRPr lang="en-US" sz="2000">
              <a:latin typeface="Calibri"/>
              <a:ea typeface="Calibri"/>
              <a:cs typeface="Calibri"/>
            </a:endParaRPr>
          </a:p>
        </p:txBody>
      </p:sp>
    </p:spTree>
    <p:extLst>
      <p:ext uri="{BB962C8B-B14F-4D97-AF65-F5344CB8AC3E}">
        <p14:creationId xmlns:p14="http://schemas.microsoft.com/office/powerpoint/2010/main" val="734453416"/>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3BC769D-BB0C-15BC-DCC3-FB7DBAB4E1F1}"/>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4FF2BD5-2A1C-BAC3-0020-EA0CBDADC9A8}"/>
              </a:ext>
            </a:extLst>
          </p:cNvPr>
          <p:cNvSpPr>
            <a:spLocks noGrp="1"/>
          </p:cNvSpPr>
          <p:nvPr>
            <p:ph type="ctrTitle"/>
          </p:nvPr>
        </p:nvSpPr>
        <p:spPr>
          <a:xfrm>
            <a:off x="474593" y="83794"/>
            <a:ext cx="8413721" cy="1459682"/>
          </a:xfrm>
        </p:spPr>
        <p:txBody>
          <a:bodyPr/>
          <a:lstStyle/>
          <a:p>
            <a:pPr algn="l"/>
            <a:r>
              <a:rPr lang="en-US" sz="3200">
                <a:solidFill>
                  <a:schemeClr val="bg1"/>
                </a:solidFill>
                <a:ea typeface="+mj-lt"/>
                <a:cs typeface="+mj-lt"/>
              </a:rPr>
              <a:t>Transactions </a:t>
            </a:r>
            <a:r>
              <a:rPr lang="en-US" sz="3200">
                <a:solidFill>
                  <a:schemeClr val="bg1"/>
                </a:solidFill>
                <a:latin typeface="Arial"/>
                <a:ea typeface="+mj-lt"/>
                <a:cs typeface="+mj-lt"/>
              </a:rPr>
              <a:t>BEGIN</a:t>
            </a:r>
            <a:r>
              <a:rPr lang="en-US" sz="3200">
                <a:solidFill>
                  <a:schemeClr val="bg1"/>
                </a:solidFill>
                <a:ea typeface="+mj-lt"/>
                <a:cs typeface="+mj-lt"/>
              </a:rPr>
              <a:t> / </a:t>
            </a:r>
            <a:r>
              <a:rPr lang="en-US" sz="3200">
                <a:solidFill>
                  <a:schemeClr val="bg1"/>
                </a:solidFill>
                <a:latin typeface="Arial"/>
                <a:ea typeface="+mj-lt"/>
                <a:cs typeface="+mj-lt"/>
              </a:rPr>
              <a:t>COMMIT</a:t>
            </a:r>
            <a:r>
              <a:rPr lang="en-US" sz="3200">
                <a:solidFill>
                  <a:schemeClr val="bg1"/>
                </a:solidFill>
                <a:ea typeface="+mj-lt"/>
                <a:cs typeface="+mj-lt"/>
              </a:rPr>
              <a:t> / </a:t>
            </a:r>
            <a:r>
              <a:rPr lang="en-US" sz="3200">
                <a:solidFill>
                  <a:schemeClr val="bg1"/>
                </a:solidFill>
                <a:latin typeface="Arial"/>
                <a:ea typeface="+mj-lt"/>
                <a:cs typeface="+mj-lt"/>
              </a:rPr>
              <a:t>ROLLBACK</a:t>
            </a:r>
            <a:r>
              <a:rPr lang="en-US" sz="3200">
                <a:solidFill>
                  <a:schemeClr val="bg1"/>
                </a:solidFill>
                <a:ea typeface="+mj-lt"/>
                <a:cs typeface="+mj-lt"/>
              </a:rPr>
              <a:t> / SAVEPOINT) </a:t>
            </a:r>
            <a:endParaRPr lang="en-US" sz="3200">
              <a:solidFill>
                <a:schemeClr val="bg1"/>
              </a:solidFill>
              <a:cs typeface="Arial"/>
            </a:endParaRPr>
          </a:p>
        </p:txBody>
      </p:sp>
      <p:sp>
        <p:nvSpPr>
          <p:cNvPr id="8" name="Subtitle 7">
            <a:extLst>
              <a:ext uri="{FF2B5EF4-FFF2-40B4-BE49-F238E27FC236}">
                <a16:creationId xmlns:a16="http://schemas.microsoft.com/office/drawing/2014/main" id="{B6F88DE4-2AF4-DE7D-B2A3-22B6B4D7BED9}"/>
              </a:ext>
            </a:extLst>
          </p:cNvPr>
          <p:cNvSpPr>
            <a:spLocks noGrp="1"/>
          </p:cNvSpPr>
          <p:nvPr>
            <p:ph type="subTitle" idx="1"/>
          </p:nvPr>
        </p:nvSpPr>
        <p:spPr>
          <a:xfrm>
            <a:off x="478971" y="1545771"/>
            <a:ext cx="8505729" cy="4486047"/>
          </a:xfrm>
        </p:spPr>
        <p:txBody>
          <a:bodyPr/>
          <a:lstStyle/>
          <a:p>
            <a:pPr algn="l"/>
            <a:r>
              <a:rPr lang="en-US" sz="2000" b="1">
                <a:latin typeface="Calibri"/>
                <a:ea typeface="+mn-lt"/>
                <a:cs typeface="+mn-lt"/>
              </a:rPr>
              <a:t>A transaction is a logical unit of work that must be all-or-nothing.</a:t>
            </a:r>
          </a:p>
          <a:p>
            <a:pPr algn="l"/>
            <a:r>
              <a:rPr lang="en-US" sz="2000" b="1">
                <a:latin typeface="Calibri"/>
                <a:cs typeface="Arial"/>
              </a:rPr>
              <a:t>Eg: </a:t>
            </a:r>
            <a:r>
              <a:rPr lang="en-US" sz="2000">
                <a:latin typeface="Calibri"/>
                <a:ea typeface="+mn-lt"/>
                <a:cs typeface="+mn-lt"/>
              </a:rPr>
              <a:t>Transfer money → debit + credit must both succeed or both fail.</a:t>
            </a:r>
          </a:p>
          <a:p>
            <a:pPr algn="l"/>
            <a:endParaRPr lang="en-US" sz="2000">
              <a:latin typeface="Calibri"/>
              <a:cs typeface="Arial"/>
            </a:endParaRPr>
          </a:p>
          <a:p>
            <a:pPr algn="l"/>
            <a:endParaRPr lang="en-US" sz="2000">
              <a:ea typeface="+mn-lt"/>
              <a:cs typeface="+mn-lt"/>
            </a:endParaRPr>
          </a:p>
          <a:p>
            <a:pPr algn="l"/>
            <a:endParaRPr lang="en-US" sz="2000">
              <a:ea typeface="+mn-lt"/>
              <a:cs typeface="+mn-lt"/>
            </a:endParaRPr>
          </a:p>
          <a:p>
            <a:pPr algn="l"/>
            <a:endParaRPr lang="en-US" sz="2000">
              <a:ea typeface="+mn-lt"/>
              <a:cs typeface="+mn-lt"/>
            </a:endParaRPr>
          </a:p>
          <a:p>
            <a:pPr algn="l"/>
            <a:r>
              <a:rPr lang="en-US" sz="2000" b="1">
                <a:ea typeface="+mn-lt"/>
                <a:cs typeface="+mn-lt"/>
              </a:rPr>
              <a:t>Transaction States (Internals)</a:t>
            </a:r>
            <a:endParaRPr lang="en-US" b="1">
              <a:ea typeface="+mn-lt"/>
              <a:cs typeface="+mn-lt"/>
            </a:endParaRPr>
          </a:p>
        </p:txBody>
      </p:sp>
      <p:graphicFrame>
        <p:nvGraphicFramePr>
          <p:cNvPr id="3" name="Table 2">
            <a:extLst>
              <a:ext uri="{FF2B5EF4-FFF2-40B4-BE49-F238E27FC236}">
                <a16:creationId xmlns:a16="http://schemas.microsoft.com/office/drawing/2014/main" id="{E8BA1A6A-F96F-FA75-8942-7DA7F163B939}"/>
              </a:ext>
            </a:extLst>
          </p:cNvPr>
          <p:cNvGraphicFramePr>
            <a:graphicFrameLocks noGrp="1"/>
          </p:cNvGraphicFramePr>
          <p:nvPr>
            <p:extLst>
              <p:ext uri="{D42A27DB-BD31-4B8C-83A1-F6EECF244321}">
                <p14:modId xmlns:p14="http://schemas.microsoft.com/office/powerpoint/2010/main" val="4244168944"/>
              </p:ext>
            </p:extLst>
          </p:nvPr>
        </p:nvGraphicFramePr>
        <p:xfrm>
          <a:off x="906946" y="2522054"/>
          <a:ext cx="4870073" cy="1463040"/>
        </p:xfrm>
        <a:graphic>
          <a:graphicData uri="http://schemas.openxmlformats.org/drawingml/2006/table">
            <a:tbl>
              <a:tblPr bandRow="1">
                <a:tableStyleId>{00A15C55-8517-42AA-B614-E9B94910E393}</a:tableStyleId>
              </a:tblPr>
              <a:tblGrid>
                <a:gridCol w="1490869">
                  <a:extLst>
                    <a:ext uri="{9D8B030D-6E8A-4147-A177-3AD203B41FA5}">
                      <a16:colId xmlns:a16="http://schemas.microsoft.com/office/drawing/2014/main" val="1589574958"/>
                    </a:ext>
                  </a:extLst>
                </a:gridCol>
                <a:gridCol w="3379204">
                  <a:extLst>
                    <a:ext uri="{9D8B030D-6E8A-4147-A177-3AD203B41FA5}">
                      <a16:colId xmlns:a16="http://schemas.microsoft.com/office/drawing/2014/main" val="349653155"/>
                    </a:ext>
                  </a:extLst>
                </a:gridCol>
              </a:tblGrid>
              <a:tr h="0">
                <a:tc>
                  <a:txBody>
                    <a:bodyPr/>
                    <a:lstStyle/>
                    <a:p>
                      <a:pPr>
                        <a:buNone/>
                      </a:pPr>
                      <a:r>
                        <a:rPr lang="en-US" b="1"/>
                        <a:t>Command</a:t>
                      </a:r>
                    </a:p>
                  </a:txBody>
                  <a:tcPr anchor="ctr"/>
                </a:tc>
                <a:tc>
                  <a:txBody>
                    <a:bodyPr/>
                    <a:lstStyle/>
                    <a:p>
                      <a:pPr>
                        <a:buNone/>
                      </a:pPr>
                      <a:r>
                        <a:rPr lang="en-US" b="1"/>
                        <a:t>Purpose</a:t>
                      </a:r>
                    </a:p>
                  </a:txBody>
                  <a:tcPr anchor="ctr"/>
                </a:tc>
                <a:extLst>
                  <a:ext uri="{0D108BD9-81ED-4DB2-BD59-A6C34878D82A}">
                    <a16:rowId xmlns:a16="http://schemas.microsoft.com/office/drawing/2014/main" val="3539183662"/>
                  </a:ext>
                </a:extLst>
              </a:tr>
              <a:tr h="0">
                <a:tc>
                  <a:txBody>
                    <a:bodyPr/>
                    <a:lstStyle/>
                    <a:p>
                      <a:pPr>
                        <a:buNone/>
                      </a:pPr>
                      <a:r>
                        <a:rPr lang="en-US"/>
                        <a:t>BEGIN</a:t>
                      </a:r>
                    </a:p>
                  </a:txBody>
                  <a:tcPr anchor="ctr"/>
                </a:tc>
                <a:tc>
                  <a:txBody>
                    <a:bodyPr/>
                    <a:lstStyle/>
                    <a:p>
                      <a:pPr>
                        <a:buNone/>
                      </a:pPr>
                      <a:r>
                        <a:rPr lang="en-US"/>
                        <a:t>Start a transaction</a:t>
                      </a:r>
                    </a:p>
                  </a:txBody>
                  <a:tcPr anchor="ctr"/>
                </a:tc>
                <a:extLst>
                  <a:ext uri="{0D108BD9-81ED-4DB2-BD59-A6C34878D82A}">
                    <a16:rowId xmlns:a16="http://schemas.microsoft.com/office/drawing/2014/main" val="1839635952"/>
                  </a:ext>
                </a:extLst>
              </a:tr>
              <a:tr h="0">
                <a:tc>
                  <a:txBody>
                    <a:bodyPr/>
                    <a:lstStyle/>
                    <a:p>
                      <a:pPr>
                        <a:buNone/>
                      </a:pPr>
                      <a:r>
                        <a:rPr lang="en-US"/>
                        <a:t>COMMIT</a:t>
                      </a:r>
                    </a:p>
                  </a:txBody>
                  <a:tcPr anchor="ctr"/>
                </a:tc>
                <a:tc>
                  <a:txBody>
                    <a:bodyPr/>
                    <a:lstStyle/>
                    <a:p>
                      <a:pPr>
                        <a:buNone/>
                      </a:pPr>
                      <a:r>
                        <a:rPr lang="en-US"/>
                        <a:t>Save changes permanently</a:t>
                      </a:r>
                    </a:p>
                  </a:txBody>
                  <a:tcPr anchor="ctr"/>
                </a:tc>
                <a:extLst>
                  <a:ext uri="{0D108BD9-81ED-4DB2-BD59-A6C34878D82A}">
                    <a16:rowId xmlns:a16="http://schemas.microsoft.com/office/drawing/2014/main" val="3226852720"/>
                  </a:ext>
                </a:extLst>
              </a:tr>
              <a:tr h="0">
                <a:tc>
                  <a:txBody>
                    <a:bodyPr/>
                    <a:lstStyle/>
                    <a:p>
                      <a:pPr>
                        <a:buNone/>
                      </a:pPr>
                      <a:r>
                        <a:rPr lang="en-US"/>
                        <a:t>ROLLBACK</a:t>
                      </a:r>
                    </a:p>
                  </a:txBody>
                  <a:tcPr anchor="ctr"/>
                </a:tc>
                <a:tc>
                  <a:txBody>
                    <a:bodyPr/>
                    <a:lstStyle/>
                    <a:p>
                      <a:pPr>
                        <a:buNone/>
                      </a:pPr>
                      <a:r>
                        <a:rPr lang="en-US"/>
                        <a:t>Undo all changes</a:t>
                      </a:r>
                    </a:p>
                  </a:txBody>
                  <a:tcPr anchor="ctr"/>
                </a:tc>
                <a:extLst>
                  <a:ext uri="{0D108BD9-81ED-4DB2-BD59-A6C34878D82A}">
                    <a16:rowId xmlns:a16="http://schemas.microsoft.com/office/drawing/2014/main" val="2691200721"/>
                  </a:ext>
                </a:extLst>
              </a:tr>
            </a:tbl>
          </a:graphicData>
        </a:graphic>
      </p:graphicFrame>
      <p:graphicFrame>
        <p:nvGraphicFramePr>
          <p:cNvPr id="5" name="Table 4">
            <a:extLst>
              <a:ext uri="{FF2B5EF4-FFF2-40B4-BE49-F238E27FC236}">
                <a16:creationId xmlns:a16="http://schemas.microsoft.com/office/drawing/2014/main" id="{2F8478A8-A948-E9EC-C684-53B70489B142}"/>
              </a:ext>
            </a:extLst>
          </p:cNvPr>
          <p:cNvGraphicFramePr>
            <a:graphicFrameLocks noGrp="1"/>
          </p:cNvGraphicFramePr>
          <p:nvPr>
            <p:extLst>
              <p:ext uri="{D42A27DB-BD31-4B8C-83A1-F6EECF244321}">
                <p14:modId xmlns:p14="http://schemas.microsoft.com/office/powerpoint/2010/main" val="2089446430"/>
              </p:ext>
            </p:extLst>
          </p:nvPr>
        </p:nvGraphicFramePr>
        <p:xfrm>
          <a:off x="956642" y="4447760"/>
          <a:ext cx="4820407" cy="2194560"/>
        </p:xfrm>
        <a:graphic>
          <a:graphicData uri="http://schemas.openxmlformats.org/drawingml/2006/table">
            <a:tbl>
              <a:tblPr bandRow="1">
                <a:tableStyleId>{00A15C55-8517-42AA-B614-E9B94910E393}</a:tableStyleId>
              </a:tblPr>
              <a:tblGrid>
                <a:gridCol w="1627532">
                  <a:extLst>
                    <a:ext uri="{9D8B030D-6E8A-4147-A177-3AD203B41FA5}">
                      <a16:colId xmlns:a16="http://schemas.microsoft.com/office/drawing/2014/main" val="325928772"/>
                    </a:ext>
                  </a:extLst>
                </a:gridCol>
                <a:gridCol w="3192875">
                  <a:extLst>
                    <a:ext uri="{9D8B030D-6E8A-4147-A177-3AD203B41FA5}">
                      <a16:colId xmlns:a16="http://schemas.microsoft.com/office/drawing/2014/main" val="634582706"/>
                    </a:ext>
                  </a:extLst>
                </a:gridCol>
              </a:tblGrid>
              <a:tr h="0">
                <a:tc>
                  <a:txBody>
                    <a:bodyPr/>
                    <a:lstStyle/>
                    <a:p>
                      <a:pPr>
                        <a:buNone/>
                      </a:pPr>
                      <a:r>
                        <a:rPr lang="en-US" b="1"/>
                        <a:t>State</a:t>
                      </a:r>
                    </a:p>
                  </a:txBody>
                  <a:tcPr anchor="ctr"/>
                </a:tc>
                <a:tc>
                  <a:txBody>
                    <a:bodyPr/>
                    <a:lstStyle/>
                    <a:p>
                      <a:pPr>
                        <a:buNone/>
                      </a:pPr>
                      <a:r>
                        <a:rPr lang="en-US" b="1"/>
                        <a:t>Meaning</a:t>
                      </a:r>
                    </a:p>
                  </a:txBody>
                  <a:tcPr anchor="ctr"/>
                </a:tc>
                <a:extLst>
                  <a:ext uri="{0D108BD9-81ED-4DB2-BD59-A6C34878D82A}">
                    <a16:rowId xmlns:a16="http://schemas.microsoft.com/office/drawing/2014/main" val="2220507060"/>
                  </a:ext>
                </a:extLst>
              </a:tr>
              <a:tr h="0">
                <a:tc>
                  <a:txBody>
                    <a:bodyPr/>
                    <a:lstStyle/>
                    <a:p>
                      <a:pPr>
                        <a:buNone/>
                      </a:pPr>
                      <a:r>
                        <a:rPr lang="en-US"/>
                        <a:t>Idle</a:t>
                      </a:r>
                    </a:p>
                  </a:txBody>
                  <a:tcPr anchor="ctr"/>
                </a:tc>
                <a:tc>
                  <a:txBody>
                    <a:bodyPr/>
                    <a:lstStyle/>
                    <a:p>
                      <a:pPr>
                        <a:buNone/>
                      </a:pPr>
                      <a:r>
                        <a:rPr lang="en-US"/>
                        <a:t>No transaction</a:t>
                      </a:r>
                    </a:p>
                  </a:txBody>
                  <a:tcPr anchor="ctr"/>
                </a:tc>
                <a:extLst>
                  <a:ext uri="{0D108BD9-81ED-4DB2-BD59-A6C34878D82A}">
                    <a16:rowId xmlns:a16="http://schemas.microsoft.com/office/drawing/2014/main" val="1607574630"/>
                  </a:ext>
                </a:extLst>
              </a:tr>
              <a:tr h="0">
                <a:tc>
                  <a:txBody>
                    <a:bodyPr/>
                    <a:lstStyle/>
                    <a:p>
                      <a:pPr>
                        <a:buNone/>
                      </a:pPr>
                      <a:r>
                        <a:rPr lang="en-US"/>
                        <a:t>Active</a:t>
                      </a:r>
                    </a:p>
                  </a:txBody>
                  <a:tcPr anchor="ctr"/>
                </a:tc>
                <a:tc>
                  <a:txBody>
                    <a:bodyPr/>
                    <a:lstStyle/>
                    <a:p>
                      <a:pPr>
                        <a:buNone/>
                      </a:pPr>
                      <a:r>
                        <a:rPr lang="en-US"/>
                        <a:t>Running</a:t>
                      </a:r>
                    </a:p>
                  </a:txBody>
                  <a:tcPr anchor="ctr"/>
                </a:tc>
                <a:extLst>
                  <a:ext uri="{0D108BD9-81ED-4DB2-BD59-A6C34878D82A}">
                    <a16:rowId xmlns:a16="http://schemas.microsoft.com/office/drawing/2014/main" val="492181094"/>
                  </a:ext>
                </a:extLst>
              </a:tr>
              <a:tr h="0">
                <a:tc>
                  <a:txBody>
                    <a:bodyPr/>
                    <a:lstStyle/>
                    <a:p>
                      <a:pPr>
                        <a:buNone/>
                      </a:pPr>
                      <a:r>
                        <a:rPr lang="en-US"/>
                        <a:t>Failed</a:t>
                      </a:r>
                    </a:p>
                  </a:txBody>
                  <a:tcPr anchor="ctr"/>
                </a:tc>
                <a:tc>
                  <a:txBody>
                    <a:bodyPr/>
                    <a:lstStyle/>
                    <a:p>
                      <a:pPr>
                        <a:buNone/>
                      </a:pPr>
                      <a:r>
                        <a:rPr lang="en-US"/>
                        <a:t>Error occurred</a:t>
                      </a:r>
                    </a:p>
                  </a:txBody>
                  <a:tcPr anchor="ctr"/>
                </a:tc>
                <a:extLst>
                  <a:ext uri="{0D108BD9-81ED-4DB2-BD59-A6C34878D82A}">
                    <a16:rowId xmlns:a16="http://schemas.microsoft.com/office/drawing/2014/main" val="140240767"/>
                  </a:ext>
                </a:extLst>
              </a:tr>
              <a:tr h="0">
                <a:tc>
                  <a:txBody>
                    <a:bodyPr/>
                    <a:lstStyle/>
                    <a:p>
                      <a:pPr>
                        <a:buNone/>
                      </a:pPr>
                      <a:r>
                        <a:rPr lang="en-US"/>
                        <a:t>Committed</a:t>
                      </a:r>
                    </a:p>
                  </a:txBody>
                  <a:tcPr anchor="ctr"/>
                </a:tc>
                <a:tc>
                  <a:txBody>
                    <a:bodyPr/>
                    <a:lstStyle/>
                    <a:p>
                      <a:pPr>
                        <a:buNone/>
                      </a:pPr>
                      <a:r>
                        <a:rPr lang="en-US"/>
                        <a:t>Saved</a:t>
                      </a:r>
                    </a:p>
                  </a:txBody>
                  <a:tcPr anchor="ctr"/>
                </a:tc>
                <a:extLst>
                  <a:ext uri="{0D108BD9-81ED-4DB2-BD59-A6C34878D82A}">
                    <a16:rowId xmlns:a16="http://schemas.microsoft.com/office/drawing/2014/main" val="2334600849"/>
                  </a:ext>
                </a:extLst>
              </a:tr>
              <a:tr h="0">
                <a:tc>
                  <a:txBody>
                    <a:bodyPr/>
                    <a:lstStyle/>
                    <a:p>
                      <a:pPr>
                        <a:buNone/>
                      </a:pPr>
                      <a:r>
                        <a:rPr lang="en-US"/>
                        <a:t>Aborted</a:t>
                      </a:r>
                    </a:p>
                  </a:txBody>
                  <a:tcPr anchor="ctr"/>
                </a:tc>
                <a:tc>
                  <a:txBody>
                    <a:bodyPr/>
                    <a:lstStyle/>
                    <a:p>
                      <a:pPr>
                        <a:buNone/>
                      </a:pPr>
                      <a:r>
                        <a:rPr lang="en-US"/>
                        <a:t>Rolled back</a:t>
                      </a:r>
                    </a:p>
                  </a:txBody>
                  <a:tcPr anchor="ctr"/>
                </a:tc>
                <a:extLst>
                  <a:ext uri="{0D108BD9-81ED-4DB2-BD59-A6C34878D82A}">
                    <a16:rowId xmlns:a16="http://schemas.microsoft.com/office/drawing/2014/main" val="2487977451"/>
                  </a:ext>
                </a:extLst>
              </a:tr>
            </a:tbl>
          </a:graphicData>
        </a:graphic>
      </p:graphicFrame>
    </p:spTree>
    <p:extLst>
      <p:ext uri="{BB962C8B-B14F-4D97-AF65-F5344CB8AC3E}">
        <p14:creationId xmlns:p14="http://schemas.microsoft.com/office/powerpoint/2010/main" val="504923271"/>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8C3E004-101B-05E3-3FCF-ECEF2781A26F}"/>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51762F3-EAE6-CFA3-A22C-875E12601636}"/>
              </a:ext>
            </a:extLst>
          </p:cNvPr>
          <p:cNvSpPr>
            <a:spLocks noGrp="1"/>
          </p:cNvSpPr>
          <p:nvPr>
            <p:ph type="ctrTitle"/>
          </p:nvPr>
        </p:nvSpPr>
        <p:spPr>
          <a:xfrm>
            <a:off x="474593" y="83794"/>
            <a:ext cx="8413721" cy="1459682"/>
          </a:xfrm>
        </p:spPr>
        <p:txBody>
          <a:bodyPr/>
          <a:lstStyle/>
          <a:p>
            <a:pPr algn="l"/>
            <a:r>
              <a:rPr lang="en-US" sz="4000">
                <a:solidFill>
                  <a:srgbClr val="FFFFFF"/>
                </a:solidFill>
                <a:latin typeface="Arial"/>
                <a:ea typeface="Calibri"/>
                <a:cs typeface="Arial"/>
              </a:rPr>
              <a:t>Query Performance Fundamentals</a:t>
            </a:r>
          </a:p>
        </p:txBody>
      </p:sp>
      <p:sp>
        <p:nvSpPr>
          <p:cNvPr id="8" name="Subtitle 7">
            <a:extLst>
              <a:ext uri="{FF2B5EF4-FFF2-40B4-BE49-F238E27FC236}">
                <a16:creationId xmlns:a16="http://schemas.microsoft.com/office/drawing/2014/main" id="{C315E29F-602F-AB7C-DC4E-910396244D2A}"/>
              </a:ext>
            </a:extLst>
          </p:cNvPr>
          <p:cNvSpPr>
            <a:spLocks noGrp="1"/>
          </p:cNvSpPr>
          <p:nvPr>
            <p:ph type="subTitle" idx="1"/>
          </p:nvPr>
        </p:nvSpPr>
        <p:spPr>
          <a:xfrm>
            <a:off x="478971" y="1545771"/>
            <a:ext cx="8505729" cy="4486047"/>
          </a:xfrm>
        </p:spPr>
        <p:txBody>
          <a:bodyPr/>
          <a:lstStyle/>
          <a:p>
            <a:pPr algn="l"/>
            <a:r>
              <a:rPr lang="en-US" sz="2000">
                <a:latin typeface="Calibri"/>
                <a:ea typeface="+mn-lt"/>
                <a:cs typeface="+mn-lt"/>
              </a:rPr>
              <a:t>PostgreSQL query performance hinges on a few core fundamentals: understanding the </a:t>
            </a:r>
            <a:r>
              <a:rPr lang="en-US" sz="2000" b="1">
                <a:solidFill>
                  <a:srgbClr val="0A0A0A"/>
                </a:solidFill>
                <a:highlight>
                  <a:srgbClr val="FFFFFF"/>
                </a:highlight>
                <a:latin typeface="Calibri"/>
                <a:ea typeface="+mn-lt"/>
                <a:cs typeface="+mn-lt"/>
              </a:rPr>
              <a:t>query planner</a:t>
            </a:r>
            <a:r>
              <a:rPr lang="en-US" sz="2000">
                <a:solidFill>
                  <a:srgbClr val="0A0A0A"/>
                </a:solidFill>
                <a:highlight>
                  <a:srgbClr val="FFFFFF"/>
                </a:highlight>
                <a:latin typeface="Calibri"/>
                <a:ea typeface="+mn-lt"/>
                <a:cs typeface="+mn-lt"/>
              </a:rPr>
              <a:t> using </a:t>
            </a:r>
            <a:r>
              <a:rPr lang="en-US" sz="2000">
                <a:solidFill>
                  <a:srgbClr val="0A0A0A"/>
                </a:solidFill>
                <a:highlight>
                  <a:srgbClr val="F3F5F6"/>
                </a:highlight>
                <a:latin typeface="Calibri"/>
                <a:ea typeface="+mn-lt"/>
                <a:cs typeface="+mn-lt"/>
              </a:rPr>
              <a:t>EXPLAIN ANALYZE</a:t>
            </a:r>
            <a:r>
              <a:rPr lang="en-US" sz="2000">
                <a:solidFill>
                  <a:srgbClr val="0A0A0A"/>
                </a:solidFill>
                <a:highlight>
                  <a:srgbClr val="FFFFFF"/>
                </a:highlight>
                <a:latin typeface="Calibri"/>
                <a:ea typeface="+mn-lt"/>
                <a:cs typeface="+mn-lt"/>
              </a:rPr>
              <a:t>, leveraging </a:t>
            </a:r>
            <a:r>
              <a:rPr lang="en-US" sz="2000" b="1">
                <a:solidFill>
                  <a:srgbClr val="0A0A0A"/>
                </a:solidFill>
                <a:highlight>
                  <a:srgbClr val="FFFFFF"/>
                </a:highlight>
                <a:latin typeface="Calibri"/>
                <a:ea typeface="+mn-lt"/>
                <a:cs typeface="+mn-lt"/>
              </a:rPr>
              <a:t>effective indexing</a:t>
            </a:r>
            <a:r>
              <a:rPr lang="en-US" sz="2000">
                <a:solidFill>
                  <a:srgbClr val="0A0A0A"/>
                </a:solidFill>
                <a:highlight>
                  <a:srgbClr val="FFFFFF"/>
                </a:highlight>
                <a:latin typeface="Calibri"/>
                <a:ea typeface="+mn-lt"/>
                <a:cs typeface="+mn-lt"/>
              </a:rPr>
              <a:t>, and appropriate </a:t>
            </a:r>
            <a:r>
              <a:rPr lang="en-US" sz="2000" b="1">
                <a:solidFill>
                  <a:srgbClr val="0A0A0A"/>
                </a:solidFill>
                <a:highlight>
                  <a:srgbClr val="FFFFFF"/>
                </a:highlight>
                <a:latin typeface="Calibri"/>
                <a:ea typeface="+mn-lt"/>
                <a:cs typeface="+mn-lt"/>
              </a:rPr>
              <a:t>server configuration</a:t>
            </a:r>
            <a:r>
              <a:rPr lang="en-US" sz="2000">
                <a:solidFill>
                  <a:srgbClr val="0A0A0A"/>
                </a:solidFill>
                <a:highlight>
                  <a:srgbClr val="FFFFFF"/>
                </a:highlight>
                <a:latin typeface="Calibri"/>
                <a:ea typeface="+mn-lt"/>
                <a:cs typeface="+mn-lt"/>
              </a:rPr>
              <a:t>. </a:t>
            </a:r>
            <a:endParaRPr lang="en-US" sz="2000">
              <a:latin typeface="Calibri"/>
              <a:cs typeface="Calibri"/>
            </a:endParaRPr>
          </a:p>
          <a:p>
            <a:pPr algn="l"/>
            <a:endParaRPr lang="en-US" sz="2000">
              <a:latin typeface="Calibri"/>
              <a:ea typeface="+mn-lt"/>
              <a:cs typeface="+mn-lt"/>
            </a:endParaRPr>
          </a:p>
          <a:p>
            <a:pPr algn="l"/>
            <a:r>
              <a:rPr lang="en-US" sz="2000">
                <a:latin typeface="Calibri"/>
                <a:ea typeface="+mn-lt"/>
                <a:cs typeface="+mn-lt"/>
              </a:rPr>
              <a:t>Why Query Performance Matters?</a:t>
            </a:r>
            <a:endParaRPr lang="en-US" sz="2000">
              <a:latin typeface="Calibri"/>
              <a:ea typeface="SimSun"/>
              <a:cs typeface="+mn-lt"/>
            </a:endParaRPr>
          </a:p>
          <a:p>
            <a:pPr marL="285750" indent="-285750" algn="l">
              <a:buFont typeface="Arial"/>
              <a:buChar char="•"/>
            </a:pPr>
            <a:r>
              <a:rPr lang="en-US" sz="2000">
                <a:latin typeface="Calibri"/>
                <a:ea typeface="+mn-lt"/>
                <a:cs typeface="+mn-lt"/>
              </a:rPr>
              <a:t>Slow queries = slow applications</a:t>
            </a:r>
            <a:endParaRPr lang="en-US" sz="2000">
              <a:latin typeface="Calibri"/>
              <a:cs typeface="Arial"/>
            </a:endParaRPr>
          </a:p>
          <a:p>
            <a:pPr marL="285750" indent="-285750" algn="l">
              <a:buFont typeface="Arial"/>
              <a:buChar char="•"/>
            </a:pPr>
            <a:r>
              <a:rPr lang="en-US" sz="2000">
                <a:latin typeface="Calibri"/>
                <a:ea typeface="+mn-lt"/>
                <a:cs typeface="+mn-lt"/>
              </a:rPr>
              <a:t>Affects:</a:t>
            </a:r>
            <a:endParaRPr lang="en-US" sz="2000">
              <a:latin typeface="Calibri"/>
              <a:cs typeface="Arial"/>
            </a:endParaRPr>
          </a:p>
          <a:p>
            <a:pPr marL="742950" lvl="1" indent="-285750" algn="l">
              <a:buFont typeface="Courier New"/>
              <a:buChar char="o"/>
            </a:pPr>
            <a:r>
              <a:rPr lang="en-US" sz="2000">
                <a:latin typeface="Calibri"/>
                <a:ea typeface="+mn-lt"/>
                <a:cs typeface="+mn-lt"/>
              </a:rPr>
              <a:t>Throughput</a:t>
            </a:r>
            <a:endParaRPr lang="en-US" sz="2000">
              <a:latin typeface="Calibri"/>
              <a:cs typeface="Arial"/>
            </a:endParaRPr>
          </a:p>
          <a:p>
            <a:pPr marL="742950" lvl="1" indent="-285750" algn="l">
              <a:buFont typeface="Courier New"/>
              <a:buChar char="o"/>
            </a:pPr>
            <a:r>
              <a:rPr lang="en-US" sz="2000">
                <a:latin typeface="Calibri"/>
                <a:ea typeface="+mn-lt"/>
                <a:cs typeface="+mn-lt"/>
              </a:rPr>
              <a:t>Concurrency</a:t>
            </a:r>
            <a:endParaRPr lang="en-US" sz="2000">
              <a:latin typeface="Calibri"/>
              <a:cs typeface="Arial"/>
            </a:endParaRPr>
          </a:p>
          <a:p>
            <a:pPr marL="742950" lvl="1" indent="-285750" algn="l">
              <a:buFont typeface="Courier New"/>
              <a:buChar char="o"/>
            </a:pPr>
            <a:r>
              <a:rPr lang="en-US" sz="2000">
                <a:latin typeface="Calibri"/>
                <a:ea typeface="+mn-lt"/>
                <a:cs typeface="+mn-lt"/>
              </a:rPr>
              <a:t>User experience</a:t>
            </a:r>
            <a:endParaRPr lang="en-US" sz="2000">
              <a:latin typeface="Calibri"/>
              <a:cs typeface="Arial"/>
            </a:endParaRPr>
          </a:p>
          <a:p>
            <a:pPr marL="285750" indent="-285750" algn="l">
              <a:buFont typeface="Arial"/>
              <a:buChar char="•"/>
            </a:pPr>
            <a:r>
              <a:rPr lang="en-US" sz="2000">
                <a:latin typeface="Calibri"/>
                <a:ea typeface="+mn-lt"/>
                <a:cs typeface="+mn-lt"/>
              </a:rPr>
              <a:t>80–90% of DB performance issues come from </a:t>
            </a:r>
            <a:r>
              <a:rPr lang="en-US" sz="2000" b="1">
                <a:latin typeface="Calibri"/>
                <a:ea typeface="+mn-lt"/>
                <a:cs typeface="+mn-lt"/>
              </a:rPr>
              <a:t>bad queries or missing indexes</a:t>
            </a:r>
            <a:endParaRPr lang="en-US" sz="2000">
              <a:latin typeface="Calibri"/>
              <a:cs typeface="Arial"/>
            </a:endParaRPr>
          </a:p>
          <a:p>
            <a:pPr algn="l"/>
            <a:endParaRPr lang="en-US" sz="2000">
              <a:latin typeface="Calibri"/>
              <a:cs typeface="Arial"/>
            </a:endParaRPr>
          </a:p>
        </p:txBody>
      </p:sp>
    </p:spTree>
    <p:extLst>
      <p:ext uri="{BB962C8B-B14F-4D97-AF65-F5344CB8AC3E}">
        <p14:creationId xmlns:p14="http://schemas.microsoft.com/office/powerpoint/2010/main" val="3308292512"/>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0A2F3B1-8B44-3F12-3292-76FB8C5FC47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226513BD-57C2-D5A6-910E-95AB9213747B}"/>
              </a:ext>
            </a:extLst>
          </p:cNvPr>
          <p:cNvSpPr>
            <a:spLocks noGrp="1"/>
          </p:cNvSpPr>
          <p:nvPr>
            <p:ph type="ctrTitle"/>
          </p:nvPr>
        </p:nvSpPr>
        <p:spPr>
          <a:xfrm>
            <a:off x="474593" y="83794"/>
            <a:ext cx="8413721" cy="1459682"/>
          </a:xfrm>
        </p:spPr>
        <p:txBody>
          <a:bodyPr/>
          <a:lstStyle/>
          <a:p>
            <a:pPr algn="l"/>
            <a:r>
              <a:rPr lang="en-US" sz="4000">
                <a:solidFill>
                  <a:srgbClr val="FFFFFF"/>
                </a:solidFill>
                <a:latin typeface="Arial"/>
                <a:ea typeface="Calibri"/>
                <a:cs typeface="Arial"/>
              </a:rPr>
              <a:t>Query Performance Fundamentals</a:t>
            </a:r>
          </a:p>
        </p:txBody>
      </p:sp>
      <p:sp>
        <p:nvSpPr>
          <p:cNvPr id="8" name="Subtitle 7">
            <a:extLst>
              <a:ext uri="{FF2B5EF4-FFF2-40B4-BE49-F238E27FC236}">
                <a16:creationId xmlns:a16="http://schemas.microsoft.com/office/drawing/2014/main" id="{675B00DD-0536-7CB5-EA50-C1674D80B926}"/>
              </a:ext>
            </a:extLst>
          </p:cNvPr>
          <p:cNvSpPr>
            <a:spLocks noGrp="1"/>
          </p:cNvSpPr>
          <p:nvPr>
            <p:ph type="subTitle" idx="1"/>
          </p:nvPr>
        </p:nvSpPr>
        <p:spPr>
          <a:xfrm>
            <a:off x="478971" y="1545771"/>
            <a:ext cx="8505729" cy="4486047"/>
          </a:xfrm>
        </p:spPr>
        <p:txBody>
          <a:bodyPr/>
          <a:lstStyle/>
          <a:p>
            <a:pPr algn="l"/>
            <a:r>
              <a:rPr lang="en-US" sz="2000" b="1">
                <a:solidFill>
                  <a:schemeClr val="tx1"/>
                </a:solidFill>
                <a:highlight>
                  <a:srgbClr val="FFFFFF"/>
                </a:highlight>
                <a:latin typeface="Calibri"/>
                <a:ea typeface="+mn-lt"/>
                <a:cs typeface="+mn-lt"/>
              </a:rPr>
              <a:t>Understanding the Query Planner (EXPLAIN ANALYZE): </a:t>
            </a:r>
            <a:r>
              <a:rPr lang="en-US" sz="2000">
                <a:solidFill>
                  <a:schemeClr val="tx1"/>
                </a:solidFill>
                <a:highlight>
                  <a:srgbClr val="FFFFFF"/>
                </a:highlight>
                <a:latin typeface="Calibri"/>
                <a:ea typeface="+mn-lt"/>
                <a:cs typeface="+mn-lt"/>
              </a:rPr>
              <a:t>PostgreSQL uses a cost-based optimizer that estimates the cheapest way to execute a query. The </a:t>
            </a:r>
            <a:r>
              <a:rPr lang="en-US" sz="2000">
                <a:solidFill>
                  <a:schemeClr val="tx1"/>
                </a:solidFill>
                <a:highlight>
                  <a:srgbClr val="F3F5F6"/>
                </a:highlight>
                <a:latin typeface="Calibri"/>
                <a:cs typeface="Arial"/>
              </a:rPr>
              <a:t>EXPLAIN</a:t>
            </a:r>
            <a:r>
              <a:rPr lang="en-US" sz="2000">
                <a:solidFill>
                  <a:schemeClr val="tx1"/>
                </a:solidFill>
                <a:highlight>
                  <a:srgbClr val="FFFFFF"/>
                </a:highlight>
                <a:latin typeface="Calibri"/>
                <a:ea typeface="+mn-lt"/>
                <a:cs typeface="+mn-lt"/>
              </a:rPr>
              <a:t> command is the primary tool to see this execution plan. </a:t>
            </a:r>
            <a:endParaRPr lang="en-US" sz="2000">
              <a:solidFill>
                <a:schemeClr val="tx1"/>
              </a:solidFill>
              <a:latin typeface="Calibri"/>
              <a:cs typeface="Arial"/>
            </a:endParaRPr>
          </a:p>
          <a:p>
            <a:pPr algn="l"/>
            <a:r>
              <a:rPr lang="en-US" sz="2000" b="1">
                <a:solidFill>
                  <a:schemeClr val="tx1"/>
                </a:solidFill>
                <a:highlight>
                  <a:srgbClr val="F3F5F6"/>
                </a:highlight>
                <a:latin typeface="Calibri"/>
                <a:cs typeface="Arial"/>
              </a:rPr>
              <a:t>EXPLAIN [ANALYZE, BUFFERS]</a:t>
            </a:r>
            <a:r>
              <a:rPr lang="en-US" sz="2000">
                <a:solidFill>
                  <a:schemeClr val="tx1"/>
                </a:solidFill>
                <a:highlight>
                  <a:srgbClr val="FFFFFF"/>
                </a:highlight>
                <a:latin typeface="Calibri"/>
                <a:ea typeface="+mn-lt"/>
                <a:cs typeface="+mn-lt"/>
              </a:rPr>
              <a:t>: This command not only shows the </a:t>
            </a:r>
            <a:r>
              <a:rPr lang="en-US" sz="2000" i="1">
                <a:solidFill>
                  <a:schemeClr val="tx1"/>
                </a:solidFill>
                <a:highlight>
                  <a:srgbClr val="FFFFFF"/>
                </a:highlight>
                <a:latin typeface="Calibri"/>
                <a:ea typeface="+mn-lt"/>
                <a:cs typeface="+mn-lt"/>
              </a:rPr>
              <a:t>planned</a:t>
            </a:r>
            <a:r>
              <a:rPr lang="en-US" sz="2000">
                <a:solidFill>
                  <a:schemeClr val="tx1"/>
                </a:solidFill>
                <a:highlight>
                  <a:srgbClr val="FFFFFF"/>
                </a:highlight>
                <a:latin typeface="Calibri"/>
                <a:ea typeface="+mn-lt"/>
                <a:cs typeface="+mn-lt"/>
              </a:rPr>
              <a:t> execution strategy but also </a:t>
            </a:r>
            <a:r>
              <a:rPr lang="en-US" sz="2000" i="1">
                <a:solidFill>
                  <a:schemeClr val="tx1"/>
                </a:solidFill>
                <a:highlight>
                  <a:srgbClr val="FFFFFF"/>
                </a:highlight>
                <a:latin typeface="Calibri"/>
                <a:ea typeface="+mn-lt"/>
                <a:cs typeface="+mn-lt"/>
              </a:rPr>
              <a:t>runs</a:t>
            </a:r>
            <a:r>
              <a:rPr lang="en-US" sz="2000">
                <a:solidFill>
                  <a:schemeClr val="tx1"/>
                </a:solidFill>
                <a:highlight>
                  <a:srgbClr val="FFFFFF"/>
                </a:highlight>
                <a:latin typeface="Calibri"/>
                <a:ea typeface="+mn-lt"/>
                <a:cs typeface="+mn-lt"/>
              </a:rPr>
              <a:t> the query (with </a:t>
            </a:r>
            <a:r>
              <a:rPr lang="en-US" sz="2000">
                <a:solidFill>
                  <a:schemeClr val="tx1"/>
                </a:solidFill>
                <a:highlight>
                  <a:srgbClr val="F3F5F6"/>
                </a:highlight>
                <a:latin typeface="Calibri"/>
                <a:cs typeface="Arial"/>
              </a:rPr>
              <a:t>ANALYZE</a:t>
            </a:r>
            <a:r>
              <a:rPr lang="en-US" sz="2000">
                <a:solidFill>
                  <a:schemeClr val="tx1"/>
                </a:solidFill>
                <a:highlight>
                  <a:srgbClr val="FFFFFF"/>
                </a:highlight>
                <a:latin typeface="Calibri"/>
                <a:ea typeface="+mn-lt"/>
                <a:cs typeface="+mn-lt"/>
              </a:rPr>
              <a:t>) and reveals the actual execution time, the number of rows returned, and memory usage (with </a:t>
            </a:r>
            <a:r>
              <a:rPr lang="en-US" sz="2000">
                <a:solidFill>
                  <a:schemeClr val="tx1"/>
                </a:solidFill>
                <a:highlight>
                  <a:srgbClr val="F3F5F6"/>
                </a:highlight>
                <a:latin typeface="Calibri"/>
                <a:cs typeface="Arial"/>
              </a:rPr>
              <a:t>BUFFERS</a:t>
            </a:r>
            <a:r>
              <a:rPr lang="en-US" sz="2000">
                <a:solidFill>
                  <a:schemeClr val="tx1"/>
                </a:solidFill>
                <a:highlight>
                  <a:srgbClr val="FFFFFF"/>
                </a:highlight>
                <a:latin typeface="Calibri"/>
                <a:ea typeface="+mn-lt"/>
                <a:cs typeface="+mn-lt"/>
              </a:rPr>
              <a:t>).</a:t>
            </a:r>
            <a:endParaRPr lang="en-US" sz="2000">
              <a:solidFill>
                <a:schemeClr val="tx1"/>
              </a:solidFill>
              <a:highlight>
                <a:srgbClr val="FFFFFF"/>
              </a:highlight>
              <a:latin typeface="Calibri"/>
              <a:cs typeface="Arial"/>
            </a:endParaRPr>
          </a:p>
          <a:p>
            <a:pPr marL="342900" indent="-342900" algn="l">
              <a:buFont typeface="Arial" panose="02020603050405020304" pitchFamily="18" charset="0"/>
              <a:buChar char="•"/>
            </a:pPr>
            <a:r>
              <a:rPr lang="en-US" sz="2000" b="1">
                <a:solidFill>
                  <a:schemeClr val="tx1"/>
                </a:solidFill>
                <a:highlight>
                  <a:srgbClr val="FFFFFF"/>
                </a:highlight>
                <a:latin typeface="Calibri"/>
                <a:ea typeface="+mn-lt"/>
                <a:cs typeface="+mn-lt"/>
              </a:rPr>
              <a:t>Sequential Scans (Seq Scan)</a:t>
            </a:r>
            <a:r>
              <a:rPr lang="en-US" sz="2000">
                <a:solidFill>
                  <a:schemeClr val="tx1"/>
                </a:solidFill>
                <a:highlight>
                  <a:srgbClr val="FFFFFF"/>
                </a:highlight>
                <a:latin typeface="Calibri"/>
                <a:ea typeface="+mn-lt"/>
                <a:cs typeface="+mn-lt"/>
              </a:rPr>
              <a:t>: On large tables, this often indicates a missing or unused index, which can be a major performance bottleneck.</a:t>
            </a:r>
            <a:endParaRPr lang="en-US" sz="2000">
              <a:solidFill>
                <a:schemeClr val="tx1"/>
              </a:solidFill>
              <a:latin typeface="Calibri"/>
              <a:ea typeface="+mn-lt"/>
              <a:cs typeface="+mn-lt"/>
            </a:endParaRPr>
          </a:p>
          <a:p>
            <a:pPr marL="342900" indent="-342900" algn="l">
              <a:buFont typeface="Arial" panose="02020603050405020304" pitchFamily="18" charset="0"/>
              <a:buChar char="•"/>
            </a:pPr>
            <a:r>
              <a:rPr lang="en-US" sz="2000" b="1">
                <a:solidFill>
                  <a:schemeClr val="tx1"/>
                </a:solidFill>
                <a:highlight>
                  <a:srgbClr val="FFFFFF"/>
                </a:highlight>
                <a:latin typeface="Calibri"/>
                <a:ea typeface="+mn-lt"/>
                <a:cs typeface="+mn-lt"/>
              </a:rPr>
              <a:t>Cost and Time Estimates</a:t>
            </a:r>
            <a:r>
              <a:rPr lang="en-US" sz="2000">
                <a:solidFill>
                  <a:schemeClr val="tx1"/>
                </a:solidFill>
                <a:highlight>
                  <a:srgbClr val="FFFFFF"/>
                </a:highlight>
                <a:latin typeface="Calibri"/>
                <a:ea typeface="+mn-lt"/>
                <a:cs typeface="+mn-lt"/>
              </a:rPr>
              <a:t>: Compare the "actual time" with "estimated cost" to identify if the planner's statistics are inaccurate.</a:t>
            </a:r>
            <a:endParaRPr lang="en-US" sz="2000">
              <a:solidFill>
                <a:schemeClr val="tx1"/>
              </a:solidFill>
              <a:latin typeface="Calibri"/>
              <a:ea typeface="+mn-lt"/>
              <a:cs typeface="+mn-lt"/>
            </a:endParaRPr>
          </a:p>
          <a:p>
            <a:pPr marL="342900" indent="-342900" algn="l">
              <a:buFont typeface="Arial" panose="02020603050405020304" pitchFamily="18" charset="0"/>
              <a:buChar char="•"/>
            </a:pPr>
            <a:r>
              <a:rPr lang="en-US" sz="2000" b="1">
                <a:solidFill>
                  <a:schemeClr val="tx1"/>
                </a:solidFill>
                <a:highlight>
                  <a:srgbClr val="FFFFFF"/>
                </a:highlight>
                <a:latin typeface="Calibri"/>
                <a:ea typeface="+mn-lt"/>
                <a:cs typeface="+mn-lt"/>
              </a:rPr>
              <a:t>I/O Operations</a:t>
            </a:r>
            <a:r>
              <a:rPr lang="en-US" sz="2000">
                <a:solidFill>
                  <a:schemeClr val="tx1"/>
                </a:solidFill>
                <a:highlight>
                  <a:srgbClr val="FFFFFF"/>
                </a:highlight>
                <a:latin typeface="Calibri"/>
                <a:ea typeface="+mn-lt"/>
                <a:cs typeface="+mn-lt"/>
              </a:rPr>
              <a:t>: The </a:t>
            </a:r>
            <a:r>
              <a:rPr lang="en-US" sz="2000">
                <a:solidFill>
                  <a:schemeClr val="tx1"/>
                </a:solidFill>
                <a:highlight>
                  <a:srgbClr val="F3F5F6"/>
                </a:highlight>
                <a:latin typeface="Calibri"/>
                <a:cs typeface="Arial"/>
              </a:rPr>
              <a:t>BUFFERS</a:t>
            </a:r>
            <a:r>
              <a:rPr lang="en-US" sz="2000">
                <a:solidFill>
                  <a:schemeClr val="tx1"/>
                </a:solidFill>
                <a:highlight>
                  <a:srgbClr val="FFFFFF"/>
                </a:highlight>
                <a:latin typeface="Calibri"/>
                <a:ea typeface="+mn-lt"/>
                <a:cs typeface="+mn-lt"/>
              </a:rPr>
              <a:t> option helps determine how much data is read from disk versus the cache, indicating potential memory bottlenecks. </a:t>
            </a:r>
            <a:endParaRPr lang="en-US" sz="2000">
              <a:solidFill>
                <a:schemeClr val="tx1"/>
              </a:solidFill>
              <a:latin typeface="Calibri"/>
              <a:ea typeface="+mn-lt"/>
              <a:cs typeface="+mn-lt"/>
            </a:endParaRPr>
          </a:p>
          <a:p>
            <a:pPr algn="l"/>
            <a:endParaRPr lang="en-US" sz="2000">
              <a:solidFill>
                <a:schemeClr val="tx1"/>
              </a:solidFill>
              <a:highlight>
                <a:srgbClr val="FFFFFF"/>
              </a:highlight>
              <a:latin typeface="Calibri"/>
              <a:cs typeface="Arial"/>
            </a:endParaRPr>
          </a:p>
          <a:p>
            <a:pPr algn="l"/>
            <a:endParaRPr lang="en-US" sz="2000">
              <a:solidFill>
                <a:schemeClr val="tx1"/>
              </a:solidFill>
              <a:highlight>
                <a:srgbClr val="FFFFFF"/>
              </a:highlight>
              <a:latin typeface="Calibri"/>
              <a:cs typeface="Arial"/>
            </a:endParaRPr>
          </a:p>
        </p:txBody>
      </p:sp>
    </p:spTree>
    <p:extLst>
      <p:ext uri="{BB962C8B-B14F-4D97-AF65-F5344CB8AC3E}">
        <p14:creationId xmlns:p14="http://schemas.microsoft.com/office/powerpoint/2010/main" val="2062611381"/>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D53855B-FA4A-4BE3-7D6C-1DE931FE65AF}"/>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0B881BF-A0FF-156F-9E0F-647C3C675045}"/>
              </a:ext>
            </a:extLst>
          </p:cNvPr>
          <p:cNvSpPr>
            <a:spLocks noGrp="1"/>
          </p:cNvSpPr>
          <p:nvPr>
            <p:ph type="ctrTitle"/>
          </p:nvPr>
        </p:nvSpPr>
        <p:spPr>
          <a:xfrm>
            <a:off x="474593" y="83794"/>
            <a:ext cx="8413721" cy="1459682"/>
          </a:xfrm>
        </p:spPr>
        <p:txBody>
          <a:bodyPr/>
          <a:lstStyle/>
          <a:p>
            <a:pPr algn="l"/>
            <a:r>
              <a:rPr lang="en-US" sz="4000">
                <a:solidFill>
                  <a:srgbClr val="FFFFFF"/>
                </a:solidFill>
                <a:latin typeface="Arial"/>
                <a:ea typeface="Calibri"/>
                <a:cs typeface="Arial"/>
              </a:rPr>
              <a:t>Query Performance Fundamentals</a:t>
            </a:r>
          </a:p>
        </p:txBody>
      </p:sp>
      <p:sp>
        <p:nvSpPr>
          <p:cNvPr id="8" name="Subtitle 7">
            <a:extLst>
              <a:ext uri="{FF2B5EF4-FFF2-40B4-BE49-F238E27FC236}">
                <a16:creationId xmlns:a16="http://schemas.microsoft.com/office/drawing/2014/main" id="{DB0B3B4E-0FD6-1217-2F8D-75EA847C81E1}"/>
              </a:ext>
            </a:extLst>
          </p:cNvPr>
          <p:cNvSpPr>
            <a:spLocks noGrp="1"/>
          </p:cNvSpPr>
          <p:nvPr>
            <p:ph type="subTitle" idx="1"/>
          </p:nvPr>
        </p:nvSpPr>
        <p:spPr>
          <a:xfrm>
            <a:off x="478971" y="1545771"/>
            <a:ext cx="8505729" cy="4486047"/>
          </a:xfrm>
        </p:spPr>
        <p:txBody>
          <a:bodyPr/>
          <a:lstStyle/>
          <a:p>
            <a:pPr algn="l"/>
            <a:r>
              <a:rPr lang="en-US" sz="2000" b="1">
                <a:solidFill>
                  <a:schemeClr val="tx1"/>
                </a:solidFill>
                <a:highlight>
                  <a:srgbClr val="FFFFFF"/>
                </a:highlight>
                <a:latin typeface="Calibri"/>
                <a:ea typeface="+mn-lt"/>
                <a:cs typeface="+mn-lt"/>
              </a:rPr>
              <a:t>EXPLAIN ANALYZE :</a:t>
            </a:r>
            <a:endParaRPr lang="en-US" sz="2000" b="1">
              <a:solidFill>
                <a:schemeClr val="tx1"/>
              </a:solidFill>
              <a:latin typeface="Calibri"/>
              <a:cs typeface="Calibri"/>
            </a:endParaRPr>
          </a:p>
        </p:txBody>
      </p:sp>
      <p:pic>
        <p:nvPicPr>
          <p:cNvPr id="2" name="Picture 1" descr="A screenshot of a computer&#10;&#10;AI-generated content may be incorrect.">
            <a:extLst>
              <a:ext uri="{FF2B5EF4-FFF2-40B4-BE49-F238E27FC236}">
                <a16:creationId xmlns:a16="http://schemas.microsoft.com/office/drawing/2014/main" id="{E62E1A42-8D7B-5C47-920F-E00F5B0931E9}"/>
              </a:ext>
            </a:extLst>
          </p:cNvPr>
          <p:cNvPicPr>
            <a:picLocks noChangeAspect="1"/>
          </p:cNvPicPr>
          <p:nvPr/>
        </p:nvPicPr>
        <p:blipFill>
          <a:blip r:embed="rId3"/>
          <a:stretch>
            <a:fillRect/>
          </a:stretch>
        </p:blipFill>
        <p:spPr>
          <a:xfrm>
            <a:off x="2724546" y="1544673"/>
            <a:ext cx="6158945" cy="284180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aphicFrame>
        <p:nvGraphicFramePr>
          <p:cNvPr id="4" name="Table 3">
            <a:extLst>
              <a:ext uri="{FF2B5EF4-FFF2-40B4-BE49-F238E27FC236}">
                <a16:creationId xmlns:a16="http://schemas.microsoft.com/office/drawing/2014/main" id="{74E30291-A3A9-1A55-F2E4-441D21ADD5C0}"/>
              </a:ext>
            </a:extLst>
          </p:cNvPr>
          <p:cNvGraphicFramePr>
            <a:graphicFrameLocks noGrp="1"/>
          </p:cNvGraphicFramePr>
          <p:nvPr>
            <p:extLst>
              <p:ext uri="{D42A27DB-BD31-4B8C-83A1-F6EECF244321}">
                <p14:modId xmlns:p14="http://schemas.microsoft.com/office/powerpoint/2010/main" val="3625929611"/>
              </p:ext>
            </p:extLst>
          </p:nvPr>
        </p:nvGraphicFramePr>
        <p:xfrm>
          <a:off x="621195" y="4584424"/>
          <a:ext cx="6982336" cy="1463040"/>
        </p:xfrm>
        <a:graphic>
          <a:graphicData uri="http://schemas.openxmlformats.org/drawingml/2006/table">
            <a:tbl>
              <a:tblPr bandRow="1">
                <a:tableStyleId>{00A15C55-8517-42AA-B614-E9B94910E393}</a:tableStyleId>
              </a:tblPr>
              <a:tblGrid>
                <a:gridCol w="3491168">
                  <a:extLst>
                    <a:ext uri="{9D8B030D-6E8A-4147-A177-3AD203B41FA5}">
                      <a16:colId xmlns:a16="http://schemas.microsoft.com/office/drawing/2014/main" val="622665039"/>
                    </a:ext>
                  </a:extLst>
                </a:gridCol>
                <a:gridCol w="3491168">
                  <a:extLst>
                    <a:ext uri="{9D8B030D-6E8A-4147-A177-3AD203B41FA5}">
                      <a16:colId xmlns:a16="http://schemas.microsoft.com/office/drawing/2014/main" val="1690924886"/>
                    </a:ext>
                  </a:extLst>
                </a:gridCol>
              </a:tblGrid>
              <a:tr h="326527">
                <a:tc>
                  <a:txBody>
                    <a:bodyPr/>
                    <a:lstStyle/>
                    <a:p>
                      <a:pPr>
                        <a:buNone/>
                      </a:pPr>
                      <a:r>
                        <a:rPr lang="en-US" b="1"/>
                        <a:t>Issue</a:t>
                      </a:r>
                    </a:p>
                  </a:txBody>
                  <a:tcPr anchor="ctr"/>
                </a:tc>
                <a:tc>
                  <a:txBody>
                    <a:bodyPr/>
                    <a:lstStyle/>
                    <a:p>
                      <a:pPr>
                        <a:buNone/>
                      </a:pPr>
                      <a:r>
                        <a:rPr lang="en-US" b="1"/>
                        <a:t>Why Bad</a:t>
                      </a:r>
                    </a:p>
                  </a:txBody>
                  <a:tcPr anchor="ctr"/>
                </a:tc>
                <a:extLst>
                  <a:ext uri="{0D108BD9-81ED-4DB2-BD59-A6C34878D82A}">
                    <a16:rowId xmlns:a16="http://schemas.microsoft.com/office/drawing/2014/main" val="3797668703"/>
                  </a:ext>
                </a:extLst>
              </a:tr>
              <a:tr h="326527">
                <a:tc>
                  <a:txBody>
                    <a:bodyPr/>
                    <a:lstStyle/>
                    <a:p>
                      <a:pPr>
                        <a:buNone/>
                      </a:pPr>
                      <a:r>
                        <a:rPr lang="en-US"/>
                        <a:t>Seq Scan on orders</a:t>
                      </a:r>
                    </a:p>
                  </a:txBody>
                  <a:tcPr anchor="ctr"/>
                </a:tc>
                <a:tc>
                  <a:txBody>
                    <a:bodyPr/>
                    <a:lstStyle/>
                    <a:p>
                      <a:pPr>
                        <a:buNone/>
                      </a:pPr>
                      <a:r>
                        <a:rPr lang="en-US"/>
                        <a:t>Scans 500K rows</a:t>
                      </a:r>
                    </a:p>
                  </a:txBody>
                  <a:tcPr anchor="ctr"/>
                </a:tc>
                <a:extLst>
                  <a:ext uri="{0D108BD9-81ED-4DB2-BD59-A6C34878D82A}">
                    <a16:rowId xmlns:a16="http://schemas.microsoft.com/office/drawing/2014/main" val="3145799588"/>
                  </a:ext>
                </a:extLst>
              </a:tr>
              <a:tr h="326527">
                <a:tc>
                  <a:txBody>
                    <a:bodyPr/>
                    <a:lstStyle/>
                    <a:p>
                      <a:pPr>
                        <a:buNone/>
                      </a:pPr>
                      <a:r>
                        <a:rPr lang="en-US"/>
                        <a:t>Filter instead of Index Cond</a:t>
                      </a:r>
                    </a:p>
                  </a:txBody>
                  <a:tcPr anchor="ctr"/>
                </a:tc>
                <a:tc>
                  <a:txBody>
                    <a:bodyPr/>
                    <a:lstStyle/>
                    <a:p>
                      <a:pPr>
                        <a:buNone/>
                      </a:pPr>
                      <a:r>
                        <a:rPr lang="en-US"/>
                        <a:t>Index not used</a:t>
                      </a:r>
                    </a:p>
                  </a:txBody>
                  <a:tcPr anchor="ctr"/>
                </a:tc>
                <a:extLst>
                  <a:ext uri="{0D108BD9-81ED-4DB2-BD59-A6C34878D82A}">
                    <a16:rowId xmlns:a16="http://schemas.microsoft.com/office/drawing/2014/main" val="3580344315"/>
                  </a:ext>
                </a:extLst>
              </a:tr>
              <a:tr h="326527">
                <a:tc>
                  <a:txBody>
                    <a:bodyPr/>
                    <a:lstStyle/>
                    <a:p>
                      <a:pPr>
                        <a:buNone/>
                      </a:pPr>
                      <a:r>
                        <a:rPr lang="en-US"/>
                        <a:t>Slow response</a:t>
                      </a:r>
                    </a:p>
                  </a:txBody>
                  <a:tcPr anchor="ctr"/>
                </a:tc>
                <a:tc>
                  <a:txBody>
                    <a:bodyPr/>
                    <a:lstStyle/>
                    <a:p>
                      <a:pPr>
                        <a:buNone/>
                      </a:pPr>
                      <a:r>
                        <a:rPr lang="en-US"/>
                        <a:t>Page load issue</a:t>
                      </a:r>
                    </a:p>
                  </a:txBody>
                  <a:tcPr anchor="ctr"/>
                </a:tc>
                <a:extLst>
                  <a:ext uri="{0D108BD9-81ED-4DB2-BD59-A6C34878D82A}">
                    <a16:rowId xmlns:a16="http://schemas.microsoft.com/office/drawing/2014/main" val="3281758761"/>
                  </a:ext>
                </a:extLst>
              </a:tr>
            </a:tbl>
          </a:graphicData>
        </a:graphic>
      </p:graphicFrame>
    </p:spTree>
    <p:extLst>
      <p:ext uri="{BB962C8B-B14F-4D97-AF65-F5344CB8AC3E}">
        <p14:creationId xmlns:p14="http://schemas.microsoft.com/office/powerpoint/2010/main" val="808744196"/>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7CBAE5D-98AD-58EB-B9F5-B0A5AD869BB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D335D0E9-22FC-F5ED-738F-F1BB6D0ADADD}"/>
              </a:ext>
            </a:extLst>
          </p:cNvPr>
          <p:cNvSpPr>
            <a:spLocks noGrp="1"/>
          </p:cNvSpPr>
          <p:nvPr>
            <p:ph type="ctrTitle"/>
          </p:nvPr>
        </p:nvSpPr>
        <p:spPr>
          <a:xfrm>
            <a:off x="474593" y="83794"/>
            <a:ext cx="8413721" cy="1459682"/>
          </a:xfrm>
        </p:spPr>
        <p:txBody>
          <a:bodyPr/>
          <a:lstStyle/>
          <a:p>
            <a:pPr algn="l"/>
            <a:r>
              <a:rPr lang="en-US" sz="4000">
                <a:solidFill>
                  <a:srgbClr val="FFFFFF"/>
                </a:solidFill>
                <a:latin typeface="Arial"/>
                <a:ea typeface="Calibri"/>
                <a:cs typeface="Arial"/>
              </a:rPr>
              <a:t>Query Performance Fundamentals</a:t>
            </a:r>
          </a:p>
        </p:txBody>
      </p:sp>
      <p:sp>
        <p:nvSpPr>
          <p:cNvPr id="8" name="Subtitle 7">
            <a:extLst>
              <a:ext uri="{FF2B5EF4-FFF2-40B4-BE49-F238E27FC236}">
                <a16:creationId xmlns:a16="http://schemas.microsoft.com/office/drawing/2014/main" id="{57FA9F85-E686-B549-9427-7A022B4BBB2D}"/>
              </a:ext>
            </a:extLst>
          </p:cNvPr>
          <p:cNvSpPr>
            <a:spLocks noGrp="1"/>
          </p:cNvSpPr>
          <p:nvPr>
            <p:ph type="subTitle" idx="1"/>
          </p:nvPr>
        </p:nvSpPr>
        <p:spPr>
          <a:xfrm>
            <a:off x="478971" y="1545771"/>
            <a:ext cx="8505729" cy="4486047"/>
          </a:xfrm>
        </p:spPr>
        <p:txBody>
          <a:bodyPr/>
          <a:lstStyle/>
          <a:p>
            <a:pPr algn="l"/>
            <a:r>
              <a:rPr lang="en-US" sz="2000" b="1">
                <a:solidFill>
                  <a:schemeClr val="tx1"/>
                </a:solidFill>
                <a:highlight>
                  <a:srgbClr val="FFFFFF"/>
                </a:highlight>
                <a:latin typeface="Calibri"/>
                <a:ea typeface="+mn-lt"/>
                <a:cs typeface="+mn-lt"/>
              </a:rPr>
              <a:t>Fix:</a:t>
            </a:r>
            <a:r>
              <a:rPr lang="en-US" sz="2000">
                <a:solidFill>
                  <a:schemeClr val="tx1"/>
                </a:solidFill>
                <a:highlight>
                  <a:srgbClr val="FFFFFF"/>
                </a:highlight>
                <a:latin typeface="Calibri"/>
                <a:ea typeface="+mn-lt"/>
                <a:cs typeface="+mn-lt"/>
              </a:rPr>
              <a:t> Proper Composite Index</a:t>
            </a:r>
            <a:r>
              <a:rPr lang="en-US" sz="2000" b="1">
                <a:solidFill>
                  <a:schemeClr val="tx1"/>
                </a:solidFill>
                <a:highlight>
                  <a:srgbClr val="FFFFFF"/>
                </a:highlight>
                <a:latin typeface="Calibri"/>
                <a:ea typeface="+mn-lt"/>
                <a:cs typeface="+mn-lt"/>
              </a:rPr>
              <a:t>:</a:t>
            </a:r>
          </a:p>
          <a:p>
            <a:pPr algn="l"/>
            <a:endParaRPr lang="en-US" sz="2000" b="1">
              <a:latin typeface="Calibri"/>
              <a:cs typeface="Calibri"/>
            </a:endParaRPr>
          </a:p>
          <a:p>
            <a:pPr algn="l"/>
            <a:r>
              <a:rPr lang="en-US" sz="2000" b="1">
                <a:latin typeface="Calibri"/>
                <a:cs typeface="Calibri"/>
              </a:rPr>
              <a:t>Why Composite?</a:t>
            </a:r>
            <a:endParaRPr lang="en-US">
              <a:solidFill>
                <a:schemeClr val="tx1"/>
              </a:solidFill>
              <a:ea typeface="SimSun"/>
              <a:cs typeface="+mn-lt"/>
            </a:endParaRPr>
          </a:p>
          <a:p>
            <a:pPr marL="342900" indent="-342900" algn="l">
              <a:buFont typeface="Arial" panose="02020603050405020304" pitchFamily="18" charset="0"/>
              <a:buChar char="•"/>
            </a:pPr>
            <a:r>
              <a:rPr lang="en-US" sz="2000">
                <a:solidFill>
                  <a:schemeClr val="tx1"/>
                </a:solidFill>
                <a:highlight>
                  <a:srgbClr val="FFFFFF"/>
                </a:highlight>
                <a:latin typeface="Calibri"/>
                <a:ea typeface="+mn-lt"/>
                <a:cs typeface="+mn-lt"/>
              </a:rPr>
              <a:t>Query filters on:</a:t>
            </a:r>
            <a:endParaRPr lang="en-US" sz="2000">
              <a:solidFill>
                <a:schemeClr val="tx1"/>
              </a:solidFill>
              <a:latin typeface="Calibri"/>
              <a:cs typeface="Calibri"/>
            </a:endParaRPr>
          </a:p>
          <a:p>
            <a:pPr marL="800100" lvl="1" indent="-342900" algn="l">
              <a:buFont typeface="Courier New" panose="02020603050405020304" pitchFamily="18" charset="0"/>
              <a:buChar char="o"/>
            </a:pPr>
            <a:r>
              <a:rPr lang="en-US" sz="2000" err="1">
                <a:solidFill>
                  <a:schemeClr val="tx1"/>
                </a:solidFill>
                <a:highlight>
                  <a:srgbClr val="FFFFFF"/>
                </a:highlight>
                <a:latin typeface="Calibri"/>
                <a:cs typeface="Arial"/>
              </a:rPr>
              <a:t>customer_id</a:t>
            </a:r>
            <a:endParaRPr lang="en-US" sz="2000">
              <a:solidFill>
                <a:schemeClr val="tx1"/>
              </a:solidFill>
              <a:latin typeface="Calibri"/>
              <a:cs typeface="Calibri"/>
            </a:endParaRPr>
          </a:p>
          <a:p>
            <a:pPr marL="800100" lvl="1" indent="-342900" algn="l">
              <a:buFont typeface="Courier New" panose="02020603050405020304" pitchFamily="18" charset="0"/>
              <a:buChar char="o"/>
            </a:pPr>
            <a:r>
              <a:rPr lang="en-US" sz="2000">
                <a:solidFill>
                  <a:schemeClr val="tx1"/>
                </a:solidFill>
                <a:highlight>
                  <a:srgbClr val="FFFFFF"/>
                </a:highlight>
                <a:latin typeface="Calibri"/>
                <a:cs typeface="Arial"/>
              </a:rPr>
              <a:t>Status</a:t>
            </a:r>
            <a:endParaRPr lang="en-US" sz="2000">
              <a:solidFill>
                <a:schemeClr val="tx1"/>
              </a:solidFill>
              <a:latin typeface="Calibri"/>
              <a:cs typeface="Calibri"/>
            </a:endParaRPr>
          </a:p>
          <a:p>
            <a:pPr marL="800100" lvl="1" indent="-342900" algn="l">
              <a:buFont typeface="Courier New" panose="02020603050405020304" pitchFamily="18" charset="0"/>
              <a:buChar char="o"/>
            </a:pPr>
            <a:r>
              <a:rPr lang="en-US" sz="2000" err="1">
                <a:solidFill>
                  <a:schemeClr val="tx1"/>
                </a:solidFill>
                <a:highlight>
                  <a:srgbClr val="FFFFFF"/>
                </a:highlight>
                <a:latin typeface="Calibri"/>
                <a:cs typeface="Arial"/>
              </a:rPr>
              <a:t>created_at</a:t>
            </a:r>
            <a:endParaRPr lang="en-US" sz="2000">
              <a:solidFill>
                <a:schemeClr val="tx1"/>
              </a:solidFill>
              <a:latin typeface="Calibri"/>
              <a:cs typeface="Calibri"/>
            </a:endParaRPr>
          </a:p>
          <a:p>
            <a:pPr marL="800100" lvl="1" indent="-342900" algn="l">
              <a:buFont typeface="Courier New" panose="02020603050405020304" pitchFamily="18" charset="0"/>
              <a:buChar char="o"/>
            </a:pPr>
            <a:r>
              <a:rPr lang="en-US" sz="2000">
                <a:solidFill>
                  <a:schemeClr val="tx1"/>
                </a:solidFill>
                <a:highlight>
                  <a:srgbClr val="FFFFFF"/>
                </a:highlight>
                <a:latin typeface="Calibri"/>
                <a:ea typeface="+mn-lt"/>
                <a:cs typeface="+mn-lt"/>
              </a:rPr>
              <a:t>uses </a:t>
            </a:r>
            <a:r>
              <a:rPr lang="en-US" sz="2000">
                <a:solidFill>
                  <a:schemeClr val="tx1"/>
                </a:solidFill>
                <a:highlight>
                  <a:srgbClr val="FFFFFF"/>
                </a:highlight>
                <a:latin typeface="Calibri"/>
                <a:cs typeface="Arial"/>
              </a:rPr>
              <a:t>ORDER BY </a:t>
            </a:r>
            <a:r>
              <a:rPr lang="en-US" sz="2000" err="1">
                <a:solidFill>
                  <a:schemeClr val="tx1"/>
                </a:solidFill>
                <a:highlight>
                  <a:srgbClr val="FFFFFF"/>
                </a:highlight>
                <a:latin typeface="Calibri"/>
                <a:cs typeface="Arial"/>
              </a:rPr>
              <a:t>created_at</a:t>
            </a:r>
            <a:r>
              <a:rPr lang="en-US" sz="2000">
                <a:solidFill>
                  <a:schemeClr val="tx1"/>
                </a:solidFill>
                <a:highlight>
                  <a:srgbClr val="FFFFFF"/>
                </a:highlight>
                <a:latin typeface="Calibri"/>
                <a:cs typeface="Arial"/>
              </a:rPr>
              <a:t> DESC</a:t>
            </a:r>
            <a:endParaRPr lang="en-US" sz="2000">
              <a:solidFill>
                <a:schemeClr val="tx1"/>
              </a:solidFill>
              <a:latin typeface="Calibri"/>
              <a:cs typeface="Calibri"/>
            </a:endParaRPr>
          </a:p>
          <a:p>
            <a:pPr algn="l"/>
            <a:endParaRPr lang="en-US" sz="2000">
              <a:solidFill>
                <a:schemeClr val="accent2"/>
              </a:solidFill>
              <a:highlight>
                <a:srgbClr val="FFFFFF"/>
              </a:highlight>
              <a:latin typeface="Calibri"/>
              <a:ea typeface="+mn-lt"/>
              <a:cs typeface="+mn-lt"/>
            </a:endParaRPr>
          </a:p>
          <a:p>
            <a:pPr algn="l"/>
            <a:r>
              <a:rPr lang="en-US" sz="2000">
                <a:solidFill>
                  <a:schemeClr val="accent2"/>
                </a:solidFill>
                <a:highlight>
                  <a:srgbClr val="FFFFFF"/>
                </a:highlight>
                <a:latin typeface="Calibri"/>
                <a:ea typeface="+mn-lt"/>
                <a:cs typeface="+mn-lt"/>
              </a:rPr>
              <a:t>CREATE INDEX</a:t>
            </a:r>
            <a:r>
              <a:rPr lang="en-US" sz="2000">
                <a:solidFill>
                  <a:schemeClr val="tx1"/>
                </a:solidFill>
                <a:highlight>
                  <a:srgbClr val="FFFFFF"/>
                </a:highlight>
                <a:latin typeface="Calibri"/>
                <a:ea typeface="+mn-lt"/>
                <a:cs typeface="+mn-lt"/>
              </a:rPr>
              <a:t> </a:t>
            </a:r>
            <a:r>
              <a:rPr lang="en-US" sz="2000" err="1">
                <a:solidFill>
                  <a:schemeClr val="tx1"/>
                </a:solidFill>
                <a:highlight>
                  <a:srgbClr val="FFFFFF"/>
                </a:highlight>
                <a:latin typeface="Calibri"/>
                <a:ea typeface="+mn-lt"/>
                <a:cs typeface="+mn-lt"/>
              </a:rPr>
              <a:t>idx_orders_customer_status_date</a:t>
            </a:r>
            <a:endParaRPr lang="en-US" sz="2000">
              <a:solidFill>
                <a:schemeClr val="tx1"/>
              </a:solidFill>
              <a:latin typeface="Calibri"/>
              <a:cs typeface="Arial"/>
            </a:endParaRPr>
          </a:p>
          <a:p>
            <a:pPr algn="l"/>
            <a:r>
              <a:rPr lang="en-US" sz="2000">
                <a:solidFill>
                  <a:schemeClr val="accent2"/>
                </a:solidFill>
                <a:highlight>
                  <a:srgbClr val="FFFFFF"/>
                </a:highlight>
                <a:latin typeface="Calibri"/>
                <a:ea typeface="+mn-lt"/>
                <a:cs typeface="+mn-lt"/>
              </a:rPr>
              <a:t>ON </a:t>
            </a:r>
            <a:r>
              <a:rPr lang="en-US" sz="2000" err="1">
                <a:solidFill>
                  <a:schemeClr val="tx1"/>
                </a:solidFill>
                <a:highlight>
                  <a:srgbClr val="FFFFFF"/>
                </a:highlight>
                <a:latin typeface="Calibri"/>
                <a:ea typeface="+mn-lt"/>
                <a:cs typeface="+mn-lt"/>
              </a:rPr>
              <a:t>hr.orders</a:t>
            </a:r>
            <a:r>
              <a:rPr lang="en-US" sz="2000">
                <a:solidFill>
                  <a:schemeClr val="tx1"/>
                </a:solidFill>
                <a:highlight>
                  <a:srgbClr val="FFFFFF"/>
                </a:highlight>
                <a:latin typeface="Calibri"/>
                <a:ea typeface="+mn-lt"/>
                <a:cs typeface="+mn-lt"/>
              </a:rPr>
              <a:t> (</a:t>
            </a:r>
            <a:r>
              <a:rPr lang="en-US" sz="2000" err="1">
                <a:solidFill>
                  <a:schemeClr val="tx1"/>
                </a:solidFill>
                <a:highlight>
                  <a:srgbClr val="FFFFFF"/>
                </a:highlight>
                <a:latin typeface="Calibri"/>
                <a:ea typeface="+mn-lt"/>
                <a:cs typeface="+mn-lt"/>
              </a:rPr>
              <a:t>customer_id</a:t>
            </a:r>
            <a:r>
              <a:rPr lang="en-US" sz="2000">
                <a:solidFill>
                  <a:schemeClr val="tx1"/>
                </a:solidFill>
                <a:highlight>
                  <a:srgbClr val="FFFFFF"/>
                </a:highlight>
                <a:latin typeface="Calibri"/>
                <a:ea typeface="+mn-lt"/>
                <a:cs typeface="+mn-lt"/>
              </a:rPr>
              <a:t>, status, </a:t>
            </a:r>
            <a:r>
              <a:rPr lang="en-US" sz="2000" err="1">
                <a:solidFill>
                  <a:schemeClr val="tx1"/>
                </a:solidFill>
                <a:highlight>
                  <a:srgbClr val="FFFFFF"/>
                </a:highlight>
                <a:latin typeface="Calibri"/>
                <a:ea typeface="+mn-lt"/>
                <a:cs typeface="+mn-lt"/>
              </a:rPr>
              <a:t>created_at</a:t>
            </a:r>
            <a:r>
              <a:rPr lang="en-US" sz="2000">
                <a:solidFill>
                  <a:schemeClr val="tx1"/>
                </a:solidFill>
                <a:highlight>
                  <a:srgbClr val="FFFFFF"/>
                </a:highlight>
                <a:latin typeface="Calibri"/>
                <a:ea typeface="+mn-lt"/>
                <a:cs typeface="+mn-lt"/>
              </a:rPr>
              <a:t> </a:t>
            </a:r>
            <a:r>
              <a:rPr lang="en-US" sz="2000">
                <a:solidFill>
                  <a:schemeClr val="accent2"/>
                </a:solidFill>
                <a:highlight>
                  <a:srgbClr val="FFFFFF"/>
                </a:highlight>
                <a:latin typeface="Calibri"/>
                <a:ea typeface="+mn-lt"/>
                <a:cs typeface="+mn-lt"/>
              </a:rPr>
              <a:t>DESC</a:t>
            </a:r>
            <a:r>
              <a:rPr lang="en-US" sz="2000">
                <a:solidFill>
                  <a:schemeClr val="tx1"/>
                </a:solidFill>
                <a:highlight>
                  <a:srgbClr val="FFFFFF"/>
                </a:highlight>
                <a:latin typeface="Calibri"/>
                <a:ea typeface="+mn-lt"/>
                <a:cs typeface="+mn-lt"/>
              </a:rPr>
              <a:t>);</a:t>
            </a:r>
            <a:endParaRPr lang="en-US">
              <a:solidFill>
                <a:schemeClr val="tx1"/>
              </a:solidFill>
              <a:latin typeface="Calibri"/>
            </a:endParaRPr>
          </a:p>
          <a:p>
            <a:pPr algn="l"/>
            <a:endParaRPr lang="en-US" sz="2000" b="1">
              <a:solidFill>
                <a:schemeClr val="tx1"/>
              </a:solidFill>
              <a:highlight>
                <a:srgbClr val="FFFFFF"/>
              </a:highlight>
              <a:latin typeface="Calibri"/>
              <a:cs typeface="Arial"/>
            </a:endParaRPr>
          </a:p>
        </p:txBody>
      </p:sp>
    </p:spTree>
    <p:extLst>
      <p:ext uri="{BB962C8B-B14F-4D97-AF65-F5344CB8AC3E}">
        <p14:creationId xmlns:p14="http://schemas.microsoft.com/office/powerpoint/2010/main" val="3924376872"/>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A6110EE-05BA-FF26-65CD-7DA17DCFE8C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0A9DCF2-51EE-EF29-F894-090407CF2718}"/>
              </a:ext>
            </a:extLst>
          </p:cNvPr>
          <p:cNvSpPr>
            <a:spLocks noGrp="1"/>
          </p:cNvSpPr>
          <p:nvPr>
            <p:ph type="ctrTitle"/>
          </p:nvPr>
        </p:nvSpPr>
        <p:spPr>
          <a:xfrm>
            <a:off x="474593" y="83794"/>
            <a:ext cx="8413721" cy="1459682"/>
          </a:xfrm>
        </p:spPr>
        <p:txBody>
          <a:bodyPr/>
          <a:lstStyle/>
          <a:p>
            <a:pPr algn="l"/>
            <a:r>
              <a:rPr lang="en-US" sz="4000">
                <a:solidFill>
                  <a:srgbClr val="FFFFFF"/>
                </a:solidFill>
                <a:latin typeface="Arial"/>
                <a:ea typeface="Calibri"/>
                <a:cs typeface="Arial"/>
              </a:rPr>
              <a:t>Query Performance Fundamentals</a:t>
            </a:r>
          </a:p>
        </p:txBody>
      </p:sp>
      <p:sp>
        <p:nvSpPr>
          <p:cNvPr id="8" name="Subtitle 7">
            <a:extLst>
              <a:ext uri="{FF2B5EF4-FFF2-40B4-BE49-F238E27FC236}">
                <a16:creationId xmlns:a16="http://schemas.microsoft.com/office/drawing/2014/main" id="{8AF68CA5-B563-E65A-7B5A-DA26C338BAD7}"/>
              </a:ext>
            </a:extLst>
          </p:cNvPr>
          <p:cNvSpPr>
            <a:spLocks noGrp="1"/>
          </p:cNvSpPr>
          <p:nvPr>
            <p:ph type="subTitle" idx="1"/>
          </p:nvPr>
        </p:nvSpPr>
        <p:spPr>
          <a:xfrm>
            <a:off x="478971" y="1545771"/>
            <a:ext cx="8505729" cy="4486047"/>
          </a:xfrm>
        </p:spPr>
        <p:txBody>
          <a:bodyPr/>
          <a:lstStyle/>
          <a:p>
            <a:pPr algn="l"/>
            <a:r>
              <a:rPr lang="en-US" sz="2000" b="1">
                <a:solidFill>
                  <a:schemeClr val="tx1"/>
                </a:solidFill>
                <a:highlight>
                  <a:srgbClr val="FFFFFF"/>
                </a:highlight>
                <a:latin typeface="Calibri"/>
                <a:ea typeface="+mn-lt"/>
                <a:cs typeface="+mn-lt"/>
              </a:rPr>
              <a:t>EXPLAIN PLAN (After Fix)</a:t>
            </a:r>
            <a:endParaRPr lang="en-US" sz="2000" b="1">
              <a:solidFill>
                <a:schemeClr val="tx1"/>
              </a:solidFill>
              <a:latin typeface="Calibri"/>
              <a:cs typeface="Arial"/>
            </a:endParaRPr>
          </a:p>
        </p:txBody>
      </p:sp>
      <p:pic>
        <p:nvPicPr>
          <p:cNvPr id="2" name="Picture 1" descr="A screenshot of a computer&#10;&#10;AI-generated content may be incorrect.">
            <a:extLst>
              <a:ext uri="{FF2B5EF4-FFF2-40B4-BE49-F238E27FC236}">
                <a16:creationId xmlns:a16="http://schemas.microsoft.com/office/drawing/2014/main" id="{D5B36677-4CC9-AB9C-BF0B-1CBEB484B11F}"/>
              </a:ext>
            </a:extLst>
          </p:cNvPr>
          <p:cNvPicPr>
            <a:picLocks noChangeAspect="1"/>
          </p:cNvPicPr>
          <p:nvPr/>
        </p:nvPicPr>
        <p:blipFill>
          <a:blip r:embed="rId3"/>
          <a:stretch>
            <a:fillRect/>
          </a:stretch>
        </p:blipFill>
        <p:spPr>
          <a:xfrm>
            <a:off x="708161" y="1975806"/>
            <a:ext cx="6584675" cy="255851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aphicFrame>
        <p:nvGraphicFramePr>
          <p:cNvPr id="4" name="Table 3">
            <a:extLst>
              <a:ext uri="{FF2B5EF4-FFF2-40B4-BE49-F238E27FC236}">
                <a16:creationId xmlns:a16="http://schemas.microsoft.com/office/drawing/2014/main" id="{EF3BCB64-1B49-6CCA-27CB-E4FE66F7BBD1}"/>
              </a:ext>
            </a:extLst>
          </p:cNvPr>
          <p:cNvGraphicFramePr>
            <a:graphicFrameLocks noGrp="1"/>
          </p:cNvGraphicFramePr>
          <p:nvPr>
            <p:extLst>
              <p:ext uri="{D42A27DB-BD31-4B8C-83A1-F6EECF244321}">
                <p14:modId xmlns:p14="http://schemas.microsoft.com/office/powerpoint/2010/main" val="3655147983"/>
              </p:ext>
            </p:extLst>
          </p:nvPr>
        </p:nvGraphicFramePr>
        <p:xfrm>
          <a:off x="708163" y="4721086"/>
          <a:ext cx="6398220" cy="1828800"/>
        </p:xfrm>
        <a:graphic>
          <a:graphicData uri="http://schemas.openxmlformats.org/drawingml/2006/table">
            <a:tbl>
              <a:tblPr bandRow="1">
                <a:tableStyleId>{00A15C55-8517-42AA-B614-E9B94910E393}</a:tableStyleId>
              </a:tblPr>
              <a:tblGrid>
                <a:gridCol w="2132740">
                  <a:extLst>
                    <a:ext uri="{9D8B030D-6E8A-4147-A177-3AD203B41FA5}">
                      <a16:colId xmlns:a16="http://schemas.microsoft.com/office/drawing/2014/main" val="2346882162"/>
                    </a:ext>
                  </a:extLst>
                </a:gridCol>
                <a:gridCol w="2132740">
                  <a:extLst>
                    <a:ext uri="{9D8B030D-6E8A-4147-A177-3AD203B41FA5}">
                      <a16:colId xmlns:a16="http://schemas.microsoft.com/office/drawing/2014/main" val="518655764"/>
                    </a:ext>
                  </a:extLst>
                </a:gridCol>
                <a:gridCol w="2132740">
                  <a:extLst>
                    <a:ext uri="{9D8B030D-6E8A-4147-A177-3AD203B41FA5}">
                      <a16:colId xmlns:a16="http://schemas.microsoft.com/office/drawing/2014/main" val="1484472906"/>
                    </a:ext>
                  </a:extLst>
                </a:gridCol>
              </a:tblGrid>
              <a:tr h="306268">
                <a:tc>
                  <a:txBody>
                    <a:bodyPr/>
                    <a:lstStyle/>
                    <a:p>
                      <a:pPr>
                        <a:buNone/>
                      </a:pPr>
                      <a:r>
                        <a:rPr lang="en-US" b="1"/>
                        <a:t>Metric</a:t>
                      </a:r>
                    </a:p>
                  </a:txBody>
                  <a:tcPr anchor="ctr"/>
                </a:tc>
                <a:tc>
                  <a:txBody>
                    <a:bodyPr/>
                    <a:lstStyle/>
                    <a:p>
                      <a:pPr>
                        <a:buNone/>
                      </a:pPr>
                      <a:r>
                        <a:rPr lang="en-US" b="1"/>
                        <a:t>Before</a:t>
                      </a:r>
                    </a:p>
                  </a:txBody>
                  <a:tcPr anchor="ctr"/>
                </a:tc>
                <a:tc>
                  <a:txBody>
                    <a:bodyPr/>
                    <a:lstStyle/>
                    <a:p>
                      <a:pPr>
                        <a:buNone/>
                      </a:pPr>
                      <a:r>
                        <a:rPr lang="en-US" b="1"/>
                        <a:t>After</a:t>
                      </a:r>
                    </a:p>
                  </a:txBody>
                  <a:tcPr anchor="ctr"/>
                </a:tc>
                <a:extLst>
                  <a:ext uri="{0D108BD9-81ED-4DB2-BD59-A6C34878D82A}">
                    <a16:rowId xmlns:a16="http://schemas.microsoft.com/office/drawing/2014/main" val="3905413567"/>
                  </a:ext>
                </a:extLst>
              </a:tr>
              <a:tr h="306268">
                <a:tc>
                  <a:txBody>
                    <a:bodyPr/>
                    <a:lstStyle/>
                    <a:p>
                      <a:pPr>
                        <a:buNone/>
                      </a:pPr>
                      <a:r>
                        <a:rPr lang="en-US"/>
                        <a:t>Scan Type</a:t>
                      </a:r>
                    </a:p>
                  </a:txBody>
                  <a:tcPr anchor="ctr"/>
                </a:tc>
                <a:tc>
                  <a:txBody>
                    <a:bodyPr/>
                    <a:lstStyle/>
                    <a:p>
                      <a:pPr>
                        <a:buNone/>
                      </a:pPr>
                      <a:r>
                        <a:rPr lang="en-US"/>
                        <a:t>Seq Scan</a:t>
                      </a:r>
                    </a:p>
                  </a:txBody>
                  <a:tcPr anchor="ctr"/>
                </a:tc>
                <a:tc>
                  <a:txBody>
                    <a:bodyPr/>
                    <a:lstStyle/>
                    <a:p>
                      <a:pPr>
                        <a:buNone/>
                      </a:pPr>
                      <a:r>
                        <a:rPr lang="en-US"/>
                        <a:t>Index Scan</a:t>
                      </a:r>
                    </a:p>
                  </a:txBody>
                  <a:tcPr anchor="ctr"/>
                </a:tc>
                <a:extLst>
                  <a:ext uri="{0D108BD9-81ED-4DB2-BD59-A6C34878D82A}">
                    <a16:rowId xmlns:a16="http://schemas.microsoft.com/office/drawing/2014/main" val="3761632221"/>
                  </a:ext>
                </a:extLst>
              </a:tr>
              <a:tr h="306268">
                <a:tc>
                  <a:txBody>
                    <a:bodyPr/>
                    <a:lstStyle/>
                    <a:p>
                      <a:pPr>
                        <a:buNone/>
                      </a:pPr>
                      <a:r>
                        <a:rPr lang="en-US"/>
                        <a:t>Rows scanned</a:t>
                      </a:r>
                    </a:p>
                  </a:txBody>
                  <a:tcPr anchor="ctr"/>
                </a:tc>
                <a:tc>
                  <a:txBody>
                    <a:bodyPr/>
                    <a:lstStyle/>
                    <a:p>
                      <a:pPr>
                        <a:buNone/>
                      </a:pPr>
                      <a:r>
                        <a:rPr lang="en-US"/>
                        <a:t>500,000</a:t>
                      </a:r>
                    </a:p>
                  </a:txBody>
                  <a:tcPr anchor="ctr"/>
                </a:tc>
                <a:tc>
                  <a:txBody>
                    <a:bodyPr/>
                    <a:lstStyle/>
                    <a:p>
                      <a:pPr>
                        <a:buNone/>
                      </a:pPr>
                      <a:r>
                        <a:rPr lang="en-US"/>
                        <a:t>~20</a:t>
                      </a:r>
                    </a:p>
                  </a:txBody>
                  <a:tcPr anchor="ctr"/>
                </a:tc>
                <a:extLst>
                  <a:ext uri="{0D108BD9-81ED-4DB2-BD59-A6C34878D82A}">
                    <a16:rowId xmlns:a16="http://schemas.microsoft.com/office/drawing/2014/main" val="2667580499"/>
                  </a:ext>
                </a:extLst>
              </a:tr>
              <a:tr h="306268">
                <a:tc>
                  <a:txBody>
                    <a:bodyPr/>
                    <a:lstStyle/>
                    <a:p>
                      <a:pPr>
                        <a:buNone/>
                      </a:pPr>
                      <a:r>
                        <a:rPr lang="en-US"/>
                        <a:t>Execution time</a:t>
                      </a:r>
                    </a:p>
                  </a:txBody>
                  <a:tcPr anchor="ctr"/>
                </a:tc>
                <a:tc>
                  <a:txBody>
                    <a:bodyPr/>
                    <a:lstStyle/>
                    <a:p>
                      <a:pPr>
                        <a:buNone/>
                      </a:pPr>
                      <a:r>
                        <a:rPr lang="en-US"/>
                        <a:t>950 </a:t>
                      </a:r>
                      <a:r>
                        <a:rPr lang="en-US" err="1"/>
                        <a:t>ms</a:t>
                      </a:r>
                    </a:p>
                  </a:txBody>
                  <a:tcPr anchor="ctr"/>
                </a:tc>
                <a:tc>
                  <a:txBody>
                    <a:bodyPr/>
                    <a:lstStyle/>
                    <a:p>
                      <a:pPr>
                        <a:buNone/>
                      </a:pPr>
                      <a:r>
                        <a:rPr lang="en-US"/>
                        <a:t>18 </a:t>
                      </a:r>
                      <a:r>
                        <a:rPr lang="en-US" err="1"/>
                        <a:t>ms</a:t>
                      </a:r>
                    </a:p>
                  </a:txBody>
                  <a:tcPr anchor="ctr"/>
                </a:tc>
                <a:extLst>
                  <a:ext uri="{0D108BD9-81ED-4DB2-BD59-A6C34878D82A}">
                    <a16:rowId xmlns:a16="http://schemas.microsoft.com/office/drawing/2014/main" val="2350174927"/>
                  </a:ext>
                </a:extLst>
              </a:tr>
              <a:tr h="306268">
                <a:tc>
                  <a:txBody>
                    <a:bodyPr/>
                    <a:lstStyle/>
                    <a:p>
                      <a:pPr>
                        <a:buNone/>
                      </a:pPr>
                      <a:r>
                        <a:rPr lang="en-US"/>
                        <a:t>User impact</a:t>
                      </a:r>
                    </a:p>
                  </a:txBody>
                  <a:tcPr anchor="ctr"/>
                </a:tc>
                <a:tc>
                  <a:txBody>
                    <a:bodyPr/>
                    <a:lstStyle/>
                    <a:p>
                      <a:pPr>
                        <a:buNone/>
                      </a:pPr>
                      <a:r>
                        <a:rPr lang="en-US"/>
                        <a:t>Slow page</a:t>
                      </a:r>
                    </a:p>
                  </a:txBody>
                  <a:tcPr anchor="ctr"/>
                </a:tc>
                <a:tc>
                  <a:txBody>
                    <a:bodyPr/>
                    <a:lstStyle/>
                    <a:p>
                      <a:pPr>
                        <a:buNone/>
                      </a:pPr>
                      <a:r>
                        <a:rPr lang="en-US"/>
                        <a:t>Instant load</a:t>
                      </a:r>
                    </a:p>
                  </a:txBody>
                  <a:tcPr anchor="ctr"/>
                </a:tc>
                <a:extLst>
                  <a:ext uri="{0D108BD9-81ED-4DB2-BD59-A6C34878D82A}">
                    <a16:rowId xmlns:a16="http://schemas.microsoft.com/office/drawing/2014/main" val="2046606430"/>
                  </a:ext>
                </a:extLst>
              </a:tr>
            </a:tbl>
          </a:graphicData>
        </a:graphic>
      </p:graphicFrame>
    </p:spTree>
    <p:extLst>
      <p:ext uri="{BB962C8B-B14F-4D97-AF65-F5344CB8AC3E}">
        <p14:creationId xmlns:p14="http://schemas.microsoft.com/office/powerpoint/2010/main" val="3353568366"/>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6D0205E-AF28-3540-40BF-DF3EE75BF07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7EA88EE-0045-CFE8-92AF-EF28869AFBEB}"/>
              </a:ext>
            </a:extLst>
          </p:cNvPr>
          <p:cNvSpPr>
            <a:spLocks noGrp="1"/>
          </p:cNvSpPr>
          <p:nvPr>
            <p:ph type="ctrTitle"/>
          </p:nvPr>
        </p:nvSpPr>
        <p:spPr>
          <a:xfrm>
            <a:off x="474593" y="83794"/>
            <a:ext cx="8413721" cy="1459682"/>
          </a:xfrm>
        </p:spPr>
        <p:txBody>
          <a:bodyPr/>
          <a:lstStyle/>
          <a:p>
            <a:pPr algn="l"/>
            <a:r>
              <a:rPr lang="en-US" sz="4000">
                <a:solidFill>
                  <a:srgbClr val="FFFFFF"/>
                </a:solidFill>
                <a:latin typeface="Arial"/>
                <a:ea typeface="Calibri"/>
                <a:cs typeface="Arial"/>
              </a:rPr>
              <a:t>Query Performance Fundamentals</a:t>
            </a:r>
          </a:p>
        </p:txBody>
      </p:sp>
      <p:sp>
        <p:nvSpPr>
          <p:cNvPr id="8" name="Subtitle 7">
            <a:extLst>
              <a:ext uri="{FF2B5EF4-FFF2-40B4-BE49-F238E27FC236}">
                <a16:creationId xmlns:a16="http://schemas.microsoft.com/office/drawing/2014/main" id="{D25FB2B4-A39B-E677-A005-50FC947218EF}"/>
              </a:ext>
            </a:extLst>
          </p:cNvPr>
          <p:cNvSpPr>
            <a:spLocks noGrp="1"/>
          </p:cNvSpPr>
          <p:nvPr>
            <p:ph type="subTitle" idx="1"/>
          </p:nvPr>
        </p:nvSpPr>
        <p:spPr>
          <a:xfrm>
            <a:off x="478971" y="1545771"/>
            <a:ext cx="8505729" cy="4486047"/>
          </a:xfrm>
        </p:spPr>
        <p:txBody>
          <a:bodyPr/>
          <a:lstStyle/>
          <a:p>
            <a:pPr algn="l"/>
            <a:r>
              <a:rPr lang="en-US" sz="2000">
                <a:latin typeface="Calibri"/>
                <a:cs typeface="Calibri"/>
              </a:rPr>
              <a:t>Step-by-Step Optimization Flow</a:t>
            </a:r>
          </a:p>
          <a:p>
            <a:pPr marL="342900" indent="-342900" algn="l">
              <a:buFont typeface="Arial" panose="02020603050405020304" pitchFamily="18" charset="0"/>
              <a:buChar char="•"/>
            </a:pPr>
            <a:r>
              <a:rPr lang="en-US" sz="2000">
                <a:solidFill>
                  <a:schemeClr val="tx1"/>
                </a:solidFill>
                <a:highlight>
                  <a:srgbClr val="FFFFFF"/>
                </a:highlight>
                <a:latin typeface="Calibri"/>
                <a:cs typeface="Arial"/>
              </a:rPr>
              <a:t>EXPLAIN ANALYZE</a:t>
            </a:r>
            <a:endParaRPr lang="en-US" sz="2000">
              <a:solidFill>
                <a:schemeClr val="tx1"/>
              </a:solidFill>
              <a:latin typeface="Calibri"/>
              <a:cs typeface="Arial"/>
            </a:endParaRPr>
          </a:p>
          <a:p>
            <a:pPr marL="342900" indent="-342900" algn="l">
              <a:buFont typeface="Arial" panose="02020603050405020304" pitchFamily="18" charset="0"/>
              <a:buChar char="•"/>
            </a:pPr>
            <a:r>
              <a:rPr lang="en-US" sz="2000">
                <a:solidFill>
                  <a:schemeClr val="tx1"/>
                </a:solidFill>
                <a:highlight>
                  <a:srgbClr val="FFFFFF"/>
                </a:highlight>
                <a:latin typeface="Calibri"/>
                <a:ea typeface="+mn-lt"/>
                <a:cs typeface="+mn-lt"/>
              </a:rPr>
              <a:t>Find highest </a:t>
            </a:r>
            <a:r>
              <a:rPr lang="en-US" sz="2000">
                <a:solidFill>
                  <a:schemeClr val="tx1"/>
                </a:solidFill>
                <a:highlight>
                  <a:srgbClr val="FFFFFF"/>
                </a:highlight>
                <a:latin typeface="Calibri"/>
                <a:cs typeface="Arial"/>
              </a:rPr>
              <a:t>actual time</a:t>
            </a:r>
            <a:endParaRPr lang="en-US" sz="2000">
              <a:solidFill>
                <a:schemeClr val="tx1"/>
              </a:solidFill>
              <a:latin typeface="Calibri"/>
              <a:cs typeface="Arial"/>
            </a:endParaRPr>
          </a:p>
          <a:p>
            <a:pPr marL="342900" indent="-342900" algn="l">
              <a:buFont typeface="Arial" panose="02020603050405020304" pitchFamily="18" charset="0"/>
              <a:buChar char="•"/>
            </a:pPr>
            <a:r>
              <a:rPr lang="en-US" sz="2000">
                <a:solidFill>
                  <a:schemeClr val="tx1"/>
                </a:solidFill>
                <a:highlight>
                  <a:srgbClr val="FFFFFF"/>
                </a:highlight>
                <a:latin typeface="Calibri"/>
                <a:ea typeface="+mn-lt"/>
                <a:cs typeface="+mn-lt"/>
              </a:rPr>
              <a:t>Compare estimated vs actual rows</a:t>
            </a:r>
            <a:endParaRPr lang="en-US" sz="2000">
              <a:solidFill>
                <a:schemeClr val="tx1"/>
              </a:solidFill>
              <a:latin typeface="Calibri"/>
              <a:cs typeface="Arial"/>
            </a:endParaRPr>
          </a:p>
          <a:p>
            <a:pPr marL="342900" indent="-342900" algn="l">
              <a:buFont typeface="Arial" panose="02020603050405020304" pitchFamily="18" charset="0"/>
              <a:buChar char="•"/>
            </a:pPr>
            <a:r>
              <a:rPr lang="en-US" sz="2000">
                <a:solidFill>
                  <a:schemeClr val="tx1"/>
                </a:solidFill>
                <a:highlight>
                  <a:srgbClr val="FFFFFF"/>
                </a:highlight>
                <a:latin typeface="Calibri"/>
                <a:ea typeface="+mn-lt"/>
                <a:cs typeface="+mn-lt"/>
              </a:rPr>
              <a:t>Check scan type</a:t>
            </a:r>
            <a:endParaRPr lang="en-US" sz="2000">
              <a:solidFill>
                <a:schemeClr val="tx1"/>
              </a:solidFill>
              <a:latin typeface="Calibri"/>
              <a:cs typeface="Arial"/>
            </a:endParaRPr>
          </a:p>
          <a:p>
            <a:pPr marL="342900" indent="-342900" algn="l">
              <a:buFont typeface="Arial" panose="02020603050405020304" pitchFamily="18" charset="0"/>
              <a:buChar char="•"/>
            </a:pPr>
            <a:r>
              <a:rPr lang="en-US" sz="2000">
                <a:solidFill>
                  <a:schemeClr val="tx1"/>
                </a:solidFill>
                <a:highlight>
                  <a:srgbClr val="FFFFFF"/>
                </a:highlight>
                <a:latin typeface="Calibri"/>
                <a:ea typeface="+mn-lt"/>
                <a:cs typeface="+mn-lt"/>
              </a:rPr>
              <a:t>Add/adjust index</a:t>
            </a:r>
            <a:endParaRPr lang="en-US" sz="2000">
              <a:solidFill>
                <a:schemeClr val="tx1"/>
              </a:solidFill>
              <a:latin typeface="Calibri"/>
              <a:cs typeface="Arial"/>
            </a:endParaRPr>
          </a:p>
          <a:p>
            <a:pPr marL="342900" indent="-342900" algn="l">
              <a:buFont typeface="Arial" panose="02020603050405020304" pitchFamily="18" charset="0"/>
              <a:buChar char="•"/>
            </a:pPr>
            <a:r>
              <a:rPr lang="en-US" sz="2000">
                <a:solidFill>
                  <a:schemeClr val="tx1"/>
                </a:solidFill>
                <a:highlight>
                  <a:srgbClr val="FFFFFF"/>
                </a:highlight>
                <a:latin typeface="Calibri"/>
                <a:ea typeface="+mn-lt"/>
                <a:cs typeface="+mn-lt"/>
              </a:rPr>
              <a:t>Re-run EXPLAIN</a:t>
            </a:r>
            <a:endParaRPr lang="en-US" sz="2000">
              <a:solidFill>
                <a:schemeClr val="tx1"/>
              </a:solidFill>
              <a:latin typeface="Calibri"/>
              <a:cs typeface="Arial"/>
            </a:endParaRPr>
          </a:p>
          <a:p>
            <a:pPr marL="342900" indent="-342900" algn="l">
              <a:buFont typeface="Arial" panose="02020603050405020304" pitchFamily="18" charset="0"/>
              <a:buChar char="•"/>
            </a:pPr>
            <a:endParaRPr lang="en-US" sz="2000">
              <a:solidFill>
                <a:schemeClr val="tx1"/>
              </a:solidFill>
              <a:highlight>
                <a:srgbClr val="FFFFFF"/>
              </a:highlight>
              <a:latin typeface="Calibri"/>
              <a:cs typeface="Arial"/>
            </a:endParaRPr>
          </a:p>
          <a:p>
            <a:pPr marL="342900" indent="-342900" algn="l">
              <a:buFont typeface="Arial" panose="02020603050405020304" pitchFamily="18" charset="0"/>
              <a:buChar char="•"/>
            </a:pPr>
            <a:endParaRPr lang="en-US" sz="2000">
              <a:solidFill>
                <a:schemeClr val="tx1"/>
              </a:solidFill>
              <a:highlight>
                <a:srgbClr val="FFFFFF"/>
              </a:highlight>
              <a:latin typeface="Calibri"/>
              <a:cs typeface="Arial"/>
            </a:endParaRPr>
          </a:p>
          <a:p>
            <a:pPr algn="l"/>
            <a:endParaRPr lang="en-US" sz="2000" b="1">
              <a:solidFill>
                <a:schemeClr val="tx1"/>
              </a:solidFill>
              <a:highlight>
                <a:srgbClr val="FFFFFF"/>
              </a:highlight>
              <a:latin typeface="Calibri"/>
              <a:cs typeface="Arial"/>
            </a:endParaRPr>
          </a:p>
        </p:txBody>
      </p:sp>
    </p:spTree>
    <p:extLst>
      <p:ext uri="{BB962C8B-B14F-4D97-AF65-F5344CB8AC3E}">
        <p14:creationId xmlns:p14="http://schemas.microsoft.com/office/powerpoint/2010/main" val="1430708337"/>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774656D-4145-D733-E733-D367AEAD88B1}"/>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D2CD3CE9-84DF-A699-4525-18665B93707E}"/>
              </a:ext>
            </a:extLst>
          </p:cNvPr>
          <p:cNvSpPr>
            <a:spLocks noGrp="1"/>
          </p:cNvSpPr>
          <p:nvPr>
            <p:ph type="ctrTitle"/>
          </p:nvPr>
        </p:nvSpPr>
        <p:spPr>
          <a:xfrm>
            <a:off x="474593" y="83794"/>
            <a:ext cx="8413721" cy="1459682"/>
          </a:xfrm>
        </p:spPr>
        <p:txBody>
          <a:bodyPr/>
          <a:lstStyle/>
          <a:p>
            <a:pPr algn="l"/>
            <a:r>
              <a:rPr lang="en-US" sz="4000">
                <a:solidFill>
                  <a:srgbClr val="FFFFFF"/>
                </a:solidFill>
                <a:ea typeface="+mj-lt"/>
                <a:cs typeface="+mj-lt"/>
              </a:rPr>
              <a:t>EXPLAIN vs EXPLAIN ANALYZE</a:t>
            </a:r>
            <a:endParaRPr lang="en-US"/>
          </a:p>
        </p:txBody>
      </p:sp>
      <p:sp>
        <p:nvSpPr>
          <p:cNvPr id="8" name="Subtitle 7">
            <a:extLst>
              <a:ext uri="{FF2B5EF4-FFF2-40B4-BE49-F238E27FC236}">
                <a16:creationId xmlns:a16="http://schemas.microsoft.com/office/drawing/2014/main" id="{F4F31C7E-0733-2A14-6934-711BECC64BDE}"/>
              </a:ext>
            </a:extLst>
          </p:cNvPr>
          <p:cNvSpPr>
            <a:spLocks noGrp="1"/>
          </p:cNvSpPr>
          <p:nvPr>
            <p:ph type="subTitle" idx="1"/>
          </p:nvPr>
        </p:nvSpPr>
        <p:spPr>
          <a:xfrm>
            <a:off x="478971" y="1545771"/>
            <a:ext cx="8505729" cy="4486047"/>
          </a:xfrm>
        </p:spPr>
        <p:txBody>
          <a:bodyPr/>
          <a:lstStyle/>
          <a:p>
            <a:pPr algn="l"/>
            <a:endParaRPr lang="en-US" sz="2000">
              <a:solidFill>
                <a:schemeClr val="tx1"/>
              </a:solidFill>
              <a:latin typeface="Calibri"/>
              <a:cs typeface="Calibri"/>
            </a:endParaRPr>
          </a:p>
        </p:txBody>
      </p:sp>
      <p:graphicFrame>
        <p:nvGraphicFramePr>
          <p:cNvPr id="3" name="Table 2">
            <a:extLst>
              <a:ext uri="{FF2B5EF4-FFF2-40B4-BE49-F238E27FC236}">
                <a16:creationId xmlns:a16="http://schemas.microsoft.com/office/drawing/2014/main" id="{E2CA1264-66FF-0119-E0B0-9A8D424B9BDC}"/>
              </a:ext>
            </a:extLst>
          </p:cNvPr>
          <p:cNvGraphicFramePr>
            <a:graphicFrameLocks noGrp="1"/>
          </p:cNvGraphicFramePr>
          <p:nvPr>
            <p:extLst>
              <p:ext uri="{D42A27DB-BD31-4B8C-83A1-F6EECF244321}">
                <p14:modId xmlns:p14="http://schemas.microsoft.com/office/powerpoint/2010/main" val="3225795306"/>
              </p:ext>
            </p:extLst>
          </p:nvPr>
        </p:nvGraphicFramePr>
        <p:xfrm>
          <a:off x="484532" y="1540565"/>
          <a:ext cx="8460660" cy="2194560"/>
        </p:xfrm>
        <a:graphic>
          <a:graphicData uri="http://schemas.openxmlformats.org/drawingml/2006/table">
            <a:tbl>
              <a:tblPr bandRow="1">
                <a:tableStyleId>{00A15C55-8517-42AA-B614-E9B94910E393}</a:tableStyleId>
              </a:tblPr>
              <a:tblGrid>
                <a:gridCol w="2820220">
                  <a:extLst>
                    <a:ext uri="{9D8B030D-6E8A-4147-A177-3AD203B41FA5}">
                      <a16:colId xmlns:a16="http://schemas.microsoft.com/office/drawing/2014/main" val="3411696236"/>
                    </a:ext>
                  </a:extLst>
                </a:gridCol>
                <a:gridCol w="2820220">
                  <a:extLst>
                    <a:ext uri="{9D8B030D-6E8A-4147-A177-3AD203B41FA5}">
                      <a16:colId xmlns:a16="http://schemas.microsoft.com/office/drawing/2014/main" val="859685139"/>
                    </a:ext>
                  </a:extLst>
                </a:gridCol>
                <a:gridCol w="2820220">
                  <a:extLst>
                    <a:ext uri="{9D8B030D-6E8A-4147-A177-3AD203B41FA5}">
                      <a16:colId xmlns:a16="http://schemas.microsoft.com/office/drawing/2014/main" val="890964957"/>
                    </a:ext>
                  </a:extLst>
                </a:gridCol>
              </a:tblGrid>
              <a:tr h="0">
                <a:tc>
                  <a:txBody>
                    <a:bodyPr/>
                    <a:lstStyle/>
                    <a:p>
                      <a:pPr>
                        <a:buNone/>
                      </a:pPr>
                      <a:r>
                        <a:rPr lang="en-US" b="1"/>
                        <a:t>Feature</a:t>
                      </a:r>
                    </a:p>
                  </a:txBody>
                  <a:tcPr anchor="ctr"/>
                </a:tc>
                <a:tc>
                  <a:txBody>
                    <a:bodyPr/>
                    <a:lstStyle/>
                    <a:p>
                      <a:pPr>
                        <a:buNone/>
                      </a:pPr>
                      <a:r>
                        <a:rPr lang="en-US" b="1"/>
                        <a:t>EXPLAIN</a:t>
                      </a:r>
                    </a:p>
                  </a:txBody>
                  <a:tcPr anchor="ctr"/>
                </a:tc>
                <a:tc>
                  <a:txBody>
                    <a:bodyPr/>
                    <a:lstStyle/>
                    <a:p>
                      <a:pPr>
                        <a:buNone/>
                      </a:pPr>
                      <a:r>
                        <a:rPr lang="en-US" b="1"/>
                        <a:t>EXPLAIN ANALYZE</a:t>
                      </a:r>
                    </a:p>
                  </a:txBody>
                  <a:tcPr anchor="ctr"/>
                </a:tc>
                <a:extLst>
                  <a:ext uri="{0D108BD9-81ED-4DB2-BD59-A6C34878D82A}">
                    <a16:rowId xmlns:a16="http://schemas.microsoft.com/office/drawing/2014/main" val="1588630026"/>
                  </a:ext>
                </a:extLst>
              </a:tr>
              <a:tr h="0">
                <a:tc>
                  <a:txBody>
                    <a:bodyPr/>
                    <a:lstStyle/>
                    <a:p>
                      <a:pPr>
                        <a:buNone/>
                      </a:pPr>
                      <a:r>
                        <a:rPr lang="en-US"/>
                        <a:t>Executes query</a:t>
                      </a:r>
                    </a:p>
                  </a:txBody>
                  <a:tcPr anchor="ctr"/>
                </a:tc>
                <a:tc>
                  <a:txBody>
                    <a:bodyPr/>
                    <a:lstStyle/>
                    <a:p>
                      <a:pPr>
                        <a:buNone/>
                      </a:pPr>
                      <a:r>
                        <a:rPr lang="en-US"/>
                        <a:t>❌</a:t>
                      </a:r>
                    </a:p>
                  </a:txBody>
                  <a:tcPr anchor="ctr"/>
                </a:tc>
                <a:tc>
                  <a:txBody>
                    <a:bodyPr/>
                    <a:lstStyle/>
                    <a:p>
                      <a:pPr>
                        <a:buNone/>
                      </a:pPr>
                      <a:r>
                        <a:rPr lang="en-US"/>
                        <a:t>✅</a:t>
                      </a:r>
                    </a:p>
                  </a:txBody>
                  <a:tcPr anchor="ctr"/>
                </a:tc>
                <a:extLst>
                  <a:ext uri="{0D108BD9-81ED-4DB2-BD59-A6C34878D82A}">
                    <a16:rowId xmlns:a16="http://schemas.microsoft.com/office/drawing/2014/main" val="788637637"/>
                  </a:ext>
                </a:extLst>
              </a:tr>
              <a:tr h="0">
                <a:tc>
                  <a:txBody>
                    <a:bodyPr/>
                    <a:lstStyle/>
                    <a:p>
                      <a:pPr>
                        <a:buNone/>
                      </a:pPr>
                      <a:r>
                        <a:rPr lang="en-US"/>
                        <a:t>Shows actual time</a:t>
                      </a:r>
                    </a:p>
                  </a:txBody>
                  <a:tcPr anchor="ctr"/>
                </a:tc>
                <a:tc>
                  <a:txBody>
                    <a:bodyPr/>
                    <a:lstStyle/>
                    <a:p>
                      <a:pPr>
                        <a:buNone/>
                      </a:pPr>
                      <a:r>
                        <a:rPr lang="en-US"/>
                        <a:t>❌</a:t>
                      </a:r>
                    </a:p>
                  </a:txBody>
                  <a:tcPr anchor="ctr"/>
                </a:tc>
                <a:tc>
                  <a:txBody>
                    <a:bodyPr/>
                    <a:lstStyle/>
                    <a:p>
                      <a:pPr>
                        <a:buNone/>
                      </a:pPr>
                      <a:r>
                        <a:rPr lang="en-US"/>
                        <a:t>✅</a:t>
                      </a:r>
                    </a:p>
                  </a:txBody>
                  <a:tcPr anchor="ctr"/>
                </a:tc>
                <a:extLst>
                  <a:ext uri="{0D108BD9-81ED-4DB2-BD59-A6C34878D82A}">
                    <a16:rowId xmlns:a16="http://schemas.microsoft.com/office/drawing/2014/main" val="2536441589"/>
                  </a:ext>
                </a:extLst>
              </a:tr>
              <a:tr h="0">
                <a:tc>
                  <a:txBody>
                    <a:bodyPr/>
                    <a:lstStyle/>
                    <a:p>
                      <a:pPr>
                        <a:buNone/>
                      </a:pPr>
                      <a:r>
                        <a:rPr lang="en-US"/>
                        <a:t>Shows actual rows</a:t>
                      </a:r>
                    </a:p>
                  </a:txBody>
                  <a:tcPr anchor="ctr"/>
                </a:tc>
                <a:tc>
                  <a:txBody>
                    <a:bodyPr/>
                    <a:lstStyle/>
                    <a:p>
                      <a:pPr>
                        <a:buNone/>
                      </a:pPr>
                      <a:r>
                        <a:rPr lang="en-US"/>
                        <a:t>❌</a:t>
                      </a:r>
                    </a:p>
                  </a:txBody>
                  <a:tcPr anchor="ctr"/>
                </a:tc>
                <a:tc>
                  <a:txBody>
                    <a:bodyPr/>
                    <a:lstStyle/>
                    <a:p>
                      <a:pPr>
                        <a:buNone/>
                      </a:pPr>
                      <a:r>
                        <a:rPr lang="en-US"/>
                        <a:t>✅</a:t>
                      </a:r>
                    </a:p>
                  </a:txBody>
                  <a:tcPr anchor="ctr"/>
                </a:tc>
                <a:extLst>
                  <a:ext uri="{0D108BD9-81ED-4DB2-BD59-A6C34878D82A}">
                    <a16:rowId xmlns:a16="http://schemas.microsoft.com/office/drawing/2014/main" val="1661537528"/>
                  </a:ext>
                </a:extLst>
              </a:tr>
              <a:tr h="0">
                <a:tc>
                  <a:txBody>
                    <a:bodyPr/>
                    <a:lstStyle/>
                    <a:p>
                      <a:pPr>
                        <a:buNone/>
                      </a:pPr>
                      <a:r>
                        <a:rPr lang="en-US"/>
                        <a:t>Safe on prod</a:t>
                      </a:r>
                    </a:p>
                  </a:txBody>
                  <a:tcPr anchor="ctr"/>
                </a:tc>
                <a:tc>
                  <a:txBody>
                    <a:bodyPr/>
                    <a:lstStyle/>
                    <a:p>
                      <a:pPr>
                        <a:buNone/>
                      </a:pPr>
                      <a:r>
                        <a:rPr lang="en-US"/>
                        <a:t>✅</a:t>
                      </a:r>
                    </a:p>
                  </a:txBody>
                  <a:tcPr anchor="ctr"/>
                </a:tc>
                <a:tc>
                  <a:txBody>
                    <a:bodyPr/>
                    <a:lstStyle/>
                    <a:p>
                      <a:pPr>
                        <a:buNone/>
                      </a:pPr>
                      <a:r>
                        <a:rPr lang="en-US"/>
                        <a:t>⚠️ (careful)</a:t>
                      </a:r>
                    </a:p>
                  </a:txBody>
                  <a:tcPr anchor="ctr"/>
                </a:tc>
                <a:extLst>
                  <a:ext uri="{0D108BD9-81ED-4DB2-BD59-A6C34878D82A}">
                    <a16:rowId xmlns:a16="http://schemas.microsoft.com/office/drawing/2014/main" val="4179659418"/>
                  </a:ext>
                </a:extLst>
              </a:tr>
              <a:tr h="0">
                <a:tc>
                  <a:txBody>
                    <a:bodyPr/>
                    <a:lstStyle/>
                    <a:p>
                      <a:pPr>
                        <a:buNone/>
                      </a:pPr>
                      <a:r>
                        <a:rPr lang="en-US"/>
                        <a:t>Finds real bottlenecks</a:t>
                      </a:r>
                    </a:p>
                  </a:txBody>
                  <a:tcPr anchor="ctr"/>
                </a:tc>
                <a:tc>
                  <a:txBody>
                    <a:bodyPr/>
                    <a:lstStyle/>
                    <a:p>
                      <a:pPr>
                        <a:buNone/>
                      </a:pPr>
                      <a:r>
                        <a:rPr lang="en-US"/>
                        <a:t>❌</a:t>
                      </a:r>
                    </a:p>
                  </a:txBody>
                  <a:tcPr anchor="ctr"/>
                </a:tc>
                <a:tc>
                  <a:txBody>
                    <a:bodyPr/>
                    <a:lstStyle/>
                    <a:p>
                      <a:pPr>
                        <a:buNone/>
                      </a:pPr>
                      <a:r>
                        <a:rPr lang="en-US"/>
                        <a:t>✅</a:t>
                      </a:r>
                    </a:p>
                  </a:txBody>
                  <a:tcPr anchor="ctr"/>
                </a:tc>
                <a:extLst>
                  <a:ext uri="{0D108BD9-81ED-4DB2-BD59-A6C34878D82A}">
                    <a16:rowId xmlns:a16="http://schemas.microsoft.com/office/drawing/2014/main" val="2717015524"/>
                  </a:ext>
                </a:extLst>
              </a:tr>
            </a:tbl>
          </a:graphicData>
        </a:graphic>
      </p:graphicFrame>
    </p:spTree>
    <p:extLst>
      <p:ext uri="{BB962C8B-B14F-4D97-AF65-F5344CB8AC3E}">
        <p14:creationId xmlns:p14="http://schemas.microsoft.com/office/powerpoint/2010/main" val="3186129621"/>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D316E05-691C-E85F-63BA-2B6D9F4772B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1F0E07A2-F327-F3D6-79D6-B65FB969746C}"/>
              </a:ext>
            </a:extLst>
          </p:cNvPr>
          <p:cNvSpPr>
            <a:spLocks noGrp="1"/>
          </p:cNvSpPr>
          <p:nvPr>
            <p:ph type="ctrTitle"/>
          </p:nvPr>
        </p:nvSpPr>
        <p:spPr>
          <a:xfrm>
            <a:off x="474593" y="83794"/>
            <a:ext cx="8413721" cy="1459682"/>
          </a:xfrm>
        </p:spPr>
        <p:txBody>
          <a:bodyPr/>
          <a:lstStyle/>
          <a:p>
            <a:pPr algn="l"/>
            <a:r>
              <a:rPr lang="en-US" sz="3600">
                <a:solidFill>
                  <a:srgbClr val="FFFFFF"/>
                </a:solidFill>
                <a:ea typeface="+mj-lt"/>
                <a:cs typeface="+mj-lt"/>
              </a:rPr>
              <a:t>Common Query Anti-Patterns &amp; Optimized Rewrites</a:t>
            </a:r>
            <a:endParaRPr lang="en-US" sz="3600">
              <a:cs typeface="Arial"/>
            </a:endParaRPr>
          </a:p>
        </p:txBody>
      </p:sp>
      <p:graphicFrame>
        <p:nvGraphicFramePr>
          <p:cNvPr id="6" name="Table 5">
            <a:extLst>
              <a:ext uri="{FF2B5EF4-FFF2-40B4-BE49-F238E27FC236}">
                <a16:creationId xmlns:a16="http://schemas.microsoft.com/office/drawing/2014/main" id="{A806B83E-2017-B65F-26CF-577B8FF50C5D}"/>
              </a:ext>
            </a:extLst>
          </p:cNvPr>
          <p:cNvGraphicFramePr>
            <a:graphicFrameLocks noGrp="1"/>
          </p:cNvGraphicFramePr>
          <p:nvPr>
            <p:extLst>
              <p:ext uri="{D42A27DB-BD31-4B8C-83A1-F6EECF244321}">
                <p14:modId xmlns:p14="http://schemas.microsoft.com/office/powerpoint/2010/main" val="3865764984"/>
              </p:ext>
            </p:extLst>
          </p:nvPr>
        </p:nvGraphicFramePr>
        <p:xfrm>
          <a:off x="323021" y="1540565"/>
          <a:ext cx="8674121" cy="4699000"/>
        </p:xfrm>
        <a:graphic>
          <a:graphicData uri="http://schemas.openxmlformats.org/drawingml/2006/table">
            <a:tbl>
              <a:tblPr firstRow="1" bandRow="1">
                <a:tableStyleId>{21E4AEA4-8DFA-4A89-87EB-49C32662AFE0}</a:tableStyleId>
              </a:tblPr>
              <a:tblGrid>
                <a:gridCol w="1528138">
                  <a:extLst>
                    <a:ext uri="{9D8B030D-6E8A-4147-A177-3AD203B41FA5}">
                      <a16:colId xmlns:a16="http://schemas.microsoft.com/office/drawing/2014/main" val="2870871791"/>
                    </a:ext>
                  </a:extLst>
                </a:gridCol>
                <a:gridCol w="1913281">
                  <a:extLst>
                    <a:ext uri="{9D8B030D-6E8A-4147-A177-3AD203B41FA5}">
                      <a16:colId xmlns:a16="http://schemas.microsoft.com/office/drawing/2014/main" val="4222167993"/>
                    </a:ext>
                  </a:extLst>
                </a:gridCol>
                <a:gridCol w="2782956">
                  <a:extLst>
                    <a:ext uri="{9D8B030D-6E8A-4147-A177-3AD203B41FA5}">
                      <a16:colId xmlns:a16="http://schemas.microsoft.com/office/drawing/2014/main" val="4219865687"/>
                    </a:ext>
                  </a:extLst>
                </a:gridCol>
                <a:gridCol w="2449746">
                  <a:extLst>
                    <a:ext uri="{9D8B030D-6E8A-4147-A177-3AD203B41FA5}">
                      <a16:colId xmlns:a16="http://schemas.microsoft.com/office/drawing/2014/main" val="79217328"/>
                    </a:ext>
                  </a:extLst>
                </a:gridCol>
              </a:tblGrid>
              <a:tr h="370840">
                <a:tc>
                  <a:txBody>
                    <a:bodyPr/>
                    <a:lstStyle/>
                    <a:p>
                      <a:pPr lvl="0">
                        <a:buNone/>
                      </a:pPr>
                      <a:r>
                        <a:rPr lang="en-US" sz="1800" b="1" i="0" u="none" strike="noStrike" noProof="0">
                          <a:latin typeface="Arial"/>
                        </a:rPr>
                        <a:t>Anti-Pattern</a:t>
                      </a:r>
                      <a:endParaRPr lang="en-US" b="1"/>
                    </a:p>
                  </a:txBody>
                  <a:tcPr/>
                </a:tc>
                <a:tc>
                  <a:txBody>
                    <a:bodyPr/>
                    <a:lstStyle/>
                    <a:p>
                      <a:pPr lvl="0">
                        <a:buNone/>
                      </a:pPr>
                      <a:r>
                        <a:rPr lang="en-US" sz="1800" u="none" strike="noStrike" noProof="0"/>
                        <a:t>❌ Bad Query</a:t>
                      </a:r>
                      <a:endParaRPr lang="en-US"/>
                    </a:p>
                  </a:txBody>
                  <a:tcPr/>
                </a:tc>
                <a:tc>
                  <a:txBody>
                    <a:bodyPr/>
                    <a:lstStyle/>
                    <a:p>
                      <a:pPr lvl="0">
                        <a:buNone/>
                      </a:pPr>
                      <a:r>
                        <a:rPr lang="en-US" sz="1800" u="none" strike="noStrike" noProof="0"/>
                        <a:t>✅ Optimized Rewrite</a:t>
                      </a:r>
                      <a:endParaRPr lang="en-US"/>
                    </a:p>
                  </a:txBody>
                  <a:tcPr/>
                </a:tc>
                <a:tc>
                  <a:txBody>
                    <a:bodyPr/>
                    <a:lstStyle/>
                    <a:p>
                      <a:pPr lvl="0">
                        <a:buNone/>
                      </a:pPr>
                      <a:r>
                        <a:rPr lang="en-US" sz="1800" u="none" strike="noStrike" noProof="0"/>
                        <a:t>Why It’s Better</a:t>
                      </a:r>
                      <a:endParaRPr lang="en-US"/>
                    </a:p>
                  </a:txBody>
                  <a:tcPr/>
                </a:tc>
                <a:extLst>
                  <a:ext uri="{0D108BD9-81ED-4DB2-BD59-A6C34878D82A}">
                    <a16:rowId xmlns:a16="http://schemas.microsoft.com/office/drawing/2014/main" val="3760506593"/>
                  </a:ext>
                </a:extLst>
              </a:tr>
              <a:tr h="370840">
                <a:tc>
                  <a:txBody>
                    <a:bodyPr/>
                    <a:lstStyle/>
                    <a:p>
                      <a:pPr lvl="0">
                        <a:buNone/>
                      </a:pPr>
                      <a:r>
                        <a:rPr lang="en-US" sz="2000" b="1" i="0" u="none" strike="noStrike" noProof="0">
                          <a:solidFill>
                            <a:schemeClr val="tx1"/>
                          </a:solidFill>
                          <a:latin typeface="Calibri"/>
                        </a:rPr>
                        <a:t>SELECT *</a:t>
                      </a:r>
                      <a:endParaRPr lang="en-US" sz="2000">
                        <a:latin typeface="Calibri"/>
                      </a:endParaRPr>
                    </a:p>
                  </a:txBody>
                  <a:tcPr/>
                </a:tc>
                <a:tc>
                  <a:txBody>
                    <a:bodyPr/>
                    <a:lstStyle/>
                    <a:p>
                      <a:pPr lvl="0">
                        <a:buNone/>
                      </a:pPr>
                      <a:r>
                        <a:rPr lang="en-US" sz="2000" u="none" strike="noStrike" noProof="0">
                          <a:latin typeface="Calibri"/>
                        </a:rPr>
                        <a:t>SELECT * FROM orders;</a:t>
                      </a:r>
                      <a:endParaRPr lang="en-US" sz="2000">
                        <a:latin typeface="Calibri"/>
                      </a:endParaRPr>
                    </a:p>
                  </a:txBody>
                  <a:tcPr/>
                </a:tc>
                <a:tc>
                  <a:txBody>
                    <a:bodyPr/>
                    <a:lstStyle/>
                    <a:p>
                      <a:pPr lvl="0">
                        <a:buNone/>
                      </a:pPr>
                      <a:r>
                        <a:rPr lang="en-US" sz="2000" u="none" strike="noStrike" noProof="0">
                          <a:latin typeface="Calibri"/>
                        </a:rPr>
                        <a:t>SELECT id, </a:t>
                      </a:r>
                      <a:r>
                        <a:rPr lang="en-US" sz="2000" u="none" strike="noStrike" noProof="0" err="1">
                          <a:latin typeface="Calibri"/>
                        </a:rPr>
                        <a:t>total_amount</a:t>
                      </a:r>
                      <a:r>
                        <a:rPr lang="en-US" sz="2000" u="none" strike="noStrike" noProof="0">
                          <a:latin typeface="Calibri"/>
                        </a:rPr>
                        <a:t> FROM orders;</a:t>
                      </a:r>
                      <a:endParaRPr lang="en-US" sz="2000">
                        <a:latin typeface="Calibri"/>
                      </a:endParaRPr>
                    </a:p>
                  </a:txBody>
                  <a:tcPr/>
                </a:tc>
                <a:tc>
                  <a:txBody>
                    <a:bodyPr/>
                    <a:lstStyle/>
                    <a:p>
                      <a:pPr lvl="0">
                        <a:buNone/>
                      </a:pPr>
                      <a:r>
                        <a:rPr lang="en-US" sz="2000" u="none" strike="noStrike" noProof="0">
                          <a:latin typeface="Calibri"/>
                        </a:rPr>
                        <a:t>Less I/O, faster, enables index-only scans</a:t>
                      </a:r>
                      <a:endParaRPr lang="en-US" sz="2000">
                        <a:latin typeface="Calibri"/>
                      </a:endParaRPr>
                    </a:p>
                  </a:txBody>
                  <a:tcPr/>
                </a:tc>
                <a:extLst>
                  <a:ext uri="{0D108BD9-81ED-4DB2-BD59-A6C34878D82A}">
                    <a16:rowId xmlns:a16="http://schemas.microsoft.com/office/drawing/2014/main" val="1550179594"/>
                  </a:ext>
                </a:extLst>
              </a:tr>
              <a:tr h="370839">
                <a:tc>
                  <a:txBody>
                    <a:bodyPr/>
                    <a:lstStyle/>
                    <a:p>
                      <a:pPr lvl="0">
                        <a:buNone/>
                      </a:pPr>
                      <a:r>
                        <a:rPr lang="en-US" sz="2000" b="1" i="0" u="none" strike="noStrike" noProof="0">
                          <a:solidFill>
                            <a:schemeClr val="tx1"/>
                          </a:solidFill>
                          <a:latin typeface="Calibri"/>
                        </a:rPr>
                        <a:t>Function in WHERE</a:t>
                      </a:r>
                      <a:endParaRPr lang="en-US" sz="2000" b="1">
                        <a:latin typeface="Calibri"/>
                      </a:endParaRPr>
                    </a:p>
                  </a:txBody>
                  <a:tcPr/>
                </a:tc>
                <a:tc>
                  <a:txBody>
                    <a:bodyPr/>
                    <a:lstStyle/>
                    <a:p>
                      <a:pPr lvl="0">
                        <a:buNone/>
                      </a:pPr>
                      <a:r>
                        <a:rPr lang="en-US" sz="2000" b="0" i="0" u="none" strike="noStrike" noProof="0">
                          <a:latin typeface="Calibri"/>
                        </a:rPr>
                        <a:t>WHERE LOWER(email) = 'a@b.com'</a:t>
                      </a:r>
                      <a:endParaRPr lang="en-US" sz="2000">
                        <a:latin typeface="Calibri"/>
                      </a:endParaRPr>
                    </a:p>
                  </a:txBody>
                  <a:tcPr/>
                </a:tc>
                <a:tc>
                  <a:txBody>
                    <a:bodyPr/>
                    <a:lstStyle/>
                    <a:p>
                      <a:pPr lvl="0">
                        <a:buNone/>
                      </a:pPr>
                      <a:r>
                        <a:rPr lang="en-US" sz="2000" b="0" i="0" u="none" strike="noStrike" noProof="0">
                          <a:latin typeface="Calibri"/>
                        </a:rPr>
                        <a:t>WHERE email = 'a@b.com' or functional index</a:t>
                      </a:r>
                      <a:endParaRPr lang="en-US" sz="2000">
                        <a:latin typeface="Calibri"/>
                      </a:endParaRPr>
                    </a:p>
                  </a:txBody>
                  <a:tcPr/>
                </a:tc>
                <a:tc>
                  <a:txBody>
                    <a:bodyPr/>
                    <a:lstStyle/>
                    <a:p>
                      <a:pPr lvl="0">
                        <a:buNone/>
                      </a:pPr>
                      <a:r>
                        <a:rPr lang="en-US" sz="2000" b="0" i="0" u="none" strike="noStrike" noProof="0">
                          <a:latin typeface="Calibri"/>
                        </a:rPr>
                        <a:t>Allows index usage</a:t>
                      </a:r>
                      <a:endParaRPr lang="en-US" sz="2000">
                        <a:latin typeface="Calibri"/>
                      </a:endParaRPr>
                    </a:p>
                  </a:txBody>
                  <a:tcPr/>
                </a:tc>
                <a:extLst>
                  <a:ext uri="{0D108BD9-81ED-4DB2-BD59-A6C34878D82A}">
                    <a16:rowId xmlns:a16="http://schemas.microsoft.com/office/drawing/2014/main" val="3773164820"/>
                  </a:ext>
                </a:extLst>
              </a:tr>
              <a:tr h="370838">
                <a:tc>
                  <a:txBody>
                    <a:bodyPr/>
                    <a:lstStyle/>
                    <a:p>
                      <a:pPr lvl="0">
                        <a:buNone/>
                      </a:pPr>
                      <a:r>
                        <a:rPr lang="en-US" sz="2000" b="1" i="0" u="none" strike="noStrike" noProof="0">
                          <a:solidFill>
                            <a:schemeClr val="tx1"/>
                          </a:solidFill>
                          <a:latin typeface="Calibri"/>
                        </a:rPr>
                        <a:t>DATE() on timestamp</a:t>
                      </a:r>
                      <a:endParaRPr lang="en-US" sz="2000" b="1">
                        <a:latin typeface="Calibri"/>
                      </a:endParaRPr>
                    </a:p>
                  </a:txBody>
                  <a:tcPr/>
                </a:tc>
                <a:tc>
                  <a:txBody>
                    <a:bodyPr/>
                    <a:lstStyle/>
                    <a:p>
                      <a:pPr lvl="0">
                        <a:buNone/>
                      </a:pPr>
                      <a:r>
                        <a:rPr lang="en-US" sz="2000" b="0" i="0" u="none" strike="noStrike" noProof="0">
                          <a:latin typeface="Calibri"/>
                        </a:rPr>
                        <a:t>WHERE DATE(</a:t>
                      </a:r>
                      <a:r>
                        <a:rPr lang="en-US" sz="2000" b="0" i="0" u="none" strike="noStrike" noProof="0" err="1">
                          <a:latin typeface="Calibri"/>
                        </a:rPr>
                        <a:t>created_at</a:t>
                      </a:r>
                      <a:r>
                        <a:rPr lang="en-US" sz="2000" b="0" i="0" u="none" strike="noStrike" noProof="0">
                          <a:latin typeface="Calibri"/>
                        </a:rPr>
                        <a:t>) = '2025-01-01'</a:t>
                      </a:r>
                      <a:endParaRPr lang="en-US" sz="2000">
                        <a:latin typeface="Calibri"/>
                      </a:endParaRPr>
                    </a:p>
                  </a:txBody>
                  <a:tcPr/>
                </a:tc>
                <a:tc>
                  <a:txBody>
                    <a:bodyPr/>
                    <a:lstStyle/>
                    <a:p>
                      <a:pPr lvl="0">
                        <a:buNone/>
                      </a:pPr>
                      <a:r>
                        <a:rPr lang="en-US" sz="2000" b="0" i="0" u="none" strike="noStrike" noProof="0">
                          <a:latin typeface="Calibri"/>
                        </a:rPr>
                        <a:t>WHERE </a:t>
                      </a:r>
                      <a:r>
                        <a:rPr lang="en-US" sz="2000" b="0" i="0" u="none" strike="noStrike" noProof="0" err="1">
                          <a:latin typeface="Calibri"/>
                        </a:rPr>
                        <a:t>created_at</a:t>
                      </a:r>
                      <a:r>
                        <a:rPr lang="en-US" sz="2000" b="0" i="0" u="none" strike="noStrike" noProof="0">
                          <a:latin typeface="Calibri"/>
                        </a:rPr>
                        <a:t> &gt;= '2025-01-01' AND </a:t>
                      </a:r>
                      <a:r>
                        <a:rPr lang="en-US" sz="2000" b="0" i="0" u="none" strike="noStrike" noProof="0" err="1">
                          <a:latin typeface="Calibri"/>
                        </a:rPr>
                        <a:t>created_at</a:t>
                      </a:r>
                      <a:r>
                        <a:rPr lang="en-US" sz="2000" b="0" i="0" u="none" strike="noStrike" noProof="0">
                          <a:latin typeface="Calibri"/>
                        </a:rPr>
                        <a:t> &lt; '2025-01-02'</a:t>
                      </a:r>
                      <a:endParaRPr lang="en-US" sz="2000">
                        <a:latin typeface="Calibri"/>
                      </a:endParaRPr>
                    </a:p>
                  </a:txBody>
                  <a:tcPr/>
                </a:tc>
                <a:tc>
                  <a:txBody>
                    <a:bodyPr/>
                    <a:lstStyle/>
                    <a:p>
                      <a:pPr lvl="0">
                        <a:buNone/>
                      </a:pPr>
                      <a:r>
                        <a:rPr lang="en-US" sz="2000" b="0" i="0" u="none" strike="noStrike" noProof="0">
                          <a:latin typeface="Calibri"/>
                        </a:rPr>
                        <a:t>Index-friendly range scan</a:t>
                      </a:r>
                      <a:endParaRPr lang="en-US" sz="2000">
                        <a:latin typeface="Calibri"/>
                      </a:endParaRPr>
                    </a:p>
                  </a:txBody>
                  <a:tcPr/>
                </a:tc>
                <a:extLst>
                  <a:ext uri="{0D108BD9-81ED-4DB2-BD59-A6C34878D82A}">
                    <a16:rowId xmlns:a16="http://schemas.microsoft.com/office/drawing/2014/main" val="1924016550"/>
                  </a:ext>
                </a:extLst>
              </a:tr>
              <a:tr h="370838">
                <a:tc>
                  <a:txBody>
                    <a:bodyPr/>
                    <a:lstStyle/>
                    <a:p>
                      <a:pPr lvl="0">
                        <a:buNone/>
                      </a:pPr>
                      <a:r>
                        <a:rPr lang="en-US" sz="2000" b="1" i="0" u="none" strike="noStrike" noProof="0">
                          <a:solidFill>
                            <a:schemeClr val="tx1"/>
                          </a:solidFill>
                          <a:latin typeface="Calibri"/>
                        </a:rPr>
                        <a:t>IN (SELECT)</a:t>
                      </a:r>
                      <a:endParaRPr lang="en-US" sz="2000" b="1">
                        <a:latin typeface="Calibri"/>
                      </a:endParaRPr>
                    </a:p>
                  </a:txBody>
                  <a:tcPr/>
                </a:tc>
                <a:tc>
                  <a:txBody>
                    <a:bodyPr/>
                    <a:lstStyle/>
                    <a:p>
                      <a:pPr lvl="0">
                        <a:buNone/>
                      </a:pPr>
                      <a:r>
                        <a:rPr lang="en-US" sz="2000" b="0" i="0" u="none" strike="noStrike" noProof="0">
                          <a:latin typeface="Calibri"/>
                        </a:rPr>
                        <a:t>WHERE id IN (SELECT </a:t>
                      </a:r>
                      <a:r>
                        <a:rPr lang="en-US" sz="2000" b="0" i="0" u="none" strike="noStrike" noProof="0" err="1">
                          <a:latin typeface="Calibri"/>
                        </a:rPr>
                        <a:t>user_id</a:t>
                      </a:r>
                      <a:r>
                        <a:rPr lang="en-US" sz="2000" b="0" i="0" u="none" strike="noStrike" noProof="0">
                          <a:latin typeface="Calibri"/>
                        </a:rPr>
                        <a:t> FROM users)</a:t>
                      </a:r>
                      <a:endParaRPr lang="en-US" sz="2000">
                        <a:latin typeface="Calibri"/>
                      </a:endParaRPr>
                    </a:p>
                  </a:txBody>
                  <a:tcPr/>
                </a:tc>
                <a:tc>
                  <a:txBody>
                    <a:bodyPr/>
                    <a:lstStyle/>
                    <a:p>
                      <a:pPr lvl="0">
                        <a:buNone/>
                      </a:pPr>
                      <a:r>
                        <a:rPr lang="en-US" sz="2000" b="0" i="0" u="none" strike="noStrike" noProof="0">
                          <a:latin typeface="Calibri"/>
                        </a:rPr>
                        <a:t>JOIN users u ON u.id = </a:t>
                      </a:r>
                      <a:r>
                        <a:rPr lang="en-US" sz="2000" b="0" i="0" u="none" strike="noStrike" noProof="0" err="1">
                          <a:latin typeface="Calibri"/>
                        </a:rPr>
                        <a:t>o.user_id</a:t>
                      </a:r>
                      <a:endParaRPr lang="en-US" sz="2000">
                        <a:latin typeface="Calibri"/>
                      </a:endParaRPr>
                    </a:p>
                  </a:txBody>
                  <a:tcPr/>
                </a:tc>
                <a:tc>
                  <a:txBody>
                    <a:bodyPr/>
                    <a:lstStyle/>
                    <a:p>
                      <a:pPr lvl="0">
                        <a:buNone/>
                      </a:pPr>
                      <a:r>
                        <a:rPr lang="en-US" sz="2000" b="0" i="0" u="none" strike="noStrike" noProof="0">
                          <a:latin typeface="Calibri"/>
                        </a:rPr>
                        <a:t>Better planner optimization</a:t>
                      </a:r>
                      <a:endParaRPr lang="en-US" sz="2000">
                        <a:latin typeface="Calibri"/>
                      </a:endParaRPr>
                    </a:p>
                  </a:txBody>
                  <a:tcPr/>
                </a:tc>
                <a:extLst>
                  <a:ext uri="{0D108BD9-81ED-4DB2-BD59-A6C34878D82A}">
                    <a16:rowId xmlns:a16="http://schemas.microsoft.com/office/drawing/2014/main" val="1107998162"/>
                  </a:ext>
                </a:extLst>
              </a:tr>
            </a:tbl>
          </a:graphicData>
        </a:graphic>
      </p:graphicFrame>
    </p:spTree>
    <p:extLst>
      <p:ext uri="{BB962C8B-B14F-4D97-AF65-F5344CB8AC3E}">
        <p14:creationId xmlns:p14="http://schemas.microsoft.com/office/powerpoint/2010/main" val="902036437"/>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64DD24F-D34C-8168-1386-ECE4C284779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D5B72666-DDBE-3E8A-8211-F738042017D8}"/>
              </a:ext>
            </a:extLst>
          </p:cNvPr>
          <p:cNvSpPr>
            <a:spLocks noGrp="1"/>
          </p:cNvSpPr>
          <p:nvPr>
            <p:ph type="ctrTitle"/>
          </p:nvPr>
        </p:nvSpPr>
        <p:spPr>
          <a:xfrm>
            <a:off x="474593" y="83794"/>
            <a:ext cx="8413721" cy="1459682"/>
          </a:xfrm>
        </p:spPr>
        <p:txBody>
          <a:bodyPr/>
          <a:lstStyle/>
          <a:p>
            <a:pPr algn="l"/>
            <a:r>
              <a:rPr lang="en-US" sz="3600">
                <a:solidFill>
                  <a:srgbClr val="FFFFFF"/>
                </a:solidFill>
                <a:ea typeface="+mj-lt"/>
                <a:cs typeface="+mj-lt"/>
              </a:rPr>
              <a:t>Common Query Anti-Patterns &amp; Optimized Rewrites</a:t>
            </a:r>
            <a:endParaRPr lang="en-US" sz="3600">
              <a:cs typeface="Arial"/>
            </a:endParaRPr>
          </a:p>
        </p:txBody>
      </p:sp>
      <p:graphicFrame>
        <p:nvGraphicFramePr>
          <p:cNvPr id="6" name="Table 5">
            <a:extLst>
              <a:ext uri="{FF2B5EF4-FFF2-40B4-BE49-F238E27FC236}">
                <a16:creationId xmlns:a16="http://schemas.microsoft.com/office/drawing/2014/main" id="{C639679A-9829-2070-097E-95B26DBA0989}"/>
              </a:ext>
            </a:extLst>
          </p:cNvPr>
          <p:cNvGraphicFramePr>
            <a:graphicFrameLocks noGrp="1"/>
          </p:cNvGraphicFramePr>
          <p:nvPr>
            <p:extLst>
              <p:ext uri="{D42A27DB-BD31-4B8C-83A1-F6EECF244321}">
                <p14:modId xmlns:p14="http://schemas.microsoft.com/office/powerpoint/2010/main" val="1906149242"/>
              </p:ext>
            </p:extLst>
          </p:nvPr>
        </p:nvGraphicFramePr>
        <p:xfrm>
          <a:off x="323021" y="1540565"/>
          <a:ext cx="8674121" cy="4180840"/>
        </p:xfrm>
        <a:graphic>
          <a:graphicData uri="http://schemas.openxmlformats.org/drawingml/2006/table">
            <a:tbl>
              <a:tblPr firstRow="1" bandRow="1">
                <a:tableStyleId>{21E4AEA4-8DFA-4A89-87EB-49C32662AFE0}</a:tableStyleId>
              </a:tblPr>
              <a:tblGrid>
                <a:gridCol w="1528138">
                  <a:extLst>
                    <a:ext uri="{9D8B030D-6E8A-4147-A177-3AD203B41FA5}">
                      <a16:colId xmlns:a16="http://schemas.microsoft.com/office/drawing/2014/main" val="2870871791"/>
                    </a:ext>
                  </a:extLst>
                </a:gridCol>
                <a:gridCol w="1913281">
                  <a:extLst>
                    <a:ext uri="{9D8B030D-6E8A-4147-A177-3AD203B41FA5}">
                      <a16:colId xmlns:a16="http://schemas.microsoft.com/office/drawing/2014/main" val="4222167993"/>
                    </a:ext>
                  </a:extLst>
                </a:gridCol>
                <a:gridCol w="2782956">
                  <a:extLst>
                    <a:ext uri="{9D8B030D-6E8A-4147-A177-3AD203B41FA5}">
                      <a16:colId xmlns:a16="http://schemas.microsoft.com/office/drawing/2014/main" val="4219865687"/>
                    </a:ext>
                  </a:extLst>
                </a:gridCol>
                <a:gridCol w="2449746">
                  <a:extLst>
                    <a:ext uri="{9D8B030D-6E8A-4147-A177-3AD203B41FA5}">
                      <a16:colId xmlns:a16="http://schemas.microsoft.com/office/drawing/2014/main" val="79217328"/>
                    </a:ext>
                  </a:extLst>
                </a:gridCol>
              </a:tblGrid>
              <a:tr h="370840">
                <a:tc>
                  <a:txBody>
                    <a:bodyPr/>
                    <a:lstStyle/>
                    <a:p>
                      <a:pPr lvl="0">
                        <a:buNone/>
                      </a:pPr>
                      <a:r>
                        <a:rPr lang="en-US" sz="1800" b="1" i="0" u="none" strike="noStrike" noProof="0">
                          <a:latin typeface="Arial"/>
                        </a:rPr>
                        <a:t>Anti-Pattern</a:t>
                      </a:r>
                      <a:endParaRPr lang="en-US" b="1"/>
                    </a:p>
                  </a:txBody>
                  <a:tcPr/>
                </a:tc>
                <a:tc>
                  <a:txBody>
                    <a:bodyPr/>
                    <a:lstStyle/>
                    <a:p>
                      <a:pPr lvl="0">
                        <a:buNone/>
                      </a:pPr>
                      <a:r>
                        <a:rPr lang="en-US" sz="1800" u="none" strike="noStrike" noProof="0"/>
                        <a:t>❌ Bad Query</a:t>
                      </a:r>
                      <a:endParaRPr lang="en-US"/>
                    </a:p>
                  </a:txBody>
                  <a:tcPr/>
                </a:tc>
                <a:tc>
                  <a:txBody>
                    <a:bodyPr/>
                    <a:lstStyle/>
                    <a:p>
                      <a:pPr lvl="0">
                        <a:buNone/>
                      </a:pPr>
                      <a:r>
                        <a:rPr lang="en-US" sz="1800" u="none" strike="noStrike" noProof="0"/>
                        <a:t>✅ Optimized Rewrite</a:t>
                      </a:r>
                      <a:endParaRPr lang="en-US"/>
                    </a:p>
                  </a:txBody>
                  <a:tcPr/>
                </a:tc>
                <a:tc>
                  <a:txBody>
                    <a:bodyPr/>
                    <a:lstStyle/>
                    <a:p>
                      <a:pPr lvl="0">
                        <a:buNone/>
                      </a:pPr>
                      <a:r>
                        <a:rPr lang="en-US" sz="1800" u="none" strike="noStrike" noProof="0"/>
                        <a:t>Why It’s Better</a:t>
                      </a:r>
                      <a:endParaRPr lang="en-US"/>
                    </a:p>
                  </a:txBody>
                  <a:tcPr/>
                </a:tc>
                <a:extLst>
                  <a:ext uri="{0D108BD9-81ED-4DB2-BD59-A6C34878D82A}">
                    <a16:rowId xmlns:a16="http://schemas.microsoft.com/office/drawing/2014/main" val="3760506593"/>
                  </a:ext>
                </a:extLst>
              </a:tr>
              <a:tr h="370840">
                <a:tc>
                  <a:txBody>
                    <a:bodyPr/>
                    <a:lstStyle/>
                    <a:p>
                      <a:pPr lvl="0">
                        <a:buNone/>
                      </a:pPr>
                      <a:r>
                        <a:rPr lang="en-US" sz="2000" b="1" i="0" u="none" strike="noStrike" baseline="0" noProof="0">
                          <a:solidFill>
                            <a:srgbClr val="000000"/>
                          </a:solidFill>
                          <a:latin typeface="Calibri"/>
                        </a:rPr>
                        <a:t>NOT IN with NULLs</a:t>
                      </a:r>
                      <a:endParaRPr lang="en-US"/>
                    </a:p>
                  </a:txBody>
                  <a:tcPr/>
                </a:tc>
                <a:tc>
                  <a:txBody>
                    <a:bodyPr/>
                    <a:lstStyle/>
                    <a:p>
                      <a:pPr lvl="0">
                        <a:buNone/>
                      </a:pPr>
                      <a:r>
                        <a:rPr lang="en-US" sz="2000" b="0" i="0" u="none" strike="noStrike" baseline="0" noProof="0">
                          <a:solidFill>
                            <a:srgbClr val="000000"/>
                          </a:solidFill>
                          <a:latin typeface="Calibri"/>
                        </a:rPr>
                        <a:t>WHERE id NOT IN (SELECT id FROM banned)</a:t>
                      </a:r>
                      <a:endParaRPr lang="en-US" sz="2000">
                        <a:latin typeface="Calibri"/>
                      </a:endParaRPr>
                    </a:p>
                  </a:txBody>
                  <a:tcPr/>
                </a:tc>
                <a:tc>
                  <a:txBody>
                    <a:bodyPr/>
                    <a:lstStyle/>
                    <a:p>
                      <a:pPr lvl="0">
                        <a:buNone/>
                      </a:pPr>
                      <a:r>
                        <a:rPr lang="en-US" sz="2000" b="0" i="0" u="none" strike="noStrike" baseline="0" noProof="0">
                          <a:solidFill>
                            <a:srgbClr val="000000"/>
                          </a:solidFill>
                          <a:latin typeface="Calibri"/>
                        </a:rPr>
                        <a:t>WHERE NOT EXISTS (...)</a:t>
                      </a:r>
                      <a:endParaRPr lang="en-US" sz="2000">
                        <a:latin typeface="Calibri"/>
                      </a:endParaRPr>
                    </a:p>
                  </a:txBody>
                  <a:tcPr/>
                </a:tc>
                <a:tc>
                  <a:txBody>
                    <a:bodyPr/>
                    <a:lstStyle/>
                    <a:p>
                      <a:pPr lvl="0">
                        <a:buNone/>
                      </a:pPr>
                      <a:r>
                        <a:rPr lang="en-US" sz="2000" b="0" i="0" u="none" strike="noStrike" baseline="0" noProof="0">
                          <a:solidFill>
                            <a:srgbClr val="000000"/>
                          </a:solidFill>
                          <a:latin typeface="Calibri"/>
                        </a:rPr>
                        <a:t>Correct logic + faster</a:t>
                      </a:r>
                      <a:endParaRPr lang="en-US" sz="2000">
                        <a:latin typeface="Calibri"/>
                      </a:endParaRPr>
                    </a:p>
                  </a:txBody>
                  <a:tcPr/>
                </a:tc>
                <a:extLst>
                  <a:ext uri="{0D108BD9-81ED-4DB2-BD59-A6C34878D82A}">
                    <a16:rowId xmlns:a16="http://schemas.microsoft.com/office/drawing/2014/main" val="1550179594"/>
                  </a:ext>
                </a:extLst>
              </a:tr>
              <a:tr h="370839">
                <a:tc>
                  <a:txBody>
                    <a:bodyPr/>
                    <a:lstStyle/>
                    <a:p>
                      <a:pPr lvl="0">
                        <a:buNone/>
                      </a:pPr>
                      <a:r>
                        <a:rPr lang="en-US" sz="2000" b="1" i="0" u="none" strike="noStrike" noProof="0">
                          <a:solidFill>
                            <a:schemeClr val="tx1"/>
                          </a:solidFill>
                          <a:latin typeface="Calibri"/>
                        </a:rPr>
                        <a:t>OFFSET pagination</a:t>
                      </a:r>
                      <a:endParaRPr lang="en-US" sz="2000" b="1">
                        <a:latin typeface="Calibri"/>
                      </a:endParaRPr>
                    </a:p>
                  </a:txBody>
                  <a:tcPr/>
                </a:tc>
                <a:tc>
                  <a:txBody>
                    <a:bodyPr/>
                    <a:lstStyle/>
                    <a:p>
                      <a:pPr lvl="0">
                        <a:buNone/>
                      </a:pPr>
                      <a:r>
                        <a:rPr lang="en-US" sz="2000" b="0" i="0" u="none" strike="noStrike" noProof="0">
                          <a:latin typeface="Calibri"/>
                        </a:rPr>
                        <a:t>LIMIT 10 OFFSET 100000</a:t>
                      </a:r>
                      <a:endParaRPr lang="en-US" sz="2000">
                        <a:latin typeface="Calibri"/>
                      </a:endParaRPr>
                    </a:p>
                  </a:txBody>
                  <a:tcPr/>
                </a:tc>
                <a:tc>
                  <a:txBody>
                    <a:bodyPr/>
                    <a:lstStyle/>
                    <a:p>
                      <a:pPr lvl="0" algn="l">
                        <a:lnSpc>
                          <a:spcPct val="100000"/>
                        </a:lnSpc>
                        <a:spcBef>
                          <a:spcPts val="0"/>
                        </a:spcBef>
                        <a:spcAft>
                          <a:spcPts val="0"/>
                        </a:spcAft>
                        <a:buNone/>
                      </a:pPr>
                      <a:r>
                        <a:rPr lang="en-US" sz="2000">
                          <a:latin typeface="Calibri"/>
                        </a:rPr>
                        <a:t>Keyset pagination</a:t>
                      </a:r>
                    </a:p>
                  </a:txBody>
                  <a:tcPr/>
                </a:tc>
                <a:tc>
                  <a:txBody>
                    <a:bodyPr/>
                    <a:lstStyle/>
                    <a:p>
                      <a:pPr lvl="0">
                        <a:buNone/>
                      </a:pPr>
                      <a:r>
                        <a:rPr lang="en-US" sz="2000" b="0" i="0" u="none" strike="noStrike" baseline="0" noProof="0">
                          <a:solidFill>
                            <a:srgbClr val="000000"/>
                          </a:solidFill>
                          <a:latin typeface="Calibri"/>
                        </a:rPr>
                        <a:t>Avoids scanning skipped rows</a:t>
                      </a:r>
                      <a:endParaRPr lang="en-US" sz="2000">
                        <a:latin typeface="Calibri"/>
                      </a:endParaRPr>
                    </a:p>
                  </a:txBody>
                  <a:tcPr/>
                </a:tc>
                <a:extLst>
                  <a:ext uri="{0D108BD9-81ED-4DB2-BD59-A6C34878D82A}">
                    <a16:rowId xmlns:a16="http://schemas.microsoft.com/office/drawing/2014/main" val="3773164820"/>
                  </a:ext>
                </a:extLst>
              </a:tr>
              <a:tr h="370838">
                <a:tc>
                  <a:txBody>
                    <a:bodyPr/>
                    <a:lstStyle/>
                    <a:p>
                      <a:pPr lvl="0">
                        <a:buNone/>
                      </a:pPr>
                      <a:r>
                        <a:rPr lang="en-US" sz="2000" b="1" i="0" u="none" strike="noStrike" baseline="0" noProof="0">
                          <a:solidFill>
                            <a:srgbClr val="000000"/>
                          </a:solidFill>
                          <a:latin typeface="Calibri"/>
                        </a:rPr>
                        <a:t>Too many ORs</a:t>
                      </a:r>
                      <a:endParaRPr lang="en-US" sz="2000" b="1">
                        <a:latin typeface="Calibri"/>
                      </a:endParaRPr>
                    </a:p>
                  </a:txBody>
                  <a:tcPr/>
                </a:tc>
                <a:tc>
                  <a:txBody>
                    <a:bodyPr/>
                    <a:lstStyle/>
                    <a:p>
                      <a:pPr lvl="0">
                        <a:buNone/>
                      </a:pPr>
                      <a:r>
                        <a:rPr lang="en-US" sz="2000" b="0" i="0" u="none" strike="noStrike" noProof="0">
                          <a:latin typeface="Calibri"/>
                        </a:rPr>
                        <a:t>status='A' OR status='B'</a:t>
                      </a:r>
                      <a:endParaRPr lang="en-US" sz="2000">
                        <a:latin typeface="Calibri"/>
                      </a:endParaRPr>
                    </a:p>
                  </a:txBody>
                  <a:tcPr/>
                </a:tc>
                <a:tc>
                  <a:txBody>
                    <a:bodyPr/>
                    <a:lstStyle/>
                    <a:p>
                      <a:pPr lvl="0">
                        <a:buNone/>
                      </a:pPr>
                      <a:r>
                        <a:rPr lang="en-US" sz="2000" b="0" i="0" u="none" strike="noStrike" baseline="0" noProof="0">
                          <a:solidFill>
                            <a:srgbClr val="000000"/>
                          </a:solidFill>
                          <a:latin typeface="Calibri"/>
                        </a:rPr>
                        <a:t>status IN ('A','B')</a:t>
                      </a:r>
                      <a:endParaRPr lang="en-US" sz="2000">
                        <a:latin typeface="Calibri"/>
                      </a:endParaRPr>
                    </a:p>
                  </a:txBody>
                  <a:tcPr/>
                </a:tc>
                <a:tc>
                  <a:txBody>
                    <a:bodyPr/>
                    <a:lstStyle/>
                    <a:p>
                      <a:pPr marL="0" lvl="0" indent="0" algn="l">
                        <a:lnSpc>
                          <a:spcPct val="100000"/>
                        </a:lnSpc>
                        <a:buNone/>
                      </a:pPr>
                      <a:r>
                        <a:rPr lang="en-US" sz="2000" b="0" i="0" u="none" strike="noStrike" baseline="0" noProof="0">
                          <a:solidFill>
                            <a:srgbClr val="000000"/>
                          </a:solidFill>
                          <a:latin typeface="Calibri"/>
                        </a:rPr>
                        <a:t>Better index usage</a:t>
                      </a:r>
                    </a:p>
                  </a:txBody>
                  <a:tcPr/>
                </a:tc>
                <a:extLst>
                  <a:ext uri="{0D108BD9-81ED-4DB2-BD59-A6C34878D82A}">
                    <a16:rowId xmlns:a16="http://schemas.microsoft.com/office/drawing/2014/main" val="1924016550"/>
                  </a:ext>
                </a:extLst>
              </a:tr>
              <a:tr h="370838">
                <a:tc>
                  <a:txBody>
                    <a:bodyPr/>
                    <a:lstStyle/>
                    <a:p>
                      <a:pPr lvl="0">
                        <a:buNone/>
                      </a:pPr>
                      <a:r>
                        <a:rPr lang="en-US" sz="2000" b="1" i="0" u="none" strike="noStrike" noProof="0">
                          <a:solidFill>
                            <a:schemeClr val="tx1"/>
                          </a:solidFill>
                          <a:latin typeface="Calibri"/>
                        </a:rPr>
                        <a:t>Correlated subquery</a:t>
                      </a:r>
                      <a:endParaRPr lang="en-US" sz="2000" b="1">
                        <a:latin typeface="Calibri"/>
                      </a:endParaRPr>
                    </a:p>
                  </a:txBody>
                  <a:tcPr/>
                </a:tc>
                <a:tc>
                  <a:txBody>
                    <a:bodyPr/>
                    <a:lstStyle/>
                    <a:p>
                      <a:pPr lvl="0">
                        <a:buNone/>
                      </a:pPr>
                      <a:r>
                        <a:rPr lang="en-US" sz="2000" b="0" i="0" u="none" strike="noStrike" noProof="0">
                          <a:latin typeface="Calibri"/>
                        </a:rPr>
                        <a:t>Subquery per row</a:t>
                      </a:r>
                      <a:endParaRPr lang="en-US" sz="2000">
                        <a:latin typeface="Calibri"/>
                      </a:endParaRPr>
                    </a:p>
                  </a:txBody>
                  <a:tcPr/>
                </a:tc>
                <a:tc>
                  <a:txBody>
                    <a:bodyPr/>
                    <a:lstStyle/>
                    <a:p>
                      <a:pPr lvl="0">
                        <a:buNone/>
                      </a:pPr>
                      <a:r>
                        <a:rPr lang="en-US" sz="2000" b="0" i="0" u="none" strike="noStrike" baseline="0" noProof="0">
                          <a:solidFill>
                            <a:srgbClr val="000000"/>
                          </a:solidFill>
                          <a:latin typeface="Calibri"/>
                        </a:rPr>
                        <a:t>JOIN + GROUP BY</a:t>
                      </a:r>
                      <a:endParaRPr lang="en-US" sz="2000">
                        <a:latin typeface="Calibri"/>
                      </a:endParaRPr>
                    </a:p>
                  </a:txBody>
                  <a:tcPr/>
                </a:tc>
                <a:tc>
                  <a:txBody>
                    <a:bodyPr/>
                    <a:lstStyle/>
                    <a:p>
                      <a:pPr lvl="0">
                        <a:buNone/>
                      </a:pPr>
                      <a:r>
                        <a:rPr lang="en-US" sz="2000" b="0" i="0" u="none" strike="noStrike" baseline="0" noProof="0">
                          <a:solidFill>
                            <a:srgbClr val="000000"/>
                          </a:solidFill>
                          <a:latin typeface="Calibri"/>
                        </a:rPr>
                        <a:t>Eliminates repeated execution</a:t>
                      </a:r>
                      <a:endParaRPr lang="en-US" sz="2000">
                        <a:latin typeface="Calibri"/>
                      </a:endParaRPr>
                    </a:p>
                  </a:txBody>
                  <a:tcPr/>
                </a:tc>
                <a:extLst>
                  <a:ext uri="{0D108BD9-81ED-4DB2-BD59-A6C34878D82A}">
                    <a16:rowId xmlns:a16="http://schemas.microsoft.com/office/drawing/2014/main" val="1107998162"/>
                  </a:ext>
                </a:extLst>
              </a:tr>
              <a:tr h="370838">
                <a:tc>
                  <a:txBody>
                    <a:bodyPr/>
                    <a:lstStyle/>
                    <a:p>
                      <a:pPr lvl="0">
                        <a:buNone/>
                      </a:pPr>
                      <a:r>
                        <a:rPr lang="en-US" sz="2000" b="1" i="0" u="none" strike="noStrike" baseline="0" noProof="0">
                          <a:solidFill>
                            <a:srgbClr val="000000"/>
                          </a:solidFill>
                          <a:latin typeface="Calibri"/>
                        </a:rPr>
                        <a:t>Over-indexing</a:t>
                      </a:r>
                      <a:endParaRPr lang="en-US"/>
                    </a:p>
                  </a:txBody>
                  <a:tcPr/>
                </a:tc>
                <a:tc>
                  <a:txBody>
                    <a:bodyPr/>
                    <a:lstStyle/>
                    <a:p>
                      <a:pPr lvl="0">
                        <a:buNone/>
                      </a:pPr>
                      <a:r>
                        <a:rPr lang="en-US" sz="2000" b="0" i="0" u="none" strike="noStrike" noProof="0">
                          <a:latin typeface="Calibri"/>
                        </a:rPr>
                        <a:t>Index every column</a:t>
                      </a:r>
                      <a:endParaRPr lang="en-US" sz="2000">
                        <a:latin typeface="Calibri"/>
                      </a:endParaRPr>
                    </a:p>
                  </a:txBody>
                  <a:tcPr/>
                </a:tc>
                <a:tc>
                  <a:txBody>
                    <a:bodyPr/>
                    <a:lstStyle/>
                    <a:p>
                      <a:pPr lvl="0">
                        <a:buNone/>
                      </a:pPr>
                      <a:r>
                        <a:rPr lang="en-US" sz="2000" b="0" i="0" u="none" strike="noStrike" baseline="0" noProof="0">
                          <a:solidFill>
                            <a:srgbClr val="000000"/>
                          </a:solidFill>
                          <a:latin typeface="Calibri"/>
                        </a:rPr>
                        <a:t>Composite/partial indexes</a:t>
                      </a:r>
                      <a:endParaRPr lang="en-US" sz="2000">
                        <a:latin typeface="Calibri"/>
                      </a:endParaRPr>
                    </a:p>
                  </a:txBody>
                  <a:tcPr/>
                </a:tc>
                <a:tc>
                  <a:txBody>
                    <a:bodyPr/>
                    <a:lstStyle/>
                    <a:p>
                      <a:pPr lvl="0">
                        <a:buNone/>
                      </a:pPr>
                      <a:r>
                        <a:rPr lang="en-US" sz="2000" b="0" i="0" u="none" strike="noStrike" baseline="0" noProof="0">
                          <a:solidFill>
                            <a:srgbClr val="000000"/>
                          </a:solidFill>
                          <a:latin typeface="Calibri"/>
                        </a:rPr>
                        <a:t>Faster writes, less storage</a:t>
                      </a:r>
                      <a:endParaRPr lang="en-US" sz="2000">
                        <a:latin typeface="Calibri"/>
                      </a:endParaRPr>
                    </a:p>
                  </a:txBody>
                  <a:tcPr/>
                </a:tc>
                <a:extLst>
                  <a:ext uri="{0D108BD9-81ED-4DB2-BD59-A6C34878D82A}">
                    <a16:rowId xmlns:a16="http://schemas.microsoft.com/office/drawing/2014/main" val="3780625744"/>
                  </a:ext>
                </a:extLst>
              </a:tr>
            </a:tbl>
          </a:graphicData>
        </a:graphic>
      </p:graphicFrame>
    </p:spTree>
    <p:extLst>
      <p:ext uri="{BB962C8B-B14F-4D97-AF65-F5344CB8AC3E}">
        <p14:creationId xmlns:p14="http://schemas.microsoft.com/office/powerpoint/2010/main" val="154195068"/>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FE0FDE7-12A2-1E7C-2724-E45D7D4A146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8F8FF69-202D-254E-C972-0829C3DB44B5}"/>
              </a:ext>
            </a:extLst>
          </p:cNvPr>
          <p:cNvSpPr>
            <a:spLocks noGrp="1"/>
          </p:cNvSpPr>
          <p:nvPr>
            <p:ph type="ctrTitle"/>
          </p:nvPr>
        </p:nvSpPr>
        <p:spPr>
          <a:xfrm>
            <a:off x="474593" y="83794"/>
            <a:ext cx="8413721" cy="1459682"/>
          </a:xfrm>
        </p:spPr>
        <p:txBody>
          <a:bodyPr/>
          <a:lstStyle/>
          <a:p>
            <a:pPr algn="l"/>
            <a:r>
              <a:rPr lang="en-US" sz="4000">
                <a:solidFill>
                  <a:srgbClr val="FFFFFF"/>
                </a:solidFill>
                <a:ea typeface="+mj-lt"/>
                <a:cs typeface="+mj-lt"/>
              </a:rPr>
              <a:t>Cost Estimation</a:t>
            </a:r>
            <a:endParaRPr lang="en-US" sz="4000">
              <a:cs typeface="Arial"/>
            </a:endParaRPr>
          </a:p>
        </p:txBody>
      </p:sp>
      <p:sp>
        <p:nvSpPr>
          <p:cNvPr id="2" name="TextBox 1">
            <a:extLst>
              <a:ext uri="{FF2B5EF4-FFF2-40B4-BE49-F238E27FC236}">
                <a16:creationId xmlns:a16="http://schemas.microsoft.com/office/drawing/2014/main" id="{9E831AE0-DE2D-F094-D455-E92EAEFC377D}"/>
              </a:ext>
            </a:extLst>
          </p:cNvPr>
          <p:cNvSpPr txBox="1"/>
          <p:nvPr/>
        </p:nvSpPr>
        <p:spPr>
          <a:xfrm>
            <a:off x="298174" y="1540565"/>
            <a:ext cx="8584923"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chemeClr val="tx1"/>
                </a:solidFill>
                <a:latin typeface="Calibri"/>
                <a:ea typeface="SimSun"/>
                <a:cs typeface="Arial"/>
              </a:rPr>
              <a:t>PostgreSQL cost estimation is the query planner's way to predict query execution time, using arbitrary "cost units" based on disk fetches, not actual milliseconds, broken down into </a:t>
            </a:r>
            <a:r>
              <a:rPr lang="en-US" sz="2000" b="1">
                <a:solidFill>
                  <a:schemeClr val="tx1"/>
                </a:solidFill>
                <a:latin typeface="Calibri"/>
                <a:ea typeface="SimSun"/>
                <a:cs typeface="Arial"/>
              </a:rPr>
              <a:t>Startup Cost</a:t>
            </a:r>
            <a:r>
              <a:rPr lang="en-US" sz="2000">
                <a:solidFill>
                  <a:schemeClr val="tx1"/>
                </a:solidFill>
                <a:latin typeface="Calibri"/>
                <a:ea typeface="SimSun"/>
                <a:cs typeface="Arial"/>
              </a:rPr>
              <a:t> (first row) and </a:t>
            </a:r>
            <a:r>
              <a:rPr lang="en-US" sz="2000" b="1">
                <a:solidFill>
                  <a:schemeClr val="tx1"/>
                </a:solidFill>
                <a:latin typeface="Calibri"/>
                <a:ea typeface="SimSun"/>
                <a:cs typeface="Arial"/>
              </a:rPr>
              <a:t>Total Cost</a:t>
            </a:r>
            <a:r>
              <a:rPr lang="en-US" sz="2000">
                <a:solidFill>
                  <a:schemeClr val="tx1"/>
                </a:solidFill>
                <a:latin typeface="Calibri"/>
                <a:ea typeface="SimSun"/>
                <a:cs typeface="Arial"/>
              </a:rPr>
              <a:t> (all rows)</a:t>
            </a:r>
            <a:r>
              <a:rPr lang="en-US" sz="2000">
                <a:solidFill>
                  <a:schemeClr val="tx1"/>
                </a:solidFill>
                <a:latin typeface="Calibri"/>
                <a:ea typeface="Google Sans"/>
                <a:cs typeface="Google Sans"/>
              </a:rPr>
              <a:t>.</a:t>
            </a:r>
            <a:endParaRPr lang="en-US" sz="2000">
              <a:solidFill>
                <a:schemeClr val="tx1"/>
              </a:solidFill>
              <a:latin typeface="Calibri"/>
              <a:cs typeface="Arial"/>
            </a:endParaRPr>
          </a:p>
        </p:txBody>
      </p:sp>
      <p:pic>
        <p:nvPicPr>
          <p:cNvPr id="3" name="Picture 2" descr="A screenshot of a computer&#10;&#10;AI-generated content may be incorrect.">
            <a:extLst>
              <a:ext uri="{FF2B5EF4-FFF2-40B4-BE49-F238E27FC236}">
                <a16:creationId xmlns:a16="http://schemas.microsoft.com/office/drawing/2014/main" id="{AE23D5E9-A724-E266-6AD0-3FCCEE1FA168}"/>
              </a:ext>
            </a:extLst>
          </p:cNvPr>
          <p:cNvPicPr>
            <a:picLocks noChangeAspect="1"/>
          </p:cNvPicPr>
          <p:nvPr/>
        </p:nvPicPr>
        <p:blipFill>
          <a:blip r:embed="rId3"/>
          <a:stretch>
            <a:fillRect/>
          </a:stretch>
        </p:blipFill>
        <p:spPr>
          <a:xfrm>
            <a:off x="298175" y="2563327"/>
            <a:ext cx="7292837" cy="1905282"/>
          </a:xfrm>
          <a:prstGeom prst="rect">
            <a:avLst/>
          </a:prstGeom>
        </p:spPr>
      </p:pic>
      <p:graphicFrame>
        <p:nvGraphicFramePr>
          <p:cNvPr id="5" name="Table 4">
            <a:extLst>
              <a:ext uri="{FF2B5EF4-FFF2-40B4-BE49-F238E27FC236}">
                <a16:creationId xmlns:a16="http://schemas.microsoft.com/office/drawing/2014/main" id="{49A0B4AB-6F25-544A-9D05-0B8D2AD99609}"/>
              </a:ext>
            </a:extLst>
          </p:cNvPr>
          <p:cNvGraphicFramePr>
            <a:graphicFrameLocks noGrp="1"/>
          </p:cNvGraphicFramePr>
          <p:nvPr>
            <p:extLst>
              <p:ext uri="{D42A27DB-BD31-4B8C-83A1-F6EECF244321}">
                <p14:modId xmlns:p14="http://schemas.microsoft.com/office/powerpoint/2010/main" val="1790062196"/>
              </p:ext>
            </p:extLst>
          </p:nvPr>
        </p:nvGraphicFramePr>
        <p:xfrm>
          <a:off x="919370" y="4477579"/>
          <a:ext cx="5690152" cy="1828800"/>
        </p:xfrm>
        <a:graphic>
          <a:graphicData uri="http://schemas.openxmlformats.org/drawingml/2006/table">
            <a:tbl>
              <a:tblPr bandRow="1">
                <a:tableStyleId>{00A15C55-8517-42AA-B614-E9B94910E393}</a:tableStyleId>
              </a:tblPr>
              <a:tblGrid>
                <a:gridCol w="2845076">
                  <a:extLst>
                    <a:ext uri="{9D8B030D-6E8A-4147-A177-3AD203B41FA5}">
                      <a16:colId xmlns:a16="http://schemas.microsoft.com/office/drawing/2014/main" val="1940107825"/>
                    </a:ext>
                  </a:extLst>
                </a:gridCol>
                <a:gridCol w="2845076">
                  <a:extLst>
                    <a:ext uri="{9D8B030D-6E8A-4147-A177-3AD203B41FA5}">
                      <a16:colId xmlns:a16="http://schemas.microsoft.com/office/drawing/2014/main" val="2452668692"/>
                    </a:ext>
                  </a:extLst>
                </a:gridCol>
              </a:tblGrid>
              <a:tr h="0">
                <a:tc>
                  <a:txBody>
                    <a:bodyPr/>
                    <a:lstStyle/>
                    <a:p>
                      <a:pPr>
                        <a:buNone/>
                      </a:pPr>
                      <a:r>
                        <a:rPr lang="en-US" b="1"/>
                        <a:t>Part</a:t>
                      </a:r>
                    </a:p>
                  </a:txBody>
                  <a:tcPr anchor="ctr"/>
                </a:tc>
                <a:tc>
                  <a:txBody>
                    <a:bodyPr/>
                    <a:lstStyle/>
                    <a:p>
                      <a:pPr>
                        <a:buNone/>
                      </a:pPr>
                      <a:r>
                        <a:rPr lang="en-US" b="1"/>
                        <a:t>Meaning</a:t>
                      </a:r>
                    </a:p>
                  </a:txBody>
                  <a:tcPr anchor="ctr"/>
                </a:tc>
                <a:extLst>
                  <a:ext uri="{0D108BD9-81ED-4DB2-BD59-A6C34878D82A}">
                    <a16:rowId xmlns:a16="http://schemas.microsoft.com/office/drawing/2014/main" val="4017525203"/>
                  </a:ext>
                </a:extLst>
              </a:tr>
              <a:tr h="0">
                <a:tc>
                  <a:txBody>
                    <a:bodyPr/>
                    <a:lstStyle/>
                    <a:p>
                      <a:pPr lvl="0">
                        <a:buNone/>
                      </a:pPr>
                      <a:r>
                        <a:rPr lang="en-US" sz="1800" b="0" i="0" u="none" strike="noStrike" noProof="0">
                          <a:latin typeface="Arial"/>
                        </a:rPr>
                        <a:t>29.50</a:t>
                      </a:r>
                      <a:endParaRPr lang="en-US"/>
                    </a:p>
                  </a:txBody>
                  <a:tcPr anchor="ctr"/>
                </a:tc>
                <a:tc>
                  <a:txBody>
                    <a:bodyPr/>
                    <a:lstStyle/>
                    <a:p>
                      <a:pPr>
                        <a:buNone/>
                      </a:pPr>
                      <a:r>
                        <a:rPr lang="en-US"/>
                        <a:t>Startup cost</a:t>
                      </a:r>
                    </a:p>
                  </a:txBody>
                  <a:tcPr anchor="ctr"/>
                </a:tc>
                <a:extLst>
                  <a:ext uri="{0D108BD9-81ED-4DB2-BD59-A6C34878D82A}">
                    <a16:rowId xmlns:a16="http://schemas.microsoft.com/office/drawing/2014/main" val="831090480"/>
                  </a:ext>
                </a:extLst>
              </a:tr>
              <a:tr h="0">
                <a:tc>
                  <a:txBody>
                    <a:bodyPr/>
                    <a:lstStyle/>
                    <a:p>
                      <a:pPr lvl="0">
                        <a:buNone/>
                      </a:pPr>
                      <a:r>
                        <a:rPr lang="en-US" sz="1800" b="0" i="0" u="none" strike="noStrike" noProof="0">
                          <a:latin typeface="Arial"/>
                        </a:rPr>
                        <a:t>20998.61</a:t>
                      </a:r>
                      <a:endParaRPr lang="en-US"/>
                    </a:p>
                  </a:txBody>
                  <a:tcPr anchor="ctr"/>
                </a:tc>
                <a:tc>
                  <a:txBody>
                    <a:bodyPr/>
                    <a:lstStyle/>
                    <a:p>
                      <a:pPr>
                        <a:buNone/>
                      </a:pPr>
                      <a:r>
                        <a:rPr lang="en-US"/>
                        <a:t>Total cost</a:t>
                      </a:r>
                    </a:p>
                  </a:txBody>
                  <a:tcPr anchor="ctr"/>
                </a:tc>
                <a:extLst>
                  <a:ext uri="{0D108BD9-81ED-4DB2-BD59-A6C34878D82A}">
                    <a16:rowId xmlns:a16="http://schemas.microsoft.com/office/drawing/2014/main" val="967366414"/>
                  </a:ext>
                </a:extLst>
              </a:tr>
              <a:tr h="0">
                <a:tc>
                  <a:txBody>
                    <a:bodyPr/>
                    <a:lstStyle/>
                    <a:p>
                      <a:pPr>
                        <a:buNone/>
                      </a:pPr>
                      <a:r>
                        <a:rPr lang="en-US"/>
                        <a:t>rows=</a:t>
                      </a:r>
                      <a:r>
                        <a:rPr lang="en-US" sz="1800" b="0" i="0" u="none" strike="noStrike" noProof="0">
                          <a:latin typeface="Arial"/>
                        </a:rPr>
                        <a:t>99930</a:t>
                      </a:r>
                      <a:endParaRPr lang="en-US"/>
                    </a:p>
                  </a:txBody>
                  <a:tcPr anchor="ctr"/>
                </a:tc>
                <a:tc>
                  <a:txBody>
                    <a:bodyPr/>
                    <a:lstStyle/>
                    <a:p>
                      <a:pPr>
                        <a:buNone/>
                      </a:pPr>
                      <a:r>
                        <a:rPr lang="en-US"/>
                        <a:t>Estimated rows</a:t>
                      </a:r>
                    </a:p>
                  </a:txBody>
                  <a:tcPr anchor="ctr"/>
                </a:tc>
                <a:extLst>
                  <a:ext uri="{0D108BD9-81ED-4DB2-BD59-A6C34878D82A}">
                    <a16:rowId xmlns:a16="http://schemas.microsoft.com/office/drawing/2014/main" val="3216660188"/>
                  </a:ext>
                </a:extLst>
              </a:tr>
              <a:tr h="0">
                <a:tc>
                  <a:txBody>
                    <a:bodyPr/>
                    <a:lstStyle/>
                    <a:p>
                      <a:pPr>
                        <a:buNone/>
                      </a:pPr>
                      <a:r>
                        <a:rPr lang="en-US"/>
                        <a:t>width=</a:t>
                      </a:r>
                      <a:r>
                        <a:rPr lang="en-US" sz="1800" b="0" i="0" u="none" strike="noStrike" noProof="0">
                          <a:latin typeface="Arial"/>
                        </a:rPr>
                        <a:t>52</a:t>
                      </a:r>
                      <a:endParaRPr lang="en-US"/>
                    </a:p>
                  </a:txBody>
                  <a:tcPr anchor="ctr"/>
                </a:tc>
                <a:tc>
                  <a:txBody>
                    <a:bodyPr/>
                    <a:lstStyle/>
                    <a:p>
                      <a:pPr>
                        <a:buNone/>
                      </a:pPr>
                      <a:r>
                        <a:rPr lang="en-US"/>
                        <a:t>Average row size (bytes)</a:t>
                      </a:r>
                    </a:p>
                  </a:txBody>
                  <a:tcPr anchor="ctr"/>
                </a:tc>
                <a:extLst>
                  <a:ext uri="{0D108BD9-81ED-4DB2-BD59-A6C34878D82A}">
                    <a16:rowId xmlns:a16="http://schemas.microsoft.com/office/drawing/2014/main" val="2380322267"/>
                  </a:ext>
                </a:extLst>
              </a:tr>
            </a:tbl>
          </a:graphicData>
        </a:graphic>
      </p:graphicFrame>
    </p:spTree>
    <p:extLst>
      <p:ext uri="{BB962C8B-B14F-4D97-AF65-F5344CB8AC3E}">
        <p14:creationId xmlns:p14="http://schemas.microsoft.com/office/powerpoint/2010/main" val="872070722"/>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DF32257-CCA6-CD74-6082-5879680076E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C49BE0F-915C-3657-D990-2EF07FBC3087}"/>
              </a:ext>
            </a:extLst>
          </p:cNvPr>
          <p:cNvSpPr>
            <a:spLocks noGrp="1"/>
          </p:cNvSpPr>
          <p:nvPr>
            <p:ph type="ctrTitle"/>
          </p:nvPr>
        </p:nvSpPr>
        <p:spPr>
          <a:xfrm>
            <a:off x="474593" y="83794"/>
            <a:ext cx="8413721" cy="1459682"/>
          </a:xfrm>
        </p:spPr>
        <p:txBody>
          <a:bodyPr/>
          <a:lstStyle/>
          <a:p>
            <a:pPr algn="l"/>
            <a:r>
              <a:rPr lang="en-US" sz="4000">
                <a:solidFill>
                  <a:srgbClr val="FFFFFF"/>
                </a:solidFill>
                <a:ea typeface="+mj-lt"/>
                <a:cs typeface="+mj-lt"/>
              </a:rPr>
              <a:t>Join Strategies</a:t>
            </a:r>
            <a:endParaRPr lang="en-US"/>
          </a:p>
        </p:txBody>
      </p:sp>
      <p:sp>
        <p:nvSpPr>
          <p:cNvPr id="2" name="TextBox 1">
            <a:extLst>
              <a:ext uri="{FF2B5EF4-FFF2-40B4-BE49-F238E27FC236}">
                <a16:creationId xmlns:a16="http://schemas.microsoft.com/office/drawing/2014/main" id="{479EE9DE-BA40-AC40-DE3E-99F1A7B6AC56}"/>
              </a:ext>
            </a:extLst>
          </p:cNvPr>
          <p:cNvSpPr txBox="1"/>
          <p:nvPr/>
        </p:nvSpPr>
        <p:spPr>
          <a:xfrm>
            <a:off x="298174" y="1540565"/>
            <a:ext cx="8845825" cy="47089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chemeClr val="tx1"/>
                </a:solidFill>
                <a:latin typeface="Calibri"/>
                <a:ea typeface="Calibri"/>
                <a:cs typeface="Calibri"/>
              </a:rPr>
              <a:t>PostgreSQL uses three primary internal </a:t>
            </a:r>
            <a:r>
              <a:rPr lang="en-US" sz="2000">
                <a:solidFill>
                  <a:srgbClr val="000000"/>
                </a:solidFill>
                <a:latin typeface="Calibri"/>
                <a:ea typeface="Calibri"/>
                <a:cs typeface="Calibri"/>
              </a:rPr>
              <a:t>join strategies (algorithms) to combine data from multiple tables: Nested Loop Join, Hash Join, and Merge Join. The query planner automatically selects the most efficient strategy based on factors like table size, indexes, and data distribution, which can be inspected using the EXPLAIN command.</a:t>
            </a:r>
          </a:p>
          <a:p>
            <a:endParaRPr lang="en-US" sz="2000">
              <a:solidFill>
                <a:srgbClr val="000000"/>
              </a:solidFill>
              <a:latin typeface="Calibri"/>
              <a:ea typeface="Calibri"/>
              <a:cs typeface="Calibri"/>
            </a:endParaRPr>
          </a:p>
          <a:p>
            <a:pPr marL="342900" indent="-342900">
              <a:buFont typeface="Arial" panose="02020603050405020304" pitchFamily="18" charset="0"/>
              <a:buChar char="•"/>
            </a:pPr>
            <a:r>
              <a:rPr lang="en-US" sz="2000" b="1">
                <a:solidFill>
                  <a:srgbClr val="001D35"/>
                </a:solidFill>
                <a:highlight>
                  <a:srgbClr val="FFFFFF"/>
                </a:highlight>
                <a:latin typeface="Calibri"/>
                <a:ea typeface="Calibri"/>
                <a:cs typeface="Arial"/>
              </a:rPr>
              <a:t>Nested Loop Join: </a:t>
            </a:r>
            <a:r>
              <a:rPr lang="en-US" sz="2000">
                <a:solidFill>
                  <a:srgbClr val="0A0A0A"/>
                </a:solidFill>
                <a:highlight>
                  <a:srgbClr val="FFFFFF"/>
                </a:highlight>
                <a:latin typeface="Calibri"/>
                <a:ea typeface="Calibri"/>
                <a:cs typeface="Arial"/>
              </a:rPr>
              <a:t>This is the simplest strategy, functioning like nested </a:t>
            </a:r>
            <a:r>
              <a:rPr lang="en-US" sz="2000">
                <a:solidFill>
                  <a:srgbClr val="0A0A0A"/>
                </a:solidFill>
                <a:highlight>
                  <a:srgbClr val="F3F5F6"/>
                </a:highlight>
                <a:latin typeface="Calibri"/>
                <a:ea typeface="Calibri"/>
                <a:cs typeface="Arial"/>
              </a:rPr>
              <a:t>for</a:t>
            </a:r>
            <a:r>
              <a:rPr lang="en-US" sz="2000">
                <a:solidFill>
                  <a:srgbClr val="0A0A0A"/>
                </a:solidFill>
                <a:highlight>
                  <a:srgbClr val="FFFFFF"/>
                </a:highlight>
                <a:latin typeface="Calibri"/>
                <a:ea typeface="Calibri"/>
                <a:cs typeface="Arial"/>
              </a:rPr>
              <a:t> loops. PostgreSQL iterates through every row of the first (outer) table, and for each of those rows, it scans the second (inner) table to find a match.</a:t>
            </a:r>
          </a:p>
          <a:p>
            <a:pPr marL="342900" indent="-342900">
              <a:buFont typeface="Arial" panose="02020603050405020304" pitchFamily="18" charset="0"/>
              <a:buChar char="•"/>
            </a:pPr>
            <a:r>
              <a:rPr lang="en-US" sz="2000" b="1">
                <a:solidFill>
                  <a:srgbClr val="001D35"/>
                </a:solidFill>
                <a:highlight>
                  <a:srgbClr val="FFFFFF"/>
                </a:highlight>
                <a:latin typeface="Calibri"/>
                <a:ea typeface="Calibri"/>
                <a:cs typeface="Arial"/>
              </a:rPr>
              <a:t>Hash Join: </a:t>
            </a:r>
            <a:r>
              <a:rPr lang="en-US" sz="2000">
                <a:solidFill>
                  <a:srgbClr val="001D35"/>
                </a:solidFill>
                <a:highlight>
                  <a:srgbClr val="FFFFFF"/>
                </a:highlight>
                <a:latin typeface="Calibri"/>
                <a:ea typeface="Calibri"/>
                <a:cs typeface="Arial"/>
              </a:rPr>
              <a:t>This strategy builds an in-memory hash table for one of the tables (usually the smaller one) using the join key(s). It then scans the second table and "probes" the hash table to find matching rows.</a:t>
            </a:r>
          </a:p>
          <a:p>
            <a:pPr marL="342900" indent="-342900">
              <a:buFont typeface="Arial" panose="02020603050405020304" pitchFamily="18" charset="0"/>
              <a:buChar char="•"/>
            </a:pPr>
            <a:r>
              <a:rPr lang="en-US" sz="2000" b="1">
                <a:solidFill>
                  <a:srgbClr val="001D35"/>
                </a:solidFill>
                <a:highlight>
                  <a:srgbClr val="FFFFFF"/>
                </a:highlight>
                <a:latin typeface="Calibri"/>
                <a:ea typeface="Calibri"/>
                <a:cs typeface="Arial"/>
              </a:rPr>
              <a:t>Merge Join: </a:t>
            </a:r>
            <a:r>
              <a:rPr lang="en-US" sz="2000">
                <a:solidFill>
                  <a:srgbClr val="001D35"/>
                </a:solidFill>
                <a:highlight>
                  <a:srgbClr val="FFFFFF"/>
                </a:highlight>
                <a:latin typeface="Calibri"/>
                <a:ea typeface="Calibri"/>
                <a:cs typeface="Arial"/>
              </a:rPr>
              <a:t>This algorithm requires both input tables to be sorted on the join key(s) first. Once sorted, it merges the two tables in a single pass, comparing rows in parallel to find matches.</a:t>
            </a:r>
            <a:endParaRPr lang="en-US" sz="2000">
              <a:solidFill>
                <a:srgbClr val="FFFFFF"/>
              </a:solidFill>
              <a:latin typeface="Calibri"/>
              <a:cs typeface="Arial"/>
            </a:endParaRPr>
          </a:p>
        </p:txBody>
      </p:sp>
    </p:spTree>
    <p:extLst>
      <p:ext uri="{BB962C8B-B14F-4D97-AF65-F5344CB8AC3E}">
        <p14:creationId xmlns:p14="http://schemas.microsoft.com/office/powerpoint/2010/main" val="2435537372"/>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BB42B7A-C142-E886-2B49-77E171CD256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67021E5A-D433-7D83-792E-88322689737E}"/>
              </a:ext>
            </a:extLst>
          </p:cNvPr>
          <p:cNvSpPr>
            <a:spLocks noGrp="1"/>
          </p:cNvSpPr>
          <p:nvPr>
            <p:ph type="ctrTitle"/>
          </p:nvPr>
        </p:nvSpPr>
        <p:spPr>
          <a:xfrm>
            <a:off x="474593" y="83794"/>
            <a:ext cx="8413721" cy="1459682"/>
          </a:xfrm>
        </p:spPr>
        <p:txBody>
          <a:bodyPr/>
          <a:lstStyle/>
          <a:p>
            <a:pPr algn="l"/>
            <a:r>
              <a:rPr lang="en-US" sz="4000">
                <a:solidFill>
                  <a:srgbClr val="FFFFFF"/>
                </a:solidFill>
                <a:latin typeface="Arial"/>
                <a:cs typeface="Arial"/>
              </a:rPr>
              <a:t>Backup &amp; Restore Database</a:t>
            </a:r>
            <a:endParaRPr lang="en-US"/>
          </a:p>
        </p:txBody>
      </p:sp>
      <p:sp>
        <p:nvSpPr>
          <p:cNvPr id="2" name="TextBox 1">
            <a:extLst>
              <a:ext uri="{FF2B5EF4-FFF2-40B4-BE49-F238E27FC236}">
                <a16:creationId xmlns:a16="http://schemas.microsoft.com/office/drawing/2014/main" id="{B4710D19-8EE7-30A5-EEDD-7FD90A0685C0}"/>
              </a:ext>
            </a:extLst>
          </p:cNvPr>
          <p:cNvSpPr txBox="1"/>
          <p:nvPr/>
        </p:nvSpPr>
        <p:spPr>
          <a:xfrm>
            <a:off x="298174" y="1540565"/>
            <a:ext cx="8584923" cy="50167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000000"/>
                </a:solidFill>
                <a:latin typeface="Calibri"/>
                <a:ea typeface="Calibri"/>
                <a:cs typeface="Calibri"/>
              </a:rPr>
              <a:t>PostgreSQL backup &amp; restore involves using tools like </a:t>
            </a:r>
            <a:r>
              <a:rPr lang="en-US" sz="2000" err="1">
                <a:solidFill>
                  <a:srgbClr val="000000"/>
                </a:solidFill>
                <a:latin typeface="Calibri"/>
                <a:ea typeface="Calibri"/>
                <a:cs typeface="Calibri"/>
              </a:rPr>
              <a:t>pg_dump</a:t>
            </a:r>
            <a:r>
              <a:rPr lang="en-US" sz="2000">
                <a:solidFill>
                  <a:srgbClr val="000000"/>
                </a:solidFill>
                <a:latin typeface="Calibri"/>
                <a:ea typeface="Calibri"/>
                <a:cs typeface="Calibri"/>
              </a:rPr>
              <a:t> (backup) and </a:t>
            </a:r>
            <a:r>
              <a:rPr lang="en-US" sz="2000" err="1">
                <a:solidFill>
                  <a:srgbClr val="000000"/>
                </a:solidFill>
                <a:latin typeface="Calibri"/>
                <a:ea typeface="Calibri"/>
                <a:cs typeface="Calibri"/>
              </a:rPr>
              <a:t>psql</a:t>
            </a:r>
            <a:r>
              <a:rPr lang="en-US" sz="2000">
                <a:solidFill>
                  <a:srgbClr val="000000"/>
                </a:solidFill>
                <a:latin typeface="Calibri"/>
                <a:ea typeface="Calibri"/>
                <a:cs typeface="Calibri"/>
              </a:rPr>
              <a:t>/</a:t>
            </a:r>
            <a:r>
              <a:rPr lang="en-US" sz="2000" err="1">
                <a:solidFill>
                  <a:srgbClr val="000000"/>
                </a:solidFill>
                <a:latin typeface="Calibri"/>
                <a:ea typeface="Calibri"/>
                <a:cs typeface="Calibri"/>
              </a:rPr>
              <a:t>pg_restore</a:t>
            </a:r>
            <a:r>
              <a:rPr lang="en-US" sz="2000">
                <a:solidFill>
                  <a:srgbClr val="000000"/>
                </a:solidFill>
                <a:latin typeface="Calibri"/>
                <a:ea typeface="Calibri"/>
                <a:cs typeface="Calibri"/>
              </a:rPr>
              <a:t> (restore) to create logical copies (SQL scripts or archives) or leveraging physical backups for point-in-time recovery, with options for plain text, custom (compressed, parallelizable), or directory formats for flexibility, crucial for data safety against errors or failures, often automated or managed via GUIs like </a:t>
            </a:r>
            <a:r>
              <a:rPr lang="en-US" sz="2000" err="1">
                <a:solidFill>
                  <a:srgbClr val="000000"/>
                </a:solidFill>
                <a:latin typeface="Calibri"/>
                <a:ea typeface="Calibri"/>
                <a:cs typeface="Calibri"/>
              </a:rPr>
              <a:t>pgAdmin</a:t>
            </a:r>
            <a:r>
              <a:rPr lang="en-US" sz="2000">
                <a:solidFill>
                  <a:srgbClr val="000000"/>
                </a:solidFill>
                <a:latin typeface="Calibri"/>
                <a:ea typeface="Calibri"/>
                <a:cs typeface="Calibri"/>
              </a:rPr>
              <a:t>. </a:t>
            </a:r>
          </a:p>
          <a:p>
            <a:endParaRPr lang="en-US" sz="2000">
              <a:solidFill>
                <a:srgbClr val="000000"/>
              </a:solidFill>
              <a:latin typeface="Calibri"/>
              <a:ea typeface="Calibri"/>
              <a:cs typeface="Calibri"/>
            </a:endParaRPr>
          </a:p>
          <a:p>
            <a:r>
              <a:rPr lang="en-US" sz="2000" b="1">
                <a:solidFill>
                  <a:srgbClr val="000000"/>
                </a:solidFill>
                <a:latin typeface="Calibri"/>
                <a:ea typeface="Calibri"/>
                <a:cs typeface="Calibri"/>
              </a:rPr>
              <a:t>Key Tools &amp; Concepts</a:t>
            </a:r>
          </a:p>
          <a:p>
            <a:pPr marL="342900" indent="-342900">
              <a:buFont typeface="Arial" panose="02020603050405020304" pitchFamily="18" charset="0"/>
              <a:buChar char="•"/>
            </a:pPr>
            <a:r>
              <a:rPr lang="en-US" sz="2000" b="1" err="1">
                <a:solidFill>
                  <a:srgbClr val="000000"/>
                </a:solidFill>
                <a:latin typeface="Calibri"/>
                <a:ea typeface="Calibri"/>
                <a:cs typeface="Calibri"/>
              </a:rPr>
              <a:t>pg_dump</a:t>
            </a:r>
            <a:r>
              <a:rPr lang="en-US" sz="2000" b="1">
                <a:solidFill>
                  <a:srgbClr val="000000"/>
                </a:solidFill>
                <a:latin typeface="Calibri"/>
                <a:ea typeface="Calibri"/>
                <a:cs typeface="Calibri"/>
              </a:rPr>
              <a:t>:</a:t>
            </a:r>
            <a:r>
              <a:rPr lang="en-US" sz="2000">
                <a:solidFill>
                  <a:srgbClr val="000000"/>
                </a:solidFill>
                <a:latin typeface="Calibri"/>
                <a:ea typeface="Calibri"/>
                <a:cs typeface="Calibri"/>
              </a:rPr>
              <a:t> Creates a database backup (logical), outputting SQL commands or archive files.</a:t>
            </a:r>
            <a:endParaRPr lang="en-US">
              <a:cs typeface="Arial" panose="020B0604020202020204" pitchFamily="34" charset="0"/>
            </a:endParaRPr>
          </a:p>
          <a:p>
            <a:pPr marL="342900" indent="-342900">
              <a:buFont typeface="Arial" panose="02020603050405020304" pitchFamily="18" charset="0"/>
              <a:buChar char="•"/>
            </a:pPr>
            <a:r>
              <a:rPr lang="en-US" sz="2000" b="1" err="1">
                <a:solidFill>
                  <a:srgbClr val="000000"/>
                </a:solidFill>
                <a:latin typeface="Calibri"/>
                <a:ea typeface="Calibri"/>
                <a:cs typeface="Calibri"/>
              </a:rPr>
              <a:t>pg_restore</a:t>
            </a:r>
            <a:r>
              <a:rPr lang="en-US" sz="2000" b="1">
                <a:solidFill>
                  <a:srgbClr val="000000"/>
                </a:solidFill>
                <a:latin typeface="Calibri"/>
                <a:ea typeface="Calibri"/>
                <a:cs typeface="Calibri"/>
              </a:rPr>
              <a:t>:</a:t>
            </a:r>
            <a:r>
              <a:rPr lang="en-US" sz="2000">
                <a:solidFill>
                  <a:srgbClr val="000000"/>
                </a:solidFill>
                <a:latin typeface="Calibri"/>
                <a:ea typeface="Calibri"/>
                <a:cs typeface="Calibri"/>
              </a:rPr>
              <a:t> Restores from </a:t>
            </a:r>
            <a:r>
              <a:rPr lang="en-US" sz="2000" err="1">
                <a:solidFill>
                  <a:srgbClr val="000000"/>
                </a:solidFill>
                <a:latin typeface="Calibri"/>
                <a:ea typeface="Calibri"/>
                <a:cs typeface="Calibri"/>
              </a:rPr>
              <a:t>pg_dump's</a:t>
            </a:r>
            <a:r>
              <a:rPr lang="en-US" sz="2000">
                <a:solidFill>
                  <a:srgbClr val="000000"/>
                </a:solidFill>
                <a:latin typeface="Calibri"/>
                <a:ea typeface="Calibri"/>
                <a:cs typeface="Calibri"/>
              </a:rPr>
              <a:t> custom, directory, or tar formats, supporting selective restores and parallel processing.</a:t>
            </a:r>
          </a:p>
          <a:p>
            <a:pPr marL="342900" indent="-342900">
              <a:buFont typeface="Arial" panose="02020603050405020304" pitchFamily="18" charset="0"/>
              <a:buChar char="•"/>
            </a:pPr>
            <a:r>
              <a:rPr lang="en-US" sz="2000" b="1" err="1">
                <a:solidFill>
                  <a:srgbClr val="000000"/>
                </a:solidFill>
                <a:latin typeface="Calibri"/>
                <a:ea typeface="Calibri"/>
                <a:cs typeface="Calibri"/>
              </a:rPr>
              <a:t>psql</a:t>
            </a:r>
            <a:r>
              <a:rPr lang="en-US" sz="2000" b="1">
                <a:solidFill>
                  <a:srgbClr val="000000"/>
                </a:solidFill>
                <a:latin typeface="Calibri"/>
                <a:ea typeface="Calibri"/>
                <a:cs typeface="Calibri"/>
              </a:rPr>
              <a:t>: </a:t>
            </a:r>
            <a:r>
              <a:rPr lang="en-US" sz="2000">
                <a:solidFill>
                  <a:srgbClr val="000000"/>
                </a:solidFill>
                <a:latin typeface="Calibri"/>
                <a:ea typeface="Calibri"/>
                <a:cs typeface="Calibri"/>
              </a:rPr>
              <a:t>Executes plain SQL script backups or restores them.</a:t>
            </a:r>
          </a:p>
          <a:p>
            <a:pPr marL="342900" indent="-342900">
              <a:buFont typeface="Arial" panose="02020603050405020304" pitchFamily="18" charset="0"/>
              <a:buChar char="•"/>
            </a:pPr>
            <a:endParaRPr lang="en-US" sz="2000">
              <a:solidFill>
                <a:srgbClr val="000000"/>
              </a:solidFill>
              <a:latin typeface="Calibri"/>
              <a:ea typeface="Calibri"/>
              <a:cs typeface="Calibri"/>
            </a:endParaRPr>
          </a:p>
          <a:p>
            <a:pPr marL="342900" indent="-342900">
              <a:buFont typeface="Arial" panose="02020603050405020304" pitchFamily="18" charset="0"/>
              <a:buChar char="•"/>
            </a:pPr>
            <a:endParaRPr lang="en-US" sz="2000">
              <a:solidFill>
                <a:srgbClr val="000000"/>
              </a:solidFill>
              <a:latin typeface="Calibri"/>
              <a:ea typeface="Calibri"/>
              <a:cs typeface="Calibri"/>
            </a:endParaRPr>
          </a:p>
          <a:p>
            <a:endParaRPr lang="en-US" sz="2000" b="1">
              <a:solidFill>
                <a:srgbClr val="000000"/>
              </a:solidFill>
              <a:latin typeface="Calibri"/>
              <a:ea typeface="Calibri"/>
              <a:cs typeface="Calibri"/>
            </a:endParaRPr>
          </a:p>
        </p:txBody>
      </p:sp>
    </p:spTree>
    <p:extLst>
      <p:ext uri="{BB962C8B-B14F-4D97-AF65-F5344CB8AC3E}">
        <p14:creationId xmlns:p14="http://schemas.microsoft.com/office/powerpoint/2010/main" val="644235156"/>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40B3615-F15B-C7AB-DB20-D136EE5A138F}"/>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3045665-9CD3-9E02-5D29-39FC533ED34A}"/>
              </a:ext>
            </a:extLst>
          </p:cNvPr>
          <p:cNvSpPr>
            <a:spLocks noGrp="1"/>
          </p:cNvSpPr>
          <p:nvPr>
            <p:ph type="ctrTitle"/>
          </p:nvPr>
        </p:nvSpPr>
        <p:spPr>
          <a:xfrm>
            <a:off x="474593" y="83794"/>
            <a:ext cx="8413721" cy="1459682"/>
          </a:xfrm>
        </p:spPr>
        <p:txBody>
          <a:bodyPr/>
          <a:lstStyle/>
          <a:p>
            <a:pPr algn="l"/>
            <a:r>
              <a:rPr lang="en-US" sz="4000">
                <a:solidFill>
                  <a:srgbClr val="FFFFFF"/>
                </a:solidFill>
                <a:latin typeface="Arial"/>
                <a:cs typeface="Arial"/>
              </a:rPr>
              <a:t>Backup &amp; Restore Database</a:t>
            </a:r>
            <a:endParaRPr lang="en-US"/>
          </a:p>
        </p:txBody>
      </p:sp>
      <p:pic>
        <p:nvPicPr>
          <p:cNvPr id="3" name="Picture 2" descr="A black background with white text&#10;&#10;AI-generated content may be incorrect.">
            <a:extLst>
              <a:ext uri="{FF2B5EF4-FFF2-40B4-BE49-F238E27FC236}">
                <a16:creationId xmlns:a16="http://schemas.microsoft.com/office/drawing/2014/main" id="{D5DC03FC-7D43-10E7-21E5-76B4E59AABDC}"/>
              </a:ext>
            </a:extLst>
          </p:cNvPr>
          <p:cNvPicPr>
            <a:picLocks noChangeAspect="1"/>
          </p:cNvPicPr>
          <p:nvPr/>
        </p:nvPicPr>
        <p:blipFill>
          <a:blip r:embed="rId3"/>
          <a:stretch>
            <a:fillRect/>
          </a:stretch>
        </p:blipFill>
        <p:spPr>
          <a:xfrm>
            <a:off x="299974" y="1739391"/>
            <a:ext cx="7768262" cy="400179"/>
          </a:xfrm>
          <a:prstGeom prst="rect">
            <a:avLst/>
          </a:prstGeom>
          <a:ln>
            <a:noFill/>
          </a:ln>
          <a:effectLst>
            <a:outerShdw blurRad="292100" dist="139700" dir="2700000" algn="tl" rotWithShape="0">
              <a:srgbClr val="333333">
                <a:alpha val="65000"/>
              </a:srgbClr>
            </a:outerShdw>
          </a:effectLst>
        </p:spPr>
      </p:pic>
      <p:pic>
        <p:nvPicPr>
          <p:cNvPr id="4" name="Picture 3" descr="A black background with white text&#10;&#10;AI-generated content may be incorrect.">
            <a:extLst>
              <a:ext uri="{FF2B5EF4-FFF2-40B4-BE49-F238E27FC236}">
                <a16:creationId xmlns:a16="http://schemas.microsoft.com/office/drawing/2014/main" id="{0BBCB039-81F2-FE40-BEDC-A481DBF4D595}"/>
              </a:ext>
            </a:extLst>
          </p:cNvPr>
          <p:cNvPicPr>
            <a:picLocks noChangeAspect="1"/>
          </p:cNvPicPr>
          <p:nvPr/>
        </p:nvPicPr>
        <p:blipFill>
          <a:blip r:embed="rId4"/>
          <a:stretch>
            <a:fillRect/>
          </a:stretch>
        </p:blipFill>
        <p:spPr>
          <a:xfrm>
            <a:off x="299973" y="2406304"/>
            <a:ext cx="7768263" cy="762751"/>
          </a:xfrm>
          <a:prstGeom prst="rect">
            <a:avLst/>
          </a:prstGeom>
          <a:ln>
            <a:noFill/>
          </a:ln>
          <a:effectLst>
            <a:outerShdw blurRad="292100" dist="139700" dir="2700000" algn="tl" rotWithShape="0">
              <a:srgbClr val="333333">
                <a:alpha val="65000"/>
              </a:srgbClr>
            </a:outerShdw>
          </a:effectLst>
        </p:spPr>
      </p:pic>
      <p:pic>
        <p:nvPicPr>
          <p:cNvPr id="5" name="Picture 4" descr="A screenshot of a computer&#10;&#10;AI-generated content may be incorrect.">
            <a:extLst>
              <a:ext uri="{FF2B5EF4-FFF2-40B4-BE49-F238E27FC236}">
                <a16:creationId xmlns:a16="http://schemas.microsoft.com/office/drawing/2014/main" id="{0F80320D-DA43-EFEF-8D60-8FCB480943EE}"/>
              </a:ext>
            </a:extLst>
          </p:cNvPr>
          <p:cNvPicPr>
            <a:picLocks noChangeAspect="1"/>
          </p:cNvPicPr>
          <p:nvPr/>
        </p:nvPicPr>
        <p:blipFill>
          <a:blip r:embed="rId5"/>
          <a:stretch>
            <a:fillRect/>
          </a:stretch>
        </p:blipFill>
        <p:spPr>
          <a:xfrm>
            <a:off x="3234557" y="3315970"/>
            <a:ext cx="1599123" cy="308097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797173308"/>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16DACE9-40B3-78FA-CC34-BE97063CEA71}"/>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CAFCB41-8ACC-FADF-11E1-5F10DF968264}"/>
              </a:ext>
            </a:extLst>
          </p:cNvPr>
          <p:cNvSpPr>
            <a:spLocks noGrp="1"/>
          </p:cNvSpPr>
          <p:nvPr>
            <p:ph type="ctrTitle"/>
          </p:nvPr>
        </p:nvSpPr>
        <p:spPr>
          <a:xfrm>
            <a:off x="474593" y="83794"/>
            <a:ext cx="8413721" cy="1459682"/>
          </a:xfrm>
        </p:spPr>
        <p:txBody>
          <a:bodyPr/>
          <a:lstStyle/>
          <a:p>
            <a:pPr algn="l"/>
            <a:r>
              <a:rPr lang="en-US" sz="4000">
                <a:solidFill>
                  <a:srgbClr val="FFFFFF"/>
                </a:solidFill>
                <a:latin typeface="Arial"/>
                <a:cs typeface="Arial"/>
              </a:rPr>
              <a:t>Backup &amp; Restore Database</a:t>
            </a:r>
            <a:endParaRPr lang="en-US"/>
          </a:p>
        </p:txBody>
      </p:sp>
      <p:pic>
        <p:nvPicPr>
          <p:cNvPr id="2" name="Picture 1" descr="A screenshot of a computer&#10;&#10;AI-generated content may be incorrect.">
            <a:extLst>
              <a:ext uri="{FF2B5EF4-FFF2-40B4-BE49-F238E27FC236}">
                <a16:creationId xmlns:a16="http://schemas.microsoft.com/office/drawing/2014/main" id="{1589FA6F-8887-1274-CD4C-1701D0F4F97C}"/>
              </a:ext>
            </a:extLst>
          </p:cNvPr>
          <p:cNvPicPr>
            <a:picLocks noChangeAspect="1"/>
          </p:cNvPicPr>
          <p:nvPr/>
        </p:nvPicPr>
        <p:blipFill>
          <a:blip r:embed="rId3"/>
          <a:stretch>
            <a:fillRect/>
          </a:stretch>
        </p:blipFill>
        <p:spPr>
          <a:xfrm>
            <a:off x="473972" y="1538909"/>
            <a:ext cx="2555599" cy="230173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5" descr="A screenshot of a computer&#10;&#10;AI-generated content may be incorrect.">
            <a:extLst>
              <a:ext uri="{FF2B5EF4-FFF2-40B4-BE49-F238E27FC236}">
                <a16:creationId xmlns:a16="http://schemas.microsoft.com/office/drawing/2014/main" id="{8D57F192-6EDD-5C82-EE84-692CD4E7A99D}"/>
              </a:ext>
            </a:extLst>
          </p:cNvPr>
          <p:cNvPicPr>
            <a:picLocks noChangeAspect="1"/>
          </p:cNvPicPr>
          <p:nvPr/>
        </p:nvPicPr>
        <p:blipFill>
          <a:blip r:embed="rId4"/>
          <a:stretch>
            <a:fillRect/>
          </a:stretch>
        </p:blipFill>
        <p:spPr>
          <a:xfrm>
            <a:off x="3269973" y="1534353"/>
            <a:ext cx="5486401" cy="432352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196187766"/>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81E17BD-04EF-5C75-B9EB-2D709B44366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1B419BC-7966-6863-1D87-0ADF3CCC770B}"/>
              </a:ext>
            </a:extLst>
          </p:cNvPr>
          <p:cNvSpPr>
            <a:spLocks noGrp="1"/>
          </p:cNvSpPr>
          <p:nvPr>
            <p:ph type="ctrTitle"/>
          </p:nvPr>
        </p:nvSpPr>
        <p:spPr>
          <a:xfrm>
            <a:off x="474593" y="83794"/>
            <a:ext cx="8413721" cy="1459682"/>
          </a:xfrm>
        </p:spPr>
        <p:txBody>
          <a:bodyPr/>
          <a:lstStyle/>
          <a:p>
            <a:pPr algn="l"/>
            <a:r>
              <a:rPr lang="en-US" sz="4000">
                <a:solidFill>
                  <a:srgbClr val="FFFFFF"/>
                </a:solidFill>
                <a:latin typeface="Arial"/>
                <a:cs typeface="Arial"/>
              </a:rPr>
              <a:t>Backup &amp; Restore Database</a:t>
            </a:r>
            <a:endParaRPr lang="en-US"/>
          </a:p>
        </p:txBody>
      </p:sp>
      <p:pic>
        <p:nvPicPr>
          <p:cNvPr id="3" name="Picture 2" descr="A screenshot of a computer&#10;&#10;AI-generated content may be incorrect.">
            <a:extLst>
              <a:ext uri="{FF2B5EF4-FFF2-40B4-BE49-F238E27FC236}">
                <a16:creationId xmlns:a16="http://schemas.microsoft.com/office/drawing/2014/main" id="{609350C9-A692-A836-0936-87491CA82F47}"/>
              </a:ext>
            </a:extLst>
          </p:cNvPr>
          <p:cNvPicPr>
            <a:picLocks noChangeAspect="1"/>
          </p:cNvPicPr>
          <p:nvPr/>
        </p:nvPicPr>
        <p:blipFill>
          <a:blip r:embed="rId3"/>
          <a:stretch>
            <a:fillRect/>
          </a:stretch>
        </p:blipFill>
        <p:spPr>
          <a:xfrm>
            <a:off x="1275521" y="1425436"/>
            <a:ext cx="5959338" cy="467801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488936344"/>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1BD6887-8DDD-5A2B-0E5D-EFE8F5378A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BFB4DB9-C48E-980B-6DB9-505552AE97FB}"/>
              </a:ext>
            </a:extLst>
          </p:cNvPr>
          <p:cNvSpPr>
            <a:spLocks noGrp="1"/>
          </p:cNvSpPr>
          <p:nvPr>
            <p:ph type="ctrTitle"/>
          </p:nvPr>
        </p:nvSpPr>
        <p:spPr>
          <a:xfrm>
            <a:off x="371154" y="1043"/>
            <a:ext cx="8413721" cy="1459682"/>
          </a:xfrm>
        </p:spPr>
        <p:txBody>
          <a:bodyPr/>
          <a:lstStyle/>
          <a:p>
            <a:pPr algn="l"/>
            <a:r>
              <a:rPr lang="en-US" sz="4000">
                <a:solidFill>
                  <a:srgbClr val="FFFFFF"/>
                </a:solidFill>
                <a:latin typeface="Calibri"/>
                <a:ea typeface="Calibri"/>
                <a:cs typeface="Arial"/>
              </a:rPr>
              <a:t>Security - Roles, GRANT &amp; REVOKE</a:t>
            </a:r>
          </a:p>
        </p:txBody>
      </p:sp>
      <p:sp>
        <p:nvSpPr>
          <p:cNvPr id="2" name="TextBox 1">
            <a:extLst>
              <a:ext uri="{FF2B5EF4-FFF2-40B4-BE49-F238E27FC236}">
                <a16:creationId xmlns:a16="http://schemas.microsoft.com/office/drawing/2014/main" id="{4ED0ED40-4EDC-DF71-44DA-DEEC77D592EE}"/>
              </a:ext>
            </a:extLst>
          </p:cNvPr>
          <p:cNvSpPr txBox="1"/>
          <p:nvPr/>
        </p:nvSpPr>
        <p:spPr>
          <a:xfrm>
            <a:off x="237909" y="1463661"/>
            <a:ext cx="8771619" cy="53245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chemeClr val="tx1"/>
                </a:solidFill>
                <a:latin typeface="Calibri"/>
                <a:ea typeface="SimSun"/>
                <a:cs typeface="Arial"/>
              </a:rPr>
              <a:t>PostgreSQL manages database access permissions using the concept of </a:t>
            </a:r>
            <a:r>
              <a:rPr lang="en-US" sz="2000" b="1" dirty="0">
                <a:solidFill>
                  <a:schemeClr val="tx1"/>
                </a:solidFill>
                <a:latin typeface="Calibri"/>
                <a:ea typeface="Google Sans"/>
                <a:cs typeface="Google Sans"/>
              </a:rPr>
              <a:t>roles</a:t>
            </a:r>
            <a:r>
              <a:rPr lang="en-US" sz="2000" dirty="0">
                <a:solidFill>
                  <a:schemeClr val="tx1"/>
                </a:solidFill>
                <a:latin typeface="Calibri"/>
                <a:ea typeface="Google Sans"/>
                <a:cs typeface="Google Sans"/>
              </a:rPr>
              <a:t>, which can function as either a database user or a group of users. Roles are central to the security model, controlling who can connect to the database and what actions they can perform on database objects. </a:t>
            </a:r>
          </a:p>
          <a:p>
            <a:endParaRPr lang="en-US" sz="2000">
              <a:solidFill>
                <a:schemeClr val="tx1"/>
              </a:solidFill>
              <a:latin typeface="Calibri"/>
              <a:cs typeface="Arial"/>
            </a:endParaRPr>
          </a:p>
          <a:p>
            <a:r>
              <a:rPr lang="en-US" sz="2000" b="1" dirty="0">
                <a:solidFill>
                  <a:srgbClr val="000000"/>
                </a:solidFill>
                <a:latin typeface="Calibri"/>
                <a:ea typeface="Calibri"/>
                <a:cs typeface="Calibri"/>
              </a:rPr>
              <a:t>Core Concepts of Roles</a:t>
            </a:r>
          </a:p>
          <a:p>
            <a:pPr marL="285750" indent="-285750">
              <a:buFont typeface="Arial"/>
              <a:buChar char="•"/>
            </a:pPr>
            <a:r>
              <a:rPr lang="en-US" sz="2000" b="1" dirty="0">
                <a:solidFill>
                  <a:srgbClr val="0A0A0A"/>
                </a:solidFill>
                <a:highlight>
                  <a:srgbClr val="FFFFFF"/>
                </a:highlight>
                <a:latin typeface="Calibri"/>
                <a:ea typeface="Calibri"/>
                <a:cs typeface="Arial"/>
              </a:rPr>
              <a:t>User vs. Group:</a:t>
            </a:r>
            <a:r>
              <a:rPr lang="en-US" sz="2000" dirty="0">
                <a:solidFill>
                  <a:srgbClr val="0A0A0A"/>
                </a:solidFill>
                <a:highlight>
                  <a:srgbClr val="FFFFFF"/>
                </a:highlight>
                <a:latin typeface="Calibri"/>
                <a:ea typeface="Calibri"/>
                <a:cs typeface="Arial"/>
              </a:rPr>
              <a:t> A role with the </a:t>
            </a:r>
            <a:r>
              <a:rPr lang="en-US" sz="2000" dirty="0">
                <a:solidFill>
                  <a:srgbClr val="0A0A0A"/>
                </a:solidFill>
                <a:highlight>
                  <a:srgbClr val="F3F5F6"/>
                </a:highlight>
                <a:latin typeface="Calibri"/>
                <a:ea typeface="Calibri"/>
                <a:cs typeface="Calibri"/>
              </a:rPr>
              <a:t>LOGIN</a:t>
            </a:r>
            <a:r>
              <a:rPr lang="en-US" sz="2000" dirty="0">
                <a:solidFill>
                  <a:srgbClr val="0A0A0A"/>
                </a:solidFill>
                <a:highlight>
                  <a:srgbClr val="FFFFFF"/>
                </a:highlight>
                <a:latin typeface="Calibri"/>
                <a:ea typeface="Calibri"/>
                <a:cs typeface="Arial"/>
              </a:rPr>
              <a:t> attribute can connect to the database and act as a user. A role without the </a:t>
            </a:r>
            <a:r>
              <a:rPr lang="en-US" sz="2000" dirty="0">
                <a:solidFill>
                  <a:srgbClr val="0A0A0A"/>
                </a:solidFill>
                <a:highlight>
                  <a:srgbClr val="F3F5F6"/>
                </a:highlight>
                <a:latin typeface="Calibri"/>
                <a:ea typeface="Calibri"/>
                <a:cs typeface="Calibri"/>
              </a:rPr>
              <a:t>LOGIN</a:t>
            </a:r>
            <a:r>
              <a:rPr lang="en-US" sz="2000" dirty="0">
                <a:solidFill>
                  <a:srgbClr val="0A0A0A"/>
                </a:solidFill>
                <a:highlight>
                  <a:srgbClr val="FFFFFF"/>
                </a:highlight>
                <a:latin typeface="Calibri"/>
                <a:ea typeface="Calibri"/>
                <a:cs typeface="Arial"/>
              </a:rPr>
              <a:t> attribute acts like a group, a container for privileges that can be assigned to login roles.</a:t>
            </a:r>
            <a:endParaRPr lang="en-US" sz="2000" dirty="0">
              <a:latin typeface="Calibri"/>
              <a:cs typeface="Calibri"/>
            </a:endParaRPr>
          </a:p>
          <a:p>
            <a:pPr marL="285750" indent="-285750">
              <a:buFont typeface="Arial"/>
              <a:buChar char="•"/>
            </a:pPr>
            <a:r>
              <a:rPr lang="en-US" sz="2000" b="1" dirty="0">
                <a:solidFill>
                  <a:srgbClr val="0A0A0A"/>
                </a:solidFill>
                <a:highlight>
                  <a:srgbClr val="FFFFFF"/>
                </a:highlight>
                <a:latin typeface="Calibri"/>
                <a:ea typeface="Calibri"/>
                <a:cs typeface="Arial"/>
              </a:rPr>
              <a:t>Privileges:</a:t>
            </a:r>
            <a:r>
              <a:rPr lang="en-US" sz="2000" dirty="0">
                <a:solidFill>
                  <a:srgbClr val="0A0A0A"/>
                </a:solidFill>
                <a:highlight>
                  <a:srgbClr val="FFFFFF"/>
                </a:highlight>
                <a:latin typeface="Calibri"/>
                <a:ea typeface="Calibri"/>
                <a:cs typeface="Arial"/>
              </a:rPr>
              <a:t> Permissions (e.g., </a:t>
            </a:r>
            <a:r>
              <a:rPr lang="en-US" sz="2000" dirty="0">
                <a:solidFill>
                  <a:srgbClr val="0A0A0A"/>
                </a:solidFill>
                <a:highlight>
                  <a:srgbClr val="F3F5F6"/>
                </a:highlight>
                <a:latin typeface="Calibri"/>
                <a:ea typeface="Calibri"/>
                <a:cs typeface="Calibri"/>
              </a:rPr>
              <a:t>SELECT</a:t>
            </a:r>
            <a:r>
              <a:rPr lang="en-US" sz="2000" dirty="0">
                <a:solidFill>
                  <a:srgbClr val="0A0A0A"/>
                </a:solidFill>
                <a:highlight>
                  <a:srgbClr val="FFFFFF"/>
                </a:highlight>
                <a:latin typeface="Calibri"/>
                <a:ea typeface="Calibri"/>
                <a:cs typeface="Arial"/>
              </a:rPr>
              <a:t>, </a:t>
            </a:r>
            <a:r>
              <a:rPr lang="en-US" sz="2000" dirty="0">
                <a:solidFill>
                  <a:srgbClr val="0A0A0A"/>
                </a:solidFill>
                <a:highlight>
                  <a:srgbClr val="F3F5F6"/>
                </a:highlight>
                <a:latin typeface="Calibri"/>
                <a:ea typeface="Calibri"/>
                <a:cs typeface="Calibri"/>
              </a:rPr>
              <a:t>INSERT</a:t>
            </a:r>
            <a:r>
              <a:rPr lang="en-US" sz="2000" dirty="0">
                <a:solidFill>
                  <a:srgbClr val="0A0A0A"/>
                </a:solidFill>
                <a:highlight>
                  <a:srgbClr val="FFFFFF"/>
                </a:highlight>
                <a:latin typeface="Calibri"/>
                <a:ea typeface="Calibri"/>
                <a:cs typeface="Arial"/>
              </a:rPr>
              <a:t>, </a:t>
            </a:r>
            <a:r>
              <a:rPr lang="en-US" sz="2000" dirty="0">
                <a:solidFill>
                  <a:srgbClr val="0A0A0A"/>
                </a:solidFill>
                <a:highlight>
                  <a:srgbClr val="F3F5F6"/>
                </a:highlight>
                <a:latin typeface="Calibri"/>
                <a:ea typeface="Calibri"/>
                <a:cs typeface="Calibri"/>
              </a:rPr>
              <a:t>UPDATE</a:t>
            </a:r>
            <a:r>
              <a:rPr lang="en-US" sz="2000" dirty="0">
                <a:solidFill>
                  <a:srgbClr val="0A0A0A"/>
                </a:solidFill>
                <a:highlight>
                  <a:srgbClr val="FFFFFF"/>
                </a:highlight>
                <a:latin typeface="Calibri"/>
                <a:ea typeface="Calibri"/>
                <a:cs typeface="Arial"/>
              </a:rPr>
              <a:t>, </a:t>
            </a:r>
            <a:r>
              <a:rPr lang="en-US" sz="2000" dirty="0">
                <a:solidFill>
                  <a:srgbClr val="0A0A0A"/>
                </a:solidFill>
                <a:highlight>
                  <a:srgbClr val="F3F5F6"/>
                </a:highlight>
                <a:latin typeface="Calibri"/>
                <a:ea typeface="Calibri"/>
                <a:cs typeface="Calibri"/>
              </a:rPr>
              <a:t>DELETE</a:t>
            </a:r>
            <a:r>
              <a:rPr lang="en-US" sz="2000" dirty="0">
                <a:solidFill>
                  <a:srgbClr val="0A0A0A"/>
                </a:solidFill>
                <a:highlight>
                  <a:srgbClr val="FFFFFF"/>
                </a:highlight>
                <a:latin typeface="Calibri"/>
                <a:ea typeface="Calibri"/>
                <a:cs typeface="Arial"/>
              </a:rPr>
              <a:t>) define what a role can do on specific database objects (tables, schemas, functions, etc.). These are managed using the </a:t>
            </a:r>
            <a:r>
              <a:rPr lang="en-US" sz="2000" dirty="0">
                <a:solidFill>
                  <a:srgbClr val="0A0A0A"/>
                </a:solidFill>
                <a:highlight>
                  <a:srgbClr val="F3F5F6"/>
                </a:highlight>
                <a:latin typeface="Calibri"/>
                <a:ea typeface="Calibri"/>
                <a:cs typeface="Calibri"/>
              </a:rPr>
              <a:t>GRANT</a:t>
            </a:r>
            <a:r>
              <a:rPr lang="en-US" sz="2000" dirty="0">
                <a:solidFill>
                  <a:srgbClr val="0A0A0A"/>
                </a:solidFill>
                <a:highlight>
                  <a:srgbClr val="FFFFFF"/>
                </a:highlight>
                <a:latin typeface="Calibri"/>
                <a:ea typeface="Calibri"/>
                <a:cs typeface="Arial"/>
              </a:rPr>
              <a:t> and </a:t>
            </a:r>
            <a:r>
              <a:rPr lang="en-US" sz="2000" dirty="0">
                <a:solidFill>
                  <a:srgbClr val="0A0A0A"/>
                </a:solidFill>
                <a:highlight>
                  <a:srgbClr val="F3F5F6"/>
                </a:highlight>
                <a:latin typeface="Calibri"/>
                <a:ea typeface="Calibri"/>
                <a:cs typeface="Calibri"/>
              </a:rPr>
              <a:t>REVOKE</a:t>
            </a:r>
            <a:r>
              <a:rPr lang="en-US" sz="2000" dirty="0">
                <a:solidFill>
                  <a:srgbClr val="0A0A0A"/>
                </a:solidFill>
                <a:highlight>
                  <a:srgbClr val="FFFFFF"/>
                </a:highlight>
                <a:latin typeface="Calibri"/>
                <a:ea typeface="Calibri"/>
                <a:cs typeface="Arial"/>
              </a:rPr>
              <a:t> commands.</a:t>
            </a:r>
            <a:endParaRPr lang="en-US" sz="2000" dirty="0">
              <a:latin typeface="Calibri"/>
              <a:cs typeface="Calibri"/>
            </a:endParaRPr>
          </a:p>
          <a:p>
            <a:pPr marL="285750" indent="-285750">
              <a:buFont typeface="Arial"/>
              <a:buChar char="•"/>
            </a:pPr>
            <a:r>
              <a:rPr lang="en-US" sz="2000" b="1" dirty="0">
                <a:solidFill>
                  <a:srgbClr val="0A0A0A"/>
                </a:solidFill>
                <a:highlight>
                  <a:srgbClr val="FFFFFF"/>
                </a:highlight>
                <a:latin typeface="Calibri"/>
                <a:ea typeface="Calibri"/>
                <a:cs typeface="Arial"/>
              </a:rPr>
              <a:t>Inheritance:</a:t>
            </a:r>
            <a:r>
              <a:rPr lang="en-US" sz="2000" dirty="0">
                <a:solidFill>
                  <a:srgbClr val="0A0A0A"/>
                </a:solidFill>
                <a:highlight>
                  <a:srgbClr val="FFFFFF"/>
                </a:highlight>
                <a:latin typeface="Calibri"/>
                <a:ea typeface="Calibri"/>
                <a:cs typeface="Arial"/>
              </a:rPr>
              <a:t> Roles can inherit privileges from other roles. By default, roles have the </a:t>
            </a:r>
            <a:r>
              <a:rPr lang="en-US" sz="2000" dirty="0">
                <a:solidFill>
                  <a:srgbClr val="0A0A0A"/>
                </a:solidFill>
                <a:highlight>
                  <a:srgbClr val="F3F5F6"/>
                </a:highlight>
                <a:latin typeface="Calibri"/>
                <a:ea typeface="Calibri"/>
                <a:cs typeface="Calibri"/>
              </a:rPr>
              <a:t>INHERIT</a:t>
            </a:r>
            <a:r>
              <a:rPr lang="en-US" sz="2000" dirty="0">
                <a:solidFill>
                  <a:srgbClr val="0A0A0A"/>
                </a:solidFill>
                <a:highlight>
                  <a:srgbClr val="FFFFFF"/>
                </a:highlight>
                <a:latin typeface="Calibri"/>
                <a:ea typeface="Calibri"/>
                <a:cs typeface="Arial"/>
              </a:rPr>
              <a:t> attribute, meaning they automatically gain the permissions of any role they are a member of. The </a:t>
            </a:r>
            <a:r>
              <a:rPr lang="en-US" sz="2000" dirty="0">
                <a:solidFill>
                  <a:srgbClr val="0A0A0A"/>
                </a:solidFill>
                <a:highlight>
                  <a:srgbClr val="F3F5F6"/>
                </a:highlight>
                <a:latin typeface="Calibri"/>
                <a:ea typeface="Calibri"/>
                <a:cs typeface="Calibri"/>
              </a:rPr>
              <a:t>NOINHERIT</a:t>
            </a:r>
            <a:r>
              <a:rPr lang="en-US" sz="2000" dirty="0">
                <a:solidFill>
                  <a:srgbClr val="0A0A0A"/>
                </a:solidFill>
                <a:highlight>
                  <a:srgbClr val="FFFFFF"/>
                </a:highlight>
                <a:latin typeface="Calibri"/>
                <a:ea typeface="Calibri"/>
                <a:cs typeface="Arial"/>
              </a:rPr>
              <a:t> attribute can be used to require a user to explicitly use </a:t>
            </a:r>
            <a:r>
              <a:rPr lang="en-US" sz="2000" dirty="0">
                <a:solidFill>
                  <a:srgbClr val="0A0A0A"/>
                </a:solidFill>
                <a:highlight>
                  <a:srgbClr val="F3F5F6"/>
                </a:highlight>
                <a:latin typeface="Calibri"/>
                <a:ea typeface="Calibri"/>
                <a:cs typeface="Calibri"/>
              </a:rPr>
              <a:t>SET ROLE</a:t>
            </a:r>
            <a:r>
              <a:rPr lang="en-US" sz="2000" dirty="0">
                <a:solidFill>
                  <a:srgbClr val="0A0A0A"/>
                </a:solidFill>
                <a:highlight>
                  <a:srgbClr val="FFFFFF"/>
                </a:highlight>
                <a:latin typeface="Calibri"/>
                <a:ea typeface="Calibri"/>
                <a:cs typeface="Arial"/>
              </a:rPr>
              <a:t> to assume those privileges temporarily. </a:t>
            </a:r>
            <a:endParaRPr lang="en-US" sz="2000" dirty="0">
              <a:latin typeface="Calibri"/>
            </a:endParaRPr>
          </a:p>
          <a:p>
            <a:endParaRPr lang="en-US" sz="2000" b="1">
              <a:solidFill>
                <a:srgbClr val="000000"/>
              </a:solidFill>
              <a:latin typeface="Calibri"/>
              <a:ea typeface="Calibri"/>
              <a:cs typeface="Calibri"/>
            </a:endParaRPr>
          </a:p>
        </p:txBody>
      </p:sp>
    </p:spTree>
    <p:extLst>
      <p:ext uri="{BB962C8B-B14F-4D97-AF65-F5344CB8AC3E}">
        <p14:creationId xmlns:p14="http://schemas.microsoft.com/office/powerpoint/2010/main" val="437400034"/>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0D2130B-7740-74C5-7282-61B499F9A17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67392AD7-0064-413B-72D1-F56409731A7B}"/>
              </a:ext>
            </a:extLst>
          </p:cNvPr>
          <p:cNvSpPr>
            <a:spLocks noGrp="1"/>
          </p:cNvSpPr>
          <p:nvPr>
            <p:ph type="ctrTitle"/>
          </p:nvPr>
        </p:nvSpPr>
        <p:spPr>
          <a:xfrm>
            <a:off x="371154" y="1043"/>
            <a:ext cx="8413721" cy="1459682"/>
          </a:xfrm>
        </p:spPr>
        <p:txBody>
          <a:bodyPr/>
          <a:lstStyle/>
          <a:p>
            <a:pPr algn="l"/>
            <a:r>
              <a:rPr lang="en-US" sz="4000">
                <a:solidFill>
                  <a:srgbClr val="FFFFFF"/>
                </a:solidFill>
                <a:latin typeface="Calibri"/>
                <a:ea typeface="Calibri"/>
                <a:cs typeface="Arial"/>
              </a:rPr>
              <a:t>Security - Roles, GRANT &amp; REVOKE</a:t>
            </a:r>
          </a:p>
        </p:txBody>
      </p:sp>
      <p:sp>
        <p:nvSpPr>
          <p:cNvPr id="2" name="TextBox 1">
            <a:extLst>
              <a:ext uri="{FF2B5EF4-FFF2-40B4-BE49-F238E27FC236}">
                <a16:creationId xmlns:a16="http://schemas.microsoft.com/office/drawing/2014/main" id="{134844AE-646C-4933-354F-BF024332A596}"/>
              </a:ext>
            </a:extLst>
          </p:cNvPr>
          <p:cNvSpPr txBox="1"/>
          <p:nvPr/>
        </p:nvSpPr>
        <p:spPr>
          <a:xfrm>
            <a:off x="372380" y="1556756"/>
            <a:ext cx="8409583"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solidFill>
                  <a:srgbClr val="000000"/>
                </a:solidFill>
                <a:latin typeface="Calibri"/>
                <a:ea typeface="Calibri"/>
                <a:cs typeface="Calibri"/>
              </a:rPr>
              <a:t>How PostgreSQL Uses Roles Internally?</a:t>
            </a:r>
            <a:endParaRPr lang="en-US" b="1" dirty="0">
              <a:cs typeface="Arial"/>
            </a:endParaRPr>
          </a:p>
          <a:p>
            <a:r>
              <a:rPr lang="en-US" sz="2000" dirty="0">
                <a:solidFill>
                  <a:srgbClr val="000000"/>
                </a:solidFill>
                <a:latin typeface="Google Sans"/>
                <a:ea typeface="Calibri"/>
                <a:cs typeface="Arial"/>
              </a:rPr>
              <a:t>PostgreSQL simplifies its permission model by merging the concepts of users and groups into roles. When you create a user, you’re actually creating a role with the ability to log in.</a:t>
            </a:r>
            <a:endParaRPr lang="en-US" dirty="0"/>
          </a:p>
        </p:txBody>
      </p:sp>
      <p:pic>
        <p:nvPicPr>
          <p:cNvPr id="3" name="Picture 2" descr="A close up of words&#10;&#10;AI-generated content may be incorrect.">
            <a:extLst>
              <a:ext uri="{FF2B5EF4-FFF2-40B4-BE49-F238E27FC236}">
                <a16:creationId xmlns:a16="http://schemas.microsoft.com/office/drawing/2014/main" id="{2CEA6E1A-284D-CB54-566F-33E66C4B6C30}"/>
              </a:ext>
            </a:extLst>
          </p:cNvPr>
          <p:cNvPicPr>
            <a:picLocks noChangeAspect="1"/>
          </p:cNvPicPr>
          <p:nvPr/>
        </p:nvPicPr>
        <p:blipFill>
          <a:blip r:embed="rId3"/>
          <a:stretch>
            <a:fillRect/>
          </a:stretch>
        </p:blipFill>
        <p:spPr>
          <a:xfrm>
            <a:off x="474117" y="2902055"/>
            <a:ext cx="6220083" cy="69398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 name="Picture 3" descr="A close up of a word&#10;&#10;AI-generated content may be incorrect.">
            <a:extLst>
              <a:ext uri="{FF2B5EF4-FFF2-40B4-BE49-F238E27FC236}">
                <a16:creationId xmlns:a16="http://schemas.microsoft.com/office/drawing/2014/main" id="{01E4AE4B-8225-AC1E-91BB-71438C34F6B3}"/>
              </a:ext>
            </a:extLst>
          </p:cNvPr>
          <p:cNvPicPr>
            <a:picLocks noChangeAspect="1"/>
          </p:cNvPicPr>
          <p:nvPr/>
        </p:nvPicPr>
        <p:blipFill>
          <a:blip r:embed="rId4"/>
          <a:stretch>
            <a:fillRect/>
          </a:stretch>
        </p:blipFill>
        <p:spPr>
          <a:xfrm>
            <a:off x="469961" y="3807837"/>
            <a:ext cx="8413204" cy="58511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TextBox 4">
            <a:extLst>
              <a:ext uri="{FF2B5EF4-FFF2-40B4-BE49-F238E27FC236}">
                <a16:creationId xmlns:a16="http://schemas.microsoft.com/office/drawing/2014/main" id="{757017C0-B817-FF01-D8E8-7E39652CD0AF}"/>
              </a:ext>
            </a:extLst>
          </p:cNvPr>
          <p:cNvSpPr txBox="1"/>
          <p:nvPr/>
        </p:nvSpPr>
        <p:spPr>
          <a:xfrm>
            <a:off x="374460" y="4585605"/>
            <a:ext cx="8403680"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chemeClr val="tx1"/>
                </a:solidFill>
                <a:latin typeface="Calibri"/>
                <a:ea typeface="source-serif-pro"/>
                <a:cs typeface="source-serif-pro"/>
              </a:rPr>
              <a:t>Here, </a:t>
            </a:r>
            <a:r>
              <a:rPr lang="en-US" sz="2000" b="1" dirty="0">
                <a:solidFill>
                  <a:schemeClr val="tx1"/>
                </a:solidFill>
                <a:latin typeface="Calibri"/>
                <a:ea typeface="SimSun"/>
                <a:cs typeface="Arial"/>
              </a:rPr>
              <a:t>john</a:t>
            </a:r>
            <a:r>
              <a:rPr lang="en-US" sz="2000" b="1" dirty="0">
                <a:solidFill>
                  <a:schemeClr val="tx1"/>
                </a:solidFill>
                <a:latin typeface="Calibri"/>
                <a:ea typeface="source-serif-pro"/>
                <a:cs typeface="source-serif-pro"/>
              </a:rPr>
              <a:t> </a:t>
            </a:r>
            <a:r>
              <a:rPr lang="en-US" sz="2000" dirty="0">
                <a:solidFill>
                  <a:schemeClr val="tx1"/>
                </a:solidFill>
                <a:latin typeface="Calibri"/>
                <a:ea typeface="source-serif-pro"/>
                <a:cs typeface="source-serif-pro"/>
              </a:rPr>
              <a:t>is a role with login privileges — in common terms, a user. The </a:t>
            </a:r>
            <a:r>
              <a:rPr lang="en-US" sz="2000" b="1" dirty="0" err="1">
                <a:solidFill>
                  <a:schemeClr val="tx1"/>
                </a:solidFill>
                <a:latin typeface="Calibri"/>
                <a:ea typeface="SimSun"/>
                <a:cs typeface="Arial"/>
              </a:rPr>
              <a:t>readonly</a:t>
            </a:r>
            <a:r>
              <a:rPr lang="en-US" sz="2000" b="1" dirty="0">
                <a:solidFill>
                  <a:schemeClr val="tx1"/>
                </a:solidFill>
                <a:latin typeface="Calibri"/>
                <a:ea typeface="source-serif-pro"/>
                <a:cs typeface="source-serif-pro"/>
              </a:rPr>
              <a:t> </a:t>
            </a:r>
            <a:r>
              <a:rPr lang="en-US" sz="2000" dirty="0">
                <a:solidFill>
                  <a:schemeClr val="tx1"/>
                </a:solidFill>
                <a:latin typeface="Calibri"/>
                <a:ea typeface="source-serif-pro"/>
                <a:cs typeface="source-serif-pro"/>
              </a:rPr>
              <a:t>role is a group of privileges that can be assigned to multiple users.</a:t>
            </a:r>
            <a:endParaRPr lang="en-US" sz="2000" dirty="0">
              <a:solidFill>
                <a:schemeClr val="tx1"/>
              </a:solidFill>
              <a:latin typeface="Calibri"/>
              <a:cs typeface="Arial"/>
            </a:endParaRPr>
          </a:p>
        </p:txBody>
      </p:sp>
    </p:spTree>
    <p:extLst>
      <p:ext uri="{BB962C8B-B14F-4D97-AF65-F5344CB8AC3E}">
        <p14:creationId xmlns:p14="http://schemas.microsoft.com/office/powerpoint/2010/main" val="1604848718"/>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DF283F4-BAC9-BA75-FA43-EDD1D4B155E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DDB04ED1-6DA3-5E1C-E348-351B08DE69D7}"/>
              </a:ext>
            </a:extLst>
          </p:cNvPr>
          <p:cNvSpPr>
            <a:spLocks noGrp="1"/>
          </p:cNvSpPr>
          <p:nvPr>
            <p:ph type="ctrTitle"/>
          </p:nvPr>
        </p:nvSpPr>
        <p:spPr>
          <a:xfrm>
            <a:off x="371154" y="1043"/>
            <a:ext cx="8413721" cy="1459682"/>
          </a:xfrm>
        </p:spPr>
        <p:txBody>
          <a:bodyPr/>
          <a:lstStyle/>
          <a:p>
            <a:pPr algn="l"/>
            <a:r>
              <a:rPr lang="en-US" sz="4000">
                <a:solidFill>
                  <a:srgbClr val="FFFFFF"/>
                </a:solidFill>
                <a:latin typeface="Calibri"/>
                <a:ea typeface="Calibri"/>
                <a:cs typeface="Arial"/>
              </a:rPr>
              <a:t>Security - Roles, GRANT &amp; REVOKE</a:t>
            </a:r>
          </a:p>
        </p:txBody>
      </p:sp>
      <p:sp>
        <p:nvSpPr>
          <p:cNvPr id="2" name="TextBox 1">
            <a:extLst>
              <a:ext uri="{FF2B5EF4-FFF2-40B4-BE49-F238E27FC236}">
                <a16:creationId xmlns:a16="http://schemas.microsoft.com/office/drawing/2014/main" id="{8AC4357D-3825-2825-2A84-7D64756806BC}"/>
              </a:ext>
            </a:extLst>
          </p:cNvPr>
          <p:cNvSpPr txBox="1"/>
          <p:nvPr/>
        </p:nvSpPr>
        <p:spPr>
          <a:xfrm>
            <a:off x="372380" y="1556756"/>
            <a:ext cx="8409583"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solidFill>
                  <a:srgbClr val="000000"/>
                </a:solidFill>
                <a:latin typeface="Calibri"/>
                <a:ea typeface="Calibri"/>
                <a:cs typeface="Calibri"/>
              </a:rPr>
              <a:t>Assigning Roles to Users</a:t>
            </a:r>
            <a:endParaRPr lang="en-US" dirty="0"/>
          </a:p>
          <a:p>
            <a:r>
              <a:rPr lang="en-US" sz="2000" dirty="0">
                <a:solidFill>
                  <a:srgbClr val="000000"/>
                </a:solidFill>
                <a:latin typeface="Google Sans"/>
                <a:ea typeface="Calibri"/>
                <a:cs typeface="Arial"/>
              </a:rPr>
              <a:t>One of PostgreSQL’s most powerful features is its role-based privilege inheritance. You can assign roles to other roles, effectively building a hierarchy of permissions.</a:t>
            </a:r>
            <a:endParaRPr lang="en-US" dirty="0"/>
          </a:p>
        </p:txBody>
      </p:sp>
      <p:sp>
        <p:nvSpPr>
          <p:cNvPr id="5" name="TextBox 4">
            <a:extLst>
              <a:ext uri="{FF2B5EF4-FFF2-40B4-BE49-F238E27FC236}">
                <a16:creationId xmlns:a16="http://schemas.microsoft.com/office/drawing/2014/main" id="{15D40EBF-6624-1DF1-E1F3-43D66E4E04B9}"/>
              </a:ext>
            </a:extLst>
          </p:cNvPr>
          <p:cNvSpPr txBox="1"/>
          <p:nvPr/>
        </p:nvSpPr>
        <p:spPr>
          <a:xfrm>
            <a:off x="374460" y="3268670"/>
            <a:ext cx="8068235"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000000"/>
                </a:solidFill>
                <a:latin typeface="Calibri"/>
                <a:ea typeface="Calibri"/>
                <a:cs typeface="Calibri"/>
              </a:rPr>
              <a:t>Now, </a:t>
            </a:r>
            <a:r>
              <a:rPr lang="en-US" sz="2000" b="1" dirty="0">
                <a:solidFill>
                  <a:srgbClr val="000000"/>
                </a:solidFill>
                <a:latin typeface="Calibri"/>
                <a:ea typeface="Calibri"/>
                <a:cs typeface="Calibri"/>
              </a:rPr>
              <a:t>john </a:t>
            </a:r>
            <a:r>
              <a:rPr lang="en-US" sz="2000" dirty="0">
                <a:solidFill>
                  <a:srgbClr val="000000"/>
                </a:solidFill>
                <a:latin typeface="Calibri"/>
                <a:ea typeface="Calibri"/>
                <a:cs typeface="Calibri"/>
              </a:rPr>
              <a:t>inherits all the privileges of the </a:t>
            </a:r>
            <a:r>
              <a:rPr lang="en-US" sz="2000" b="1" dirty="0" err="1">
                <a:solidFill>
                  <a:srgbClr val="000000"/>
                </a:solidFill>
                <a:latin typeface="Calibri"/>
                <a:ea typeface="Calibri"/>
                <a:cs typeface="Calibri"/>
              </a:rPr>
              <a:t>readonly</a:t>
            </a:r>
            <a:r>
              <a:rPr lang="en-US" sz="2000" b="1" dirty="0">
                <a:solidFill>
                  <a:srgbClr val="000000"/>
                </a:solidFill>
                <a:latin typeface="Calibri"/>
                <a:ea typeface="Calibri"/>
                <a:cs typeface="Calibri"/>
              </a:rPr>
              <a:t> </a:t>
            </a:r>
            <a:r>
              <a:rPr lang="en-US" sz="2000" dirty="0">
                <a:solidFill>
                  <a:srgbClr val="000000"/>
                </a:solidFill>
                <a:latin typeface="Calibri"/>
                <a:ea typeface="Calibri"/>
                <a:cs typeface="Calibri"/>
              </a:rPr>
              <a:t>role, making permission management scalable and efficient.</a:t>
            </a:r>
            <a:endParaRPr lang="en-US" dirty="0"/>
          </a:p>
        </p:txBody>
      </p:sp>
      <p:pic>
        <p:nvPicPr>
          <p:cNvPr id="6" name="Picture 5" descr="A close up of words&#10;&#10;AI-generated content may be incorrect.">
            <a:extLst>
              <a:ext uri="{FF2B5EF4-FFF2-40B4-BE49-F238E27FC236}">
                <a16:creationId xmlns:a16="http://schemas.microsoft.com/office/drawing/2014/main" id="{640C9066-0242-83A4-6D60-255B1ED88B44}"/>
              </a:ext>
            </a:extLst>
          </p:cNvPr>
          <p:cNvPicPr>
            <a:picLocks noChangeAspect="1"/>
          </p:cNvPicPr>
          <p:nvPr/>
        </p:nvPicPr>
        <p:blipFill>
          <a:blip r:embed="rId3"/>
          <a:stretch>
            <a:fillRect/>
          </a:stretch>
        </p:blipFill>
        <p:spPr>
          <a:xfrm>
            <a:off x="4280247" y="2585981"/>
            <a:ext cx="3771900" cy="6096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642059007"/>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C92789B-F2C1-1D3F-3591-C4E673E4A54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676A9B9-3B4E-2A4E-14DC-ADAEDB7D21AF}"/>
              </a:ext>
            </a:extLst>
          </p:cNvPr>
          <p:cNvSpPr>
            <a:spLocks noGrp="1"/>
          </p:cNvSpPr>
          <p:nvPr>
            <p:ph type="ctrTitle"/>
          </p:nvPr>
        </p:nvSpPr>
        <p:spPr>
          <a:xfrm>
            <a:off x="371154" y="1043"/>
            <a:ext cx="8413721" cy="1459682"/>
          </a:xfrm>
        </p:spPr>
        <p:txBody>
          <a:bodyPr/>
          <a:lstStyle/>
          <a:p>
            <a:pPr algn="l"/>
            <a:r>
              <a:rPr lang="en-US" sz="4000">
                <a:solidFill>
                  <a:srgbClr val="FFFFFF"/>
                </a:solidFill>
                <a:latin typeface="Calibri"/>
                <a:ea typeface="Calibri"/>
                <a:cs typeface="Arial"/>
              </a:rPr>
              <a:t>Security - Roles, GRANT &amp; REVOKE</a:t>
            </a:r>
          </a:p>
        </p:txBody>
      </p:sp>
      <p:sp>
        <p:nvSpPr>
          <p:cNvPr id="2" name="TextBox 1">
            <a:extLst>
              <a:ext uri="{FF2B5EF4-FFF2-40B4-BE49-F238E27FC236}">
                <a16:creationId xmlns:a16="http://schemas.microsoft.com/office/drawing/2014/main" id="{9D1687DC-B9FC-C0A1-2F94-B4417B7AB8AB}"/>
              </a:ext>
            </a:extLst>
          </p:cNvPr>
          <p:cNvSpPr txBox="1"/>
          <p:nvPr/>
        </p:nvSpPr>
        <p:spPr>
          <a:xfrm>
            <a:off x="372380" y="1556756"/>
            <a:ext cx="8409583" cy="31700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solidFill>
                  <a:srgbClr val="242424"/>
                </a:solidFill>
                <a:highlight>
                  <a:srgbClr val="FFFFFF"/>
                </a:highlight>
                <a:latin typeface="Calibri"/>
                <a:ea typeface="SimSun"/>
                <a:cs typeface="Arial"/>
              </a:rPr>
              <a:t>Why Roles are a Best Practice</a:t>
            </a:r>
            <a:endParaRPr lang="en-US" sz="2000">
              <a:latin typeface="Calibri"/>
              <a:ea typeface="SimSun"/>
              <a:cs typeface="Arial"/>
            </a:endParaRPr>
          </a:p>
          <a:p>
            <a:pPr marL="342900" indent="-342900">
              <a:buFont typeface="Arial" panose="02020603050405020304" pitchFamily="18" charset="0"/>
              <a:buChar char="•"/>
            </a:pPr>
            <a:endParaRPr lang="en-US" sz="2000" dirty="0">
              <a:solidFill>
                <a:srgbClr val="242424"/>
              </a:solidFill>
              <a:highlight>
                <a:srgbClr val="FFFFFF"/>
              </a:highlight>
              <a:latin typeface="SimSun"/>
              <a:ea typeface="SimSun"/>
              <a:cs typeface="Arial"/>
            </a:endParaRPr>
          </a:p>
          <a:p>
            <a:pPr marL="342900" indent="-342900">
              <a:buFont typeface="Arial" panose="02020603050405020304" pitchFamily="18" charset="0"/>
              <a:buChar char="•"/>
            </a:pPr>
            <a:r>
              <a:rPr lang="en-US" sz="2000" b="1" dirty="0">
                <a:solidFill>
                  <a:srgbClr val="242424"/>
                </a:solidFill>
                <a:highlight>
                  <a:srgbClr val="FFFFFF"/>
                </a:highlight>
                <a:latin typeface="Calibri"/>
                <a:ea typeface="Calibri"/>
                <a:cs typeface="Arial"/>
              </a:rPr>
              <a:t>Centralized Permission Management:</a:t>
            </a:r>
            <a:r>
              <a:rPr lang="en-US" sz="2000" dirty="0">
                <a:solidFill>
                  <a:srgbClr val="242424"/>
                </a:solidFill>
                <a:highlight>
                  <a:srgbClr val="FFFFFF"/>
                </a:highlight>
                <a:latin typeface="Calibri"/>
                <a:ea typeface="Calibri"/>
                <a:cs typeface="Arial"/>
              </a:rPr>
              <a:t> Instead of assigning individual privileges to each user, you define roles for various job functions or permission sets.</a:t>
            </a:r>
            <a:endParaRPr lang="en-US" sz="2000">
              <a:solidFill>
                <a:srgbClr val="242424"/>
              </a:solidFill>
              <a:highlight>
                <a:srgbClr val="FFFFFF"/>
              </a:highlight>
              <a:latin typeface="Calibri"/>
              <a:cs typeface="Arial"/>
            </a:endParaRPr>
          </a:p>
          <a:p>
            <a:pPr marL="342900" indent="-342900">
              <a:buFont typeface="Arial" panose="02020603050405020304" pitchFamily="18" charset="0"/>
              <a:buChar char="•"/>
            </a:pPr>
            <a:r>
              <a:rPr lang="en-US" sz="2000" b="1" dirty="0">
                <a:solidFill>
                  <a:srgbClr val="242424"/>
                </a:solidFill>
                <a:highlight>
                  <a:srgbClr val="FFFFFF"/>
                </a:highlight>
                <a:latin typeface="Calibri"/>
                <a:ea typeface="Calibri"/>
                <a:cs typeface="Arial"/>
              </a:rPr>
              <a:t>Simpler Administration:</a:t>
            </a:r>
            <a:r>
              <a:rPr lang="en-US" sz="2000" dirty="0">
                <a:solidFill>
                  <a:srgbClr val="242424"/>
                </a:solidFill>
                <a:highlight>
                  <a:srgbClr val="FFFFFF"/>
                </a:highlight>
                <a:latin typeface="Calibri"/>
                <a:ea typeface="Calibri"/>
                <a:cs typeface="Arial"/>
              </a:rPr>
              <a:t> Adding or removing a user’s access becomes as simple as granting or revoking roles.</a:t>
            </a:r>
            <a:endParaRPr lang="en-US" sz="2000">
              <a:latin typeface="Calibri"/>
              <a:cs typeface="Arial"/>
            </a:endParaRPr>
          </a:p>
          <a:p>
            <a:pPr marL="342900" indent="-342900">
              <a:buFont typeface="Arial" panose="02020603050405020304" pitchFamily="18" charset="0"/>
              <a:buChar char="•"/>
            </a:pPr>
            <a:r>
              <a:rPr lang="en-US" sz="2000" b="1" dirty="0">
                <a:solidFill>
                  <a:srgbClr val="242424"/>
                </a:solidFill>
                <a:highlight>
                  <a:srgbClr val="FFFFFF"/>
                </a:highlight>
                <a:latin typeface="Calibri"/>
                <a:ea typeface="Calibri"/>
                <a:cs typeface="Arial"/>
              </a:rPr>
              <a:t>Scalability:</a:t>
            </a:r>
            <a:r>
              <a:rPr lang="en-US" sz="2000" dirty="0">
                <a:solidFill>
                  <a:srgbClr val="242424"/>
                </a:solidFill>
                <a:highlight>
                  <a:srgbClr val="FFFFFF"/>
                </a:highlight>
                <a:latin typeface="Calibri"/>
                <a:ea typeface="Calibri"/>
                <a:cs typeface="Arial"/>
              </a:rPr>
              <a:t> As your database grows, role-based permissions make it easier to onboard new users or adjust permissions without disrupting other accounts.</a:t>
            </a:r>
            <a:endParaRPr lang="en-US" sz="2000" dirty="0">
              <a:solidFill>
                <a:srgbClr val="242424"/>
              </a:solidFill>
              <a:highlight>
                <a:srgbClr val="FFFFFF"/>
              </a:highlight>
              <a:latin typeface="Calibri"/>
              <a:cs typeface="Arial"/>
            </a:endParaRPr>
          </a:p>
        </p:txBody>
      </p:sp>
    </p:spTree>
    <p:extLst>
      <p:ext uri="{BB962C8B-B14F-4D97-AF65-F5344CB8AC3E}">
        <p14:creationId xmlns:p14="http://schemas.microsoft.com/office/powerpoint/2010/main" val="1753549757"/>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87C4193-53BB-7298-3E8F-4486080D43D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3FCE9F-21F8-4340-2F3D-015A19F48459}"/>
              </a:ext>
            </a:extLst>
          </p:cNvPr>
          <p:cNvSpPr>
            <a:spLocks noGrp="1"/>
          </p:cNvSpPr>
          <p:nvPr>
            <p:ph type="ctrTitle"/>
          </p:nvPr>
        </p:nvSpPr>
        <p:spPr>
          <a:xfrm>
            <a:off x="371154" y="1043"/>
            <a:ext cx="8413721" cy="1459682"/>
          </a:xfrm>
        </p:spPr>
        <p:txBody>
          <a:bodyPr/>
          <a:lstStyle/>
          <a:p>
            <a:pPr algn="l"/>
            <a:r>
              <a:rPr lang="en-US" sz="4000">
                <a:solidFill>
                  <a:srgbClr val="FFFFFF"/>
                </a:solidFill>
                <a:latin typeface="Calibri"/>
                <a:ea typeface="Calibri"/>
                <a:cs typeface="Arial"/>
              </a:rPr>
              <a:t>Security - Roles, GRANT &amp; REVOKE</a:t>
            </a:r>
          </a:p>
        </p:txBody>
      </p:sp>
      <p:sp>
        <p:nvSpPr>
          <p:cNvPr id="2" name="TextBox 1">
            <a:extLst>
              <a:ext uri="{FF2B5EF4-FFF2-40B4-BE49-F238E27FC236}">
                <a16:creationId xmlns:a16="http://schemas.microsoft.com/office/drawing/2014/main" id="{844EC764-1FD3-0918-4413-74A5D9548AE1}"/>
              </a:ext>
            </a:extLst>
          </p:cNvPr>
          <p:cNvSpPr txBox="1"/>
          <p:nvPr/>
        </p:nvSpPr>
        <p:spPr>
          <a:xfrm>
            <a:off x="372380" y="1556756"/>
            <a:ext cx="8409583"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solidFill>
                  <a:srgbClr val="242424"/>
                </a:solidFill>
                <a:highlight>
                  <a:srgbClr val="FFFFFF"/>
                </a:highlight>
                <a:latin typeface="Calibri"/>
                <a:ea typeface="Calibri"/>
                <a:cs typeface="Calibri"/>
              </a:rPr>
              <a:t>What is a PostgreSQL User?</a:t>
            </a:r>
            <a:endParaRPr lang="en-US" dirty="0"/>
          </a:p>
          <a:p>
            <a:r>
              <a:rPr lang="en-US" sz="2000" dirty="0">
                <a:solidFill>
                  <a:srgbClr val="242424"/>
                </a:solidFill>
                <a:highlight>
                  <a:srgbClr val="FFFFFF"/>
                </a:highlight>
                <a:latin typeface="Calibri"/>
                <a:ea typeface="SimSun"/>
                <a:cs typeface="Arial"/>
              </a:rPr>
              <a:t>A PostgreSQL </a:t>
            </a:r>
            <a:r>
              <a:rPr lang="en-US" sz="2000" b="1" dirty="0">
                <a:solidFill>
                  <a:srgbClr val="242424"/>
                </a:solidFill>
                <a:highlight>
                  <a:srgbClr val="FFFFFF"/>
                </a:highlight>
                <a:latin typeface="Calibri"/>
                <a:ea typeface="SimSun"/>
                <a:cs typeface="Arial"/>
              </a:rPr>
              <a:t>user</a:t>
            </a:r>
            <a:r>
              <a:rPr lang="en-US" sz="2000" dirty="0">
                <a:solidFill>
                  <a:srgbClr val="242424"/>
                </a:solidFill>
                <a:highlight>
                  <a:srgbClr val="FFFFFF"/>
                </a:highlight>
                <a:latin typeface="Calibri"/>
                <a:ea typeface="SimSun"/>
                <a:cs typeface="Arial"/>
              </a:rPr>
              <a:t> is essentially a role that has permission to </a:t>
            </a:r>
            <a:r>
              <a:rPr lang="en-US" sz="2000" b="1" dirty="0">
                <a:solidFill>
                  <a:srgbClr val="242424"/>
                </a:solidFill>
                <a:highlight>
                  <a:srgbClr val="FFFFFF"/>
                </a:highlight>
                <a:latin typeface="Calibri"/>
                <a:ea typeface="SimSun"/>
                <a:cs typeface="Arial"/>
              </a:rPr>
              <a:t>log in</a:t>
            </a:r>
            <a:r>
              <a:rPr lang="en-US" sz="2000" dirty="0">
                <a:solidFill>
                  <a:srgbClr val="242424"/>
                </a:solidFill>
                <a:highlight>
                  <a:srgbClr val="FFFFFF"/>
                </a:highlight>
                <a:latin typeface="Calibri"/>
                <a:ea typeface="SimSun"/>
                <a:cs typeface="Arial"/>
              </a:rPr>
              <a:t> to the database server. This means it can authenticate using a username and password and then perform operations as permitted by its privileges.</a:t>
            </a:r>
            <a:endParaRPr lang="en-US" sz="2000">
              <a:latin typeface="Calibri"/>
              <a:ea typeface="SimSun"/>
              <a:cs typeface="Arial"/>
            </a:endParaRPr>
          </a:p>
          <a:p>
            <a:endParaRPr lang="en-US" sz="2000" dirty="0">
              <a:solidFill>
                <a:srgbClr val="242424"/>
              </a:solidFill>
              <a:highlight>
                <a:srgbClr val="FFFFFF"/>
              </a:highlight>
              <a:latin typeface="Calibri"/>
              <a:ea typeface="SimSun"/>
              <a:cs typeface="Arial"/>
            </a:endParaRPr>
          </a:p>
          <a:p>
            <a:r>
              <a:rPr lang="en-US" sz="2000" dirty="0">
                <a:solidFill>
                  <a:srgbClr val="242424"/>
                </a:solidFill>
                <a:highlight>
                  <a:srgbClr val="FFFFFF"/>
                </a:highlight>
                <a:latin typeface="Calibri"/>
                <a:ea typeface="SimSun"/>
                <a:cs typeface="Arial"/>
              </a:rPr>
              <a:t>Think of a user as:</a:t>
            </a:r>
            <a:endParaRPr lang="en-US" sz="2000" dirty="0">
              <a:latin typeface="Calibri"/>
              <a:ea typeface="SimSun"/>
              <a:cs typeface="Arial"/>
            </a:endParaRPr>
          </a:p>
          <a:p>
            <a:pPr marL="285750" indent="-285750">
              <a:buFont typeface="Arial"/>
              <a:buChar char="•"/>
            </a:pPr>
            <a:r>
              <a:rPr lang="en-US" sz="2000" dirty="0">
                <a:solidFill>
                  <a:srgbClr val="242424"/>
                </a:solidFill>
                <a:highlight>
                  <a:srgbClr val="FFFFFF"/>
                </a:highlight>
                <a:latin typeface="Calibri"/>
                <a:ea typeface="SimSun"/>
                <a:cs typeface="Arial"/>
              </a:rPr>
              <a:t>A database login identity (for developers, apps, admins)</a:t>
            </a:r>
            <a:endParaRPr lang="en-US" sz="2000">
              <a:latin typeface="Calibri"/>
              <a:ea typeface="SimSun"/>
              <a:cs typeface="Arial"/>
            </a:endParaRPr>
          </a:p>
          <a:p>
            <a:pPr marL="285750" indent="-285750">
              <a:buFont typeface="Arial"/>
              <a:buChar char="•"/>
            </a:pPr>
            <a:r>
              <a:rPr lang="en-US" sz="2000" dirty="0">
                <a:solidFill>
                  <a:srgbClr val="242424"/>
                </a:solidFill>
                <a:highlight>
                  <a:srgbClr val="FFFFFF"/>
                </a:highlight>
                <a:latin typeface="Calibri"/>
                <a:ea typeface="SimSun"/>
                <a:cs typeface="Arial"/>
              </a:rPr>
              <a:t>A role with the </a:t>
            </a:r>
            <a:r>
              <a:rPr lang="en-US" sz="2000" b="1" dirty="0">
                <a:solidFill>
                  <a:srgbClr val="242424"/>
                </a:solidFill>
                <a:highlight>
                  <a:srgbClr val="FFFFFF"/>
                </a:highlight>
                <a:latin typeface="Calibri"/>
                <a:ea typeface="SimSun"/>
                <a:cs typeface="Arial"/>
              </a:rPr>
              <a:t>LOGIN</a:t>
            </a:r>
            <a:r>
              <a:rPr lang="en-US" sz="2000" dirty="0">
                <a:solidFill>
                  <a:srgbClr val="242424"/>
                </a:solidFill>
                <a:highlight>
                  <a:srgbClr val="FFFFFF"/>
                </a:highlight>
                <a:latin typeface="Calibri"/>
                <a:ea typeface="SimSun"/>
                <a:cs typeface="Arial"/>
              </a:rPr>
              <a:t> attribute</a:t>
            </a:r>
            <a:endParaRPr lang="en-US" sz="2000" dirty="0">
              <a:latin typeface="Calibri"/>
              <a:ea typeface="SimSun"/>
            </a:endParaRPr>
          </a:p>
          <a:p>
            <a:pPr marL="285750" indent="-285750">
              <a:buFont typeface="Arial"/>
              <a:buChar char="•"/>
            </a:pPr>
            <a:endParaRPr lang="en-US" sz="2000" dirty="0">
              <a:solidFill>
                <a:srgbClr val="242424"/>
              </a:solidFill>
              <a:highlight>
                <a:srgbClr val="FFFFFF"/>
              </a:highlight>
              <a:latin typeface="Calibri"/>
              <a:cs typeface="Arial"/>
            </a:endParaRPr>
          </a:p>
          <a:p>
            <a:r>
              <a:rPr lang="en-US" sz="2000" b="1" dirty="0">
                <a:solidFill>
                  <a:srgbClr val="242424"/>
                </a:solidFill>
                <a:highlight>
                  <a:srgbClr val="FFFFFF"/>
                </a:highlight>
                <a:latin typeface="Calibri"/>
                <a:ea typeface="SimSun"/>
                <a:cs typeface="Calibri"/>
              </a:rPr>
              <a:t>Creating a User:</a:t>
            </a:r>
            <a:endParaRPr lang="en-US" sz="2000" dirty="0">
              <a:solidFill>
                <a:srgbClr val="242424"/>
              </a:solidFill>
              <a:highlight>
                <a:srgbClr val="FFFFFF"/>
              </a:highlight>
              <a:latin typeface="Calibri"/>
              <a:ea typeface="SimSun"/>
              <a:cs typeface="Calibri"/>
            </a:endParaRPr>
          </a:p>
          <a:p>
            <a:r>
              <a:rPr lang="en-US" sz="2000" dirty="0">
                <a:solidFill>
                  <a:srgbClr val="242424"/>
                </a:solidFill>
                <a:highlight>
                  <a:srgbClr val="FFFFFF"/>
                </a:highlight>
                <a:latin typeface="Calibri"/>
                <a:ea typeface="SimSun"/>
                <a:cs typeface="Arial"/>
              </a:rPr>
              <a:t>You can create a new user with a simple SQL command using the </a:t>
            </a:r>
            <a:r>
              <a:rPr lang="en-US" sz="2000" dirty="0">
                <a:solidFill>
                  <a:srgbClr val="242424"/>
                </a:solidFill>
                <a:highlight>
                  <a:srgbClr val="F2F2F2"/>
                </a:highlight>
                <a:latin typeface="Calibri"/>
                <a:ea typeface="SimSun"/>
                <a:cs typeface="Calibri"/>
              </a:rPr>
              <a:t>CREATE USER</a:t>
            </a:r>
            <a:r>
              <a:rPr lang="en-US" sz="2000" dirty="0">
                <a:solidFill>
                  <a:srgbClr val="242424"/>
                </a:solidFill>
                <a:highlight>
                  <a:srgbClr val="FFFFFF"/>
                </a:highlight>
                <a:latin typeface="Calibri"/>
                <a:ea typeface="SimSun"/>
                <a:cs typeface="Arial"/>
              </a:rPr>
              <a:t> statement:</a:t>
            </a:r>
            <a:endParaRPr lang="en-US" sz="2000">
              <a:latin typeface="Calibri"/>
              <a:ea typeface="SimSun"/>
              <a:cs typeface="Calibri"/>
            </a:endParaRPr>
          </a:p>
          <a:p>
            <a:endParaRPr lang="en-US" sz="2000" dirty="0">
              <a:solidFill>
                <a:srgbClr val="242424"/>
              </a:solidFill>
              <a:highlight>
                <a:srgbClr val="FFFFFF"/>
              </a:highlight>
              <a:latin typeface="Calibri"/>
              <a:ea typeface="SimSun"/>
              <a:cs typeface="Arial"/>
            </a:endParaRPr>
          </a:p>
          <a:p>
            <a:r>
              <a:rPr lang="en-US" sz="2000" dirty="0">
                <a:solidFill>
                  <a:srgbClr val="AA0D91"/>
                </a:solidFill>
                <a:highlight>
                  <a:srgbClr val="F9F9F9"/>
                </a:highlight>
                <a:latin typeface="Calibri"/>
                <a:ea typeface="SimSun"/>
                <a:cs typeface="Calibri"/>
              </a:rPr>
              <a:t>CREATE</a:t>
            </a:r>
            <a:r>
              <a:rPr lang="en-US" sz="2000" dirty="0">
                <a:solidFill>
                  <a:srgbClr val="242424"/>
                </a:solidFill>
                <a:highlight>
                  <a:srgbClr val="F9F9F9"/>
                </a:highlight>
                <a:latin typeface="Calibri"/>
                <a:ea typeface="SimSun"/>
                <a:cs typeface="Calibri"/>
              </a:rPr>
              <a:t> </a:t>
            </a:r>
            <a:r>
              <a:rPr lang="en-US" sz="2000" dirty="0">
                <a:solidFill>
                  <a:srgbClr val="AA0D91"/>
                </a:solidFill>
                <a:highlight>
                  <a:srgbClr val="F9F9F9"/>
                </a:highlight>
                <a:latin typeface="Calibri"/>
                <a:ea typeface="SimSun"/>
                <a:cs typeface="Calibri"/>
              </a:rPr>
              <a:t>USER</a:t>
            </a:r>
            <a:r>
              <a:rPr lang="en-US" sz="2000" dirty="0">
                <a:solidFill>
                  <a:srgbClr val="242424"/>
                </a:solidFill>
                <a:highlight>
                  <a:srgbClr val="F9F9F9"/>
                </a:highlight>
                <a:latin typeface="Calibri"/>
                <a:ea typeface="SimSun"/>
                <a:cs typeface="Calibri"/>
              </a:rPr>
              <a:t> </a:t>
            </a:r>
            <a:r>
              <a:rPr lang="en-US" sz="2000" dirty="0" err="1">
                <a:solidFill>
                  <a:srgbClr val="242424"/>
                </a:solidFill>
                <a:highlight>
                  <a:srgbClr val="F9F9F9"/>
                </a:highlight>
                <a:latin typeface="Calibri"/>
                <a:ea typeface="SimSun"/>
                <a:cs typeface="Calibri"/>
              </a:rPr>
              <a:t>myuser</a:t>
            </a:r>
            <a:r>
              <a:rPr lang="en-US" sz="2000" dirty="0">
                <a:solidFill>
                  <a:srgbClr val="242424"/>
                </a:solidFill>
                <a:highlight>
                  <a:srgbClr val="F9F9F9"/>
                </a:highlight>
                <a:latin typeface="Calibri"/>
                <a:ea typeface="SimSun"/>
                <a:cs typeface="Calibri"/>
              </a:rPr>
              <a:t> </a:t>
            </a:r>
            <a:r>
              <a:rPr lang="en-US" sz="2000" dirty="0">
                <a:solidFill>
                  <a:srgbClr val="AA0D91"/>
                </a:solidFill>
                <a:highlight>
                  <a:srgbClr val="F9F9F9"/>
                </a:highlight>
                <a:latin typeface="Calibri"/>
                <a:ea typeface="SimSun"/>
                <a:cs typeface="Calibri"/>
              </a:rPr>
              <a:t>WITH</a:t>
            </a:r>
            <a:r>
              <a:rPr lang="en-US" sz="2000" dirty="0">
                <a:solidFill>
                  <a:srgbClr val="242424"/>
                </a:solidFill>
                <a:highlight>
                  <a:srgbClr val="F9F9F9"/>
                </a:highlight>
                <a:latin typeface="Calibri"/>
                <a:ea typeface="SimSun"/>
                <a:cs typeface="Calibri"/>
              </a:rPr>
              <a:t> PASSWORD </a:t>
            </a:r>
            <a:r>
              <a:rPr lang="en-US" sz="2000" dirty="0">
                <a:solidFill>
                  <a:srgbClr val="C41A16"/>
                </a:solidFill>
                <a:highlight>
                  <a:srgbClr val="F9F9F9"/>
                </a:highlight>
                <a:latin typeface="Calibri"/>
                <a:ea typeface="SimSun"/>
                <a:cs typeface="Calibri"/>
              </a:rPr>
              <a:t>'</a:t>
            </a:r>
            <a:r>
              <a:rPr lang="en-US" sz="2000" dirty="0" err="1">
                <a:solidFill>
                  <a:srgbClr val="C41A16"/>
                </a:solidFill>
                <a:highlight>
                  <a:srgbClr val="F9F9F9"/>
                </a:highlight>
                <a:latin typeface="Calibri"/>
                <a:ea typeface="SimSun"/>
                <a:cs typeface="Calibri"/>
              </a:rPr>
              <a:t>mypassword</a:t>
            </a:r>
            <a:r>
              <a:rPr lang="en-US" sz="2000" dirty="0">
                <a:solidFill>
                  <a:srgbClr val="C41A16"/>
                </a:solidFill>
                <a:highlight>
                  <a:srgbClr val="F9F9F9"/>
                </a:highlight>
                <a:latin typeface="Calibri"/>
                <a:ea typeface="SimSun"/>
                <a:cs typeface="Calibri"/>
              </a:rPr>
              <a:t>'</a:t>
            </a:r>
            <a:r>
              <a:rPr lang="en-US" sz="2000" dirty="0">
                <a:solidFill>
                  <a:srgbClr val="242424"/>
                </a:solidFill>
                <a:highlight>
                  <a:srgbClr val="F9F9F9"/>
                </a:highlight>
                <a:latin typeface="Calibri"/>
                <a:ea typeface="SimSun"/>
                <a:cs typeface="Calibri"/>
              </a:rPr>
              <a:t>;</a:t>
            </a:r>
            <a:endParaRPr lang="en-US" sz="2000" dirty="0">
              <a:latin typeface="Calibri"/>
              <a:ea typeface="SimSun"/>
              <a:cs typeface="Calibri"/>
            </a:endParaRPr>
          </a:p>
        </p:txBody>
      </p:sp>
    </p:spTree>
    <p:extLst>
      <p:ext uri="{BB962C8B-B14F-4D97-AF65-F5344CB8AC3E}">
        <p14:creationId xmlns:p14="http://schemas.microsoft.com/office/powerpoint/2010/main" val="1123149401"/>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1C8F8EF-A463-C7B8-478A-6438C41B44B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70061F5-6554-12B8-6584-A22BD5DC6766}"/>
              </a:ext>
            </a:extLst>
          </p:cNvPr>
          <p:cNvSpPr>
            <a:spLocks noGrp="1"/>
          </p:cNvSpPr>
          <p:nvPr>
            <p:ph type="ctrTitle"/>
          </p:nvPr>
        </p:nvSpPr>
        <p:spPr>
          <a:xfrm>
            <a:off x="371154" y="1043"/>
            <a:ext cx="8413721" cy="1459682"/>
          </a:xfrm>
        </p:spPr>
        <p:txBody>
          <a:bodyPr/>
          <a:lstStyle/>
          <a:p>
            <a:pPr algn="l"/>
            <a:r>
              <a:rPr lang="en-US" sz="4000">
                <a:solidFill>
                  <a:srgbClr val="FFFFFF"/>
                </a:solidFill>
                <a:latin typeface="Calibri"/>
                <a:ea typeface="Calibri"/>
                <a:cs typeface="Arial"/>
              </a:rPr>
              <a:t>Security - Roles, GRANT &amp; REVOKE</a:t>
            </a:r>
          </a:p>
        </p:txBody>
      </p:sp>
      <p:pic>
        <p:nvPicPr>
          <p:cNvPr id="3" name="Picture 2" descr="A list of roles with black text">
            <a:extLst>
              <a:ext uri="{FF2B5EF4-FFF2-40B4-BE49-F238E27FC236}">
                <a16:creationId xmlns:a16="http://schemas.microsoft.com/office/drawing/2014/main" id="{62E972B1-D713-AA87-B036-528B4A5BC875}"/>
              </a:ext>
            </a:extLst>
          </p:cNvPr>
          <p:cNvPicPr>
            <a:picLocks noChangeAspect="1"/>
          </p:cNvPicPr>
          <p:nvPr/>
        </p:nvPicPr>
        <p:blipFill>
          <a:blip r:embed="rId3"/>
          <a:stretch>
            <a:fillRect/>
          </a:stretch>
        </p:blipFill>
        <p:spPr>
          <a:xfrm>
            <a:off x="703383" y="2288446"/>
            <a:ext cx="6278743" cy="1029496"/>
          </a:xfrm>
          <a:prstGeom prst="rect">
            <a:avLst/>
          </a:prstGeom>
        </p:spPr>
      </p:pic>
      <p:sp>
        <p:nvSpPr>
          <p:cNvPr id="4" name="TextBox 3">
            <a:extLst>
              <a:ext uri="{FF2B5EF4-FFF2-40B4-BE49-F238E27FC236}">
                <a16:creationId xmlns:a16="http://schemas.microsoft.com/office/drawing/2014/main" id="{F708EA6E-B987-9062-8117-EA5EC7ADF220}"/>
              </a:ext>
            </a:extLst>
          </p:cNvPr>
          <p:cNvSpPr txBox="1"/>
          <p:nvPr/>
        </p:nvSpPr>
        <p:spPr>
          <a:xfrm>
            <a:off x="372380" y="3429000"/>
            <a:ext cx="8554398" cy="31700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solidFill>
                  <a:srgbClr val="242424"/>
                </a:solidFill>
                <a:latin typeface="Calibri"/>
                <a:ea typeface="sohne"/>
                <a:cs typeface="sohne"/>
              </a:rPr>
              <a:t>Dropping a User:</a:t>
            </a:r>
            <a:r>
              <a:rPr lang="en-US" sz="2000" dirty="0">
                <a:solidFill>
                  <a:srgbClr val="242424"/>
                </a:solidFill>
                <a:latin typeface="Calibri"/>
                <a:ea typeface="sohne"/>
                <a:cs typeface="Arial"/>
              </a:rPr>
              <a:t> If a user is no longer needed, you can remove them from the system: </a:t>
            </a:r>
            <a:r>
              <a:rPr lang="en-US" sz="2000" dirty="0">
                <a:solidFill>
                  <a:srgbClr val="AA0D91"/>
                </a:solidFill>
                <a:highlight>
                  <a:srgbClr val="F9F9F9"/>
                </a:highlight>
                <a:latin typeface="Calibri"/>
                <a:ea typeface="SimSun"/>
                <a:cs typeface="Arial"/>
              </a:rPr>
              <a:t>DROP</a:t>
            </a:r>
            <a:r>
              <a:rPr lang="en-US" sz="2000" dirty="0">
                <a:solidFill>
                  <a:srgbClr val="242424"/>
                </a:solidFill>
                <a:highlight>
                  <a:srgbClr val="F9F9F9"/>
                </a:highlight>
                <a:latin typeface="Calibri"/>
                <a:ea typeface="SimSun"/>
                <a:cs typeface="Arial"/>
              </a:rPr>
              <a:t> </a:t>
            </a:r>
            <a:r>
              <a:rPr lang="en-US" sz="2000" dirty="0">
                <a:solidFill>
                  <a:srgbClr val="AA0D91"/>
                </a:solidFill>
                <a:highlight>
                  <a:srgbClr val="F9F9F9"/>
                </a:highlight>
                <a:latin typeface="Calibri"/>
                <a:ea typeface="SimSun"/>
                <a:cs typeface="Arial"/>
              </a:rPr>
              <a:t>USER</a:t>
            </a:r>
            <a:r>
              <a:rPr lang="en-US" sz="2000" dirty="0">
                <a:solidFill>
                  <a:srgbClr val="242424"/>
                </a:solidFill>
                <a:highlight>
                  <a:srgbClr val="F9F9F9"/>
                </a:highlight>
                <a:latin typeface="Calibri"/>
                <a:ea typeface="SimSun"/>
                <a:cs typeface="Arial"/>
              </a:rPr>
              <a:t> </a:t>
            </a:r>
            <a:r>
              <a:rPr lang="en-US" sz="2000" dirty="0" err="1">
                <a:solidFill>
                  <a:srgbClr val="242424"/>
                </a:solidFill>
                <a:highlight>
                  <a:srgbClr val="F9F9F9"/>
                </a:highlight>
                <a:latin typeface="Calibri"/>
                <a:ea typeface="SimSun"/>
                <a:cs typeface="Arial"/>
              </a:rPr>
              <a:t>myuser</a:t>
            </a:r>
            <a:r>
              <a:rPr lang="en-US" sz="2000" dirty="0">
                <a:solidFill>
                  <a:srgbClr val="242424"/>
                </a:solidFill>
                <a:highlight>
                  <a:srgbClr val="F9F9F9"/>
                </a:highlight>
                <a:latin typeface="Calibri"/>
                <a:ea typeface="SimSun"/>
                <a:cs typeface="Arial"/>
              </a:rPr>
              <a:t>;</a:t>
            </a:r>
            <a:endParaRPr lang="en-US" sz="2000" b="1" dirty="0">
              <a:solidFill>
                <a:srgbClr val="242424"/>
              </a:solidFill>
              <a:latin typeface="Calibri"/>
              <a:ea typeface="SimSun"/>
              <a:cs typeface="Arial"/>
            </a:endParaRPr>
          </a:p>
          <a:p>
            <a:r>
              <a:rPr lang="en-US" sz="2000" dirty="0">
                <a:solidFill>
                  <a:srgbClr val="242424"/>
                </a:solidFill>
                <a:highlight>
                  <a:srgbClr val="FFFFFF"/>
                </a:highlight>
                <a:latin typeface="Calibri"/>
                <a:ea typeface="SimSun"/>
                <a:cs typeface="Arial"/>
              </a:rPr>
              <a:t>However, note:</a:t>
            </a:r>
            <a:endParaRPr lang="en-US" sz="2000">
              <a:latin typeface="Calibri"/>
              <a:cs typeface="Calibri"/>
            </a:endParaRPr>
          </a:p>
          <a:p>
            <a:pPr marL="285750" indent="-285750">
              <a:buFont typeface="Arial"/>
              <a:buChar char="•"/>
            </a:pPr>
            <a:r>
              <a:rPr lang="en-US" sz="2000" dirty="0">
                <a:solidFill>
                  <a:srgbClr val="242424"/>
                </a:solidFill>
                <a:highlight>
                  <a:srgbClr val="FFFFFF"/>
                </a:highlight>
                <a:latin typeface="Calibri"/>
                <a:ea typeface="SimSun"/>
                <a:cs typeface="Arial"/>
              </a:rPr>
              <a:t>You cannot drop a user if they own any database objects (tables, schemas, etc.).</a:t>
            </a:r>
            <a:endParaRPr lang="en-US" sz="2000">
              <a:latin typeface="Calibri"/>
              <a:cs typeface="Calibri"/>
            </a:endParaRPr>
          </a:p>
          <a:p>
            <a:pPr marL="285750" indent="-285750">
              <a:buFont typeface="Arial"/>
              <a:buChar char="•"/>
            </a:pPr>
            <a:r>
              <a:rPr lang="en-US" sz="2000" dirty="0">
                <a:solidFill>
                  <a:srgbClr val="242424"/>
                </a:solidFill>
                <a:highlight>
                  <a:srgbClr val="FFFFFF"/>
                </a:highlight>
                <a:latin typeface="Calibri"/>
                <a:ea typeface="SimSun"/>
                <a:cs typeface="Arial"/>
              </a:rPr>
              <a:t>You may need to reassign ownership or drop dependent objects first.</a:t>
            </a:r>
            <a:endParaRPr lang="en-US" sz="2000" dirty="0">
              <a:latin typeface="Calibri"/>
            </a:endParaRPr>
          </a:p>
          <a:p>
            <a:pPr marL="285750" indent="-285750">
              <a:buFont typeface="Arial"/>
              <a:buChar char="•"/>
            </a:pPr>
            <a:endParaRPr lang="en-US" sz="2000" dirty="0">
              <a:solidFill>
                <a:srgbClr val="242424"/>
              </a:solidFill>
              <a:highlight>
                <a:srgbClr val="FFFFFF"/>
              </a:highlight>
              <a:latin typeface="Calibri"/>
              <a:ea typeface="SimSun"/>
              <a:cs typeface="Arial"/>
            </a:endParaRPr>
          </a:p>
          <a:p>
            <a:r>
              <a:rPr lang="en-US" sz="2000" dirty="0">
                <a:solidFill>
                  <a:srgbClr val="242424"/>
                </a:solidFill>
                <a:highlight>
                  <a:srgbClr val="F9F9F9"/>
                </a:highlight>
                <a:latin typeface="Calibri"/>
                <a:ea typeface="SimSun"/>
                <a:cs typeface="Arial"/>
              </a:rPr>
              <a:t>REASSIGN OWNED </a:t>
            </a:r>
            <a:r>
              <a:rPr lang="en-US" sz="2000" dirty="0">
                <a:solidFill>
                  <a:srgbClr val="AA0D91"/>
                </a:solidFill>
                <a:highlight>
                  <a:srgbClr val="F9F9F9"/>
                </a:highlight>
                <a:latin typeface="Calibri"/>
                <a:ea typeface="SimSun"/>
                <a:cs typeface="Arial"/>
              </a:rPr>
              <a:t>BY</a:t>
            </a:r>
            <a:r>
              <a:rPr lang="en-US" sz="2000" dirty="0">
                <a:solidFill>
                  <a:srgbClr val="242424"/>
                </a:solidFill>
                <a:highlight>
                  <a:srgbClr val="F9F9F9"/>
                </a:highlight>
                <a:latin typeface="Calibri"/>
                <a:ea typeface="SimSun"/>
                <a:cs typeface="Arial"/>
              </a:rPr>
              <a:t> </a:t>
            </a:r>
            <a:r>
              <a:rPr lang="en-US" sz="2000" err="1">
                <a:solidFill>
                  <a:srgbClr val="242424"/>
                </a:solidFill>
                <a:highlight>
                  <a:srgbClr val="F9F9F9"/>
                </a:highlight>
                <a:latin typeface="Calibri"/>
                <a:ea typeface="SimSun"/>
                <a:cs typeface="Arial"/>
              </a:rPr>
              <a:t>myuser</a:t>
            </a:r>
            <a:r>
              <a:rPr lang="en-US" sz="2000" dirty="0">
                <a:solidFill>
                  <a:srgbClr val="242424"/>
                </a:solidFill>
                <a:highlight>
                  <a:srgbClr val="F9F9F9"/>
                </a:highlight>
                <a:latin typeface="Calibri"/>
                <a:ea typeface="SimSun"/>
                <a:cs typeface="Arial"/>
              </a:rPr>
              <a:t> </a:t>
            </a:r>
            <a:r>
              <a:rPr lang="en-US" sz="2000" dirty="0">
                <a:solidFill>
                  <a:srgbClr val="AA0D91"/>
                </a:solidFill>
                <a:highlight>
                  <a:srgbClr val="F9F9F9"/>
                </a:highlight>
                <a:latin typeface="Calibri"/>
                <a:ea typeface="SimSun"/>
                <a:cs typeface="Arial"/>
              </a:rPr>
              <a:t>TO</a:t>
            </a:r>
            <a:r>
              <a:rPr lang="en-US" sz="2000" dirty="0">
                <a:solidFill>
                  <a:srgbClr val="242424"/>
                </a:solidFill>
                <a:highlight>
                  <a:srgbClr val="F9F9F9"/>
                </a:highlight>
                <a:latin typeface="Calibri"/>
                <a:ea typeface="SimSun"/>
                <a:cs typeface="Arial"/>
              </a:rPr>
              <a:t> </a:t>
            </a:r>
            <a:r>
              <a:rPr lang="en-US" sz="2000" err="1">
                <a:solidFill>
                  <a:srgbClr val="242424"/>
                </a:solidFill>
                <a:highlight>
                  <a:srgbClr val="F9F9F9"/>
                </a:highlight>
                <a:latin typeface="Calibri"/>
                <a:ea typeface="SimSun"/>
                <a:cs typeface="Arial"/>
              </a:rPr>
              <a:t>another_user</a:t>
            </a:r>
            <a:r>
              <a:rPr lang="en-US" sz="2000" dirty="0">
                <a:solidFill>
                  <a:srgbClr val="242424"/>
                </a:solidFill>
                <a:highlight>
                  <a:srgbClr val="F9F9F9"/>
                </a:highlight>
                <a:latin typeface="Calibri"/>
                <a:ea typeface="SimSun"/>
                <a:cs typeface="Arial"/>
              </a:rPr>
              <a:t>;</a:t>
            </a:r>
            <a:br>
              <a:rPr lang="en-US" sz="2000" dirty="0">
                <a:highlight>
                  <a:srgbClr val="F9F9F9"/>
                </a:highlight>
                <a:latin typeface="Calibri"/>
                <a:ea typeface="SimSun"/>
                <a:cs typeface="Arial"/>
              </a:rPr>
            </a:br>
            <a:r>
              <a:rPr lang="en-US" sz="2000" dirty="0">
                <a:solidFill>
                  <a:srgbClr val="242424"/>
                </a:solidFill>
                <a:highlight>
                  <a:srgbClr val="F9F9F9"/>
                </a:highlight>
                <a:latin typeface="Calibri"/>
                <a:ea typeface="SimSun"/>
                <a:cs typeface="Arial"/>
              </a:rPr>
              <a:t>DROP OWNED </a:t>
            </a:r>
            <a:r>
              <a:rPr lang="en-US" sz="2000" dirty="0">
                <a:solidFill>
                  <a:srgbClr val="AA0D91"/>
                </a:solidFill>
                <a:highlight>
                  <a:srgbClr val="F9F9F9"/>
                </a:highlight>
                <a:latin typeface="Calibri"/>
                <a:ea typeface="SimSun"/>
                <a:cs typeface="Arial"/>
              </a:rPr>
              <a:t>BY</a:t>
            </a:r>
            <a:r>
              <a:rPr lang="en-US" sz="2000" dirty="0">
                <a:solidFill>
                  <a:srgbClr val="242424"/>
                </a:solidFill>
                <a:highlight>
                  <a:srgbClr val="F9F9F9"/>
                </a:highlight>
                <a:latin typeface="Calibri"/>
                <a:ea typeface="SimSun"/>
                <a:cs typeface="Arial"/>
              </a:rPr>
              <a:t> </a:t>
            </a:r>
            <a:r>
              <a:rPr lang="en-US" sz="2000" err="1">
                <a:solidFill>
                  <a:srgbClr val="242424"/>
                </a:solidFill>
                <a:highlight>
                  <a:srgbClr val="F9F9F9"/>
                </a:highlight>
                <a:latin typeface="Calibri"/>
                <a:ea typeface="SimSun"/>
                <a:cs typeface="Arial"/>
              </a:rPr>
              <a:t>myuser</a:t>
            </a:r>
            <a:r>
              <a:rPr lang="en-US" sz="2000" dirty="0">
                <a:solidFill>
                  <a:srgbClr val="242424"/>
                </a:solidFill>
                <a:highlight>
                  <a:srgbClr val="F9F9F9"/>
                </a:highlight>
                <a:latin typeface="Calibri"/>
                <a:ea typeface="SimSun"/>
                <a:cs typeface="Arial"/>
              </a:rPr>
              <a:t>;</a:t>
            </a:r>
            <a:br>
              <a:rPr lang="en-US" sz="2000" dirty="0">
                <a:highlight>
                  <a:srgbClr val="F9F9F9"/>
                </a:highlight>
                <a:latin typeface="Calibri"/>
                <a:ea typeface="SimSun"/>
                <a:cs typeface="Arial"/>
              </a:rPr>
            </a:br>
            <a:r>
              <a:rPr lang="en-US" sz="2000" dirty="0">
                <a:solidFill>
                  <a:srgbClr val="242424"/>
                </a:solidFill>
                <a:highlight>
                  <a:srgbClr val="F9F9F9"/>
                </a:highlight>
                <a:latin typeface="Calibri"/>
                <a:ea typeface="SimSun"/>
                <a:cs typeface="Arial"/>
              </a:rPr>
              <a:t>DROP </a:t>
            </a:r>
            <a:r>
              <a:rPr lang="en-US" sz="2000" dirty="0">
                <a:solidFill>
                  <a:srgbClr val="AA0D91"/>
                </a:solidFill>
                <a:highlight>
                  <a:srgbClr val="F9F9F9"/>
                </a:highlight>
                <a:latin typeface="Calibri"/>
                <a:ea typeface="SimSun"/>
                <a:cs typeface="Arial"/>
              </a:rPr>
              <a:t>USER</a:t>
            </a:r>
            <a:r>
              <a:rPr lang="en-US" sz="2000" dirty="0">
                <a:solidFill>
                  <a:srgbClr val="242424"/>
                </a:solidFill>
                <a:highlight>
                  <a:srgbClr val="F9F9F9"/>
                </a:highlight>
                <a:latin typeface="Calibri"/>
                <a:ea typeface="SimSun"/>
                <a:cs typeface="Arial"/>
              </a:rPr>
              <a:t> </a:t>
            </a:r>
            <a:r>
              <a:rPr lang="en-US" sz="2000" err="1">
                <a:solidFill>
                  <a:srgbClr val="242424"/>
                </a:solidFill>
                <a:highlight>
                  <a:srgbClr val="F9F9F9"/>
                </a:highlight>
                <a:latin typeface="Calibri"/>
                <a:ea typeface="SimSun"/>
                <a:cs typeface="Arial"/>
              </a:rPr>
              <a:t>myuser</a:t>
            </a:r>
            <a:r>
              <a:rPr lang="en-US" sz="2000" dirty="0">
                <a:solidFill>
                  <a:srgbClr val="242424"/>
                </a:solidFill>
                <a:highlight>
                  <a:srgbClr val="F9F9F9"/>
                </a:highlight>
                <a:latin typeface="Calibri"/>
                <a:ea typeface="SimSun"/>
                <a:cs typeface="Arial"/>
              </a:rPr>
              <a:t>;</a:t>
            </a:r>
            <a:endParaRPr lang="en-US" sz="2000" dirty="0">
              <a:latin typeface="Calibri"/>
            </a:endParaRPr>
          </a:p>
        </p:txBody>
      </p:sp>
      <p:sp>
        <p:nvSpPr>
          <p:cNvPr id="5" name="TextBox 4">
            <a:extLst>
              <a:ext uri="{FF2B5EF4-FFF2-40B4-BE49-F238E27FC236}">
                <a16:creationId xmlns:a16="http://schemas.microsoft.com/office/drawing/2014/main" id="{F5D88D5F-FD28-1CF3-77B2-695C5E03C133}"/>
              </a:ext>
            </a:extLst>
          </p:cNvPr>
          <p:cNvSpPr txBox="1"/>
          <p:nvPr/>
        </p:nvSpPr>
        <p:spPr>
          <a:xfrm>
            <a:off x="372380" y="1442972"/>
            <a:ext cx="8047547"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chemeClr val="tx1"/>
                </a:solidFill>
                <a:latin typeface="Calibri"/>
                <a:ea typeface="source-serif-pro"/>
                <a:cs typeface="source-serif-pro"/>
              </a:rPr>
              <a:t>To see the list of all users (and other roles), you can use the following command in </a:t>
            </a:r>
            <a:r>
              <a:rPr lang="en-US" sz="2000" err="1">
                <a:solidFill>
                  <a:schemeClr val="tx1"/>
                </a:solidFill>
                <a:latin typeface="Calibri"/>
                <a:ea typeface="SimSun"/>
                <a:cs typeface="Arial"/>
              </a:rPr>
              <a:t>psql</a:t>
            </a:r>
            <a:r>
              <a:rPr lang="en-US" sz="2000" dirty="0">
                <a:solidFill>
                  <a:schemeClr val="tx1"/>
                </a:solidFill>
                <a:latin typeface="Calibri"/>
                <a:ea typeface="source-serif-pro"/>
                <a:cs typeface="source-serif-pro"/>
              </a:rPr>
              <a:t>:</a:t>
            </a:r>
            <a:r>
              <a:rPr lang="en-US" sz="2000" b="1" dirty="0">
                <a:solidFill>
                  <a:schemeClr val="tx1"/>
                </a:solidFill>
                <a:latin typeface="Calibri"/>
                <a:ea typeface="source-serif-pro"/>
                <a:cs typeface="source-serif-pro"/>
              </a:rPr>
              <a:t> </a:t>
            </a:r>
            <a:r>
              <a:rPr lang="en-US" sz="2000" b="1" dirty="0">
                <a:solidFill>
                  <a:schemeClr val="tx1"/>
                </a:solidFill>
                <a:latin typeface="Calibri"/>
                <a:ea typeface="source-serif-pro"/>
                <a:cs typeface="Arial"/>
              </a:rPr>
              <a:t>\du+</a:t>
            </a:r>
            <a:endParaRPr lang="en-US" sz="2000" b="1" dirty="0">
              <a:solidFill>
                <a:schemeClr val="tx1"/>
              </a:solidFill>
              <a:latin typeface="Calibri"/>
              <a:cs typeface="Arial"/>
            </a:endParaRPr>
          </a:p>
        </p:txBody>
      </p:sp>
    </p:spTree>
    <p:extLst>
      <p:ext uri="{BB962C8B-B14F-4D97-AF65-F5344CB8AC3E}">
        <p14:creationId xmlns:p14="http://schemas.microsoft.com/office/powerpoint/2010/main" val="1717095775"/>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8DBA7A3-AD91-38E9-3F14-47B91FABAB7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DCAD303-F256-8D51-C318-E8B57891C6FE}"/>
              </a:ext>
            </a:extLst>
          </p:cNvPr>
          <p:cNvSpPr>
            <a:spLocks noGrp="1"/>
          </p:cNvSpPr>
          <p:nvPr>
            <p:ph type="ctrTitle"/>
          </p:nvPr>
        </p:nvSpPr>
        <p:spPr>
          <a:xfrm>
            <a:off x="371154" y="1043"/>
            <a:ext cx="8413721" cy="1459682"/>
          </a:xfrm>
        </p:spPr>
        <p:txBody>
          <a:bodyPr/>
          <a:lstStyle/>
          <a:p>
            <a:pPr algn="l"/>
            <a:r>
              <a:rPr lang="en-US" sz="4000">
                <a:solidFill>
                  <a:srgbClr val="FFFFFF"/>
                </a:solidFill>
                <a:latin typeface="Calibri"/>
                <a:ea typeface="Calibri"/>
                <a:cs typeface="Arial"/>
              </a:rPr>
              <a:t>Security - Roles, GRANT &amp; REVOKE</a:t>
            </a:r>
          </a:p>
        </p:txBody>
      </p:sp>
      <p:sp>
        <p:nvSpPr>
          <p:cNvPr id="5" name="TextBox 4">
            <a:extLst>
              <a:ext uri="{FF2B5EF4-FFF2-40B4-BE49-F238E27FC236}">
                <a16:creationId xmlns:a16="http://schemas.microsoft.com/office/drawing/2014/main" id="{03FE64A2-141B-958F-8F78-48FF85B03B63}"/>
              </a:ext>
            </a:extLst>
          </p:cNvPr>
          <p:cNvSpPr txBox="1"/>
          <p:nvPr/>
        </p:nvSpPr>
        <p:spPr>
          <a:xfrm>
            <a:off x="372380" y="1467819"/>
            <a:ext cx="8556927" cy="50167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solidFill>
                  <a:srgbClr val="000000"/>
                </a:solidFill>
                <a:latin typeface="Calibri"/>
                <a:ea typeface="Calibri"/>
                <a:cs typeface="Calibri"/>
              </a:rPr>
              <a:t>What is a Role?</a:t>
            </a:r>
            <a:endParaRPr lang="en-US" sz="2000" dirty="0">
              <a:latin typeface="Calibri"/>
              <a:cs typeface="Calibri"/>
            </a:endParaRPr>
          </a:p>
          <a:p>
            <a:r>
              <a:rPr lang="en-US" sz="2000" dirty="0">
                <a:solidFill>
                  <a:srgbClr val="242424"/>
                </a:solidFill>
                <a:highlight>
                  <a:srgbClr val="FFFFFF"/>
                </a:highlight>
                <a:latin typeface="Calibri"/>
                <a:ea typeface="SimSun"/>
                <a:cs typeface="Arial"/>
              </a:rPr>
              <a:t>A </a:t>
            </a:r>
            <a:r>
              <a:rPr lang="en-US" sz="2000" b="1" dirty="0">
                <a:solidFill>
                  <a:srgbClr val="242424"/>
                </a:solidFill>
                <a:highlight>
                  <a:srgbClr val="FFFFFF"/>
                </a:highlight>
                <a:latin typeface="Calibri"/>
                <a:ea typeface="SimSun"/>
                <a:cs typeface="Arial"/>
              </a:rPr>
              <a:t>role</a:t>
            </a:r>
            <a:r>
              <a:rPr lang="en-US" sz="2000" dirty="0">
                <a:solidFill>
                  <a:srgbClr val="242424"/>
                </a:solidFill>
                <a:highlight>
                  <a:srgbClr val="FFFFFF"/>
                </a:highlight>
                <a:latin typeface="Calibri"/>
                <a:ea typeface="SimSun"/>
                <a:cs typeface="Arial"/>
              </a:rPr>
              <a:t> in PostgreSQL is a flexible concept that can act as:</a:t>
            </a:r>
            <a:endParaRPr lang="en-US" sz="2000">
              <a:latin typeface="Calibri"/>
              <a:ea typeface="SimSun"/>
              <a:cs typeface="Calibri"/>
            </a:endParaRPr>
          </a:p>
          <a:p>
            <a:pPr marL="285750" indent="-285750">
              <a:buFont typeface="Arial"/>
              <a:buChar char="•"/>
            </a:pPr>
            <a:r>
              <a:rPr lang="en-US" sz="2000" dirty="0">
                <a:solidFill>
                  <a:srgbClr val="242424"/>
                </a:solidFill>
                <a:highlight>
                  <a:srgbClr val="FFFFFF"/>
                </a:highlight>
                <a:latin typeface="Calibri"/>
                <a:ea typeface="SimSun"/>
                <a:cs typeface="Arial"/>
              </a:rPr>
              <a:t>A </a:t>
            </a:r>
            <a:r>
              <a:rPr lang="en-US" sz="2000" b="1" dirty="0">
                <a:solidFill>
                  <a:srgbClr val="242424"/>
                </a:solidFill>
                <a:highlight>
                  <a:srgbClr val="FFFFFF"/>
                </a:highlight>
                <a:latin typeface="Calibri"/>
                <a:ea typeface="SimSun"/>
                <a:cs typeface="Arial"/>
              </a:rPr>
              <a:t>user</a:t>
            </a:r>
            <a:r>
              <a:rPr lang="en-US" sz="2000" dirty="0">
                <a:solidFill>
                  <a:srgbClr val="242424"/>
                </a:solidFill>
                <a:highlight>
                  <a:srgbClr val="FFFFFF"/>
                </a:highlight>
                <a:latin typeface="Calibri"/>
                <a:ea typeface="SimSun"/>
                <a:cs typeface="Arial"/>
              </a:rPr>
              <a:t> (a role with login capability)</a:t>
            </a:r>
            <a:endParaRPr lang="en-US" sz="2000">
              <a:latin typeface="Calibri"/>
              <a:ea typeface="SimSun"/>
              <a:cs typeface="Calibri"/>
            </a:endParaRPr>
          </a:p>
          <a:p>
            <a:pPr marL="285750" indent="-285750">
              <a:buFont typeface="Arial"/>
              <a:buChar char="•"/>
            </a:pPr>
            <a:r>
              <a:rPr lang="en-US" sz="2000" dirty="0">
                <a:solidFill>
                  <a:srgbClr val="242424"/>
                </a:solidFill>
                <a:highlight>
                  <a:srgbClr val="FFFFFF"/>
                </a:highlight>
                <a:latin typeface="Calibri"/>
                <a:ea typeface="SimSun"/>
                <a:cs typeface="Arial"/>
              </a:rPr>
              <a:t>A </a:t>
            </a:r>
            <a:r>
              <a:rPr lang="en-US" sz="2000" b="1" dirty="0">
                <a:solidFill>
                  <a:srgbClr val="242424"/>
                </a:solidFill>
                <a:highlight>
                  <a:srgbClr val="FFFFFF"/>
                </a:highlight>
                <a:latin typeface="Calibri"/>
                <a:ea typeface="SimSun"/>
                <a:cs typeface="Arial"/>
              </a:rPr>
              <a:t>group</a:t>
            </a:r>
            <a:r>
              <a:rPr lang="en-US" sz="2000" dirty="0">
                <a:solidFill>
                  <a:srgbClr val="242424"/>
                </a:solidFill>
                <a:highlight>
                  <a:srgbClr val="FFFFFF"/>
                </a:highlight>
                <a:latin typeface="Calibri"/>
                <a:ea typeface="SimSun"/>
                <a:cs typeface="Arial"/>
              </a:rPr>
              <a:t> (a role without login, used to collect permissions)</a:t>
            </a:r>
            <a:endParaRPr lang="en-US" sz="2000">
              <a:latin typeface="Calibri"/>
              <a:ea typeface="SimSun"/>
              <a:cs typeface="Calibri"/>
            </a:endParaRPr>
          </a:p>
          <a:p>
            <a:pPr marL="285750" indent="-285750">
              <a:buFont typeface="Arial"/>
              <a:buChar char="•"/>
            </a:pPr>
            <a:r>
              <a:rPr lang="en-US" sz="2000" dirty="0">
                <a:solidFill>
                  <a:srgbClr val="242424"/>
                </a:solidFill>
                <a:highlight>
                  <a:srgbClr val="FFFFFF"/>
                </a:highlight>
                <a:latin typeface="Calibri"/>
                <a:ea typeface="SimSun"/>
                <a:cs typeface="Arial"/>
              </a:rPr>
              <a:t>Or both</a:t>
            </a:r>
            <a:endParaRPr lang="en-US" sz="2000">
              <a:latin typeface="Calibri"/>
              <a:ea typeface="SimSun"/>
              <a:cs typeface="Calibri"/>
            </a:endParaRPr>
          </a:p>
          <a:p>
            <a:r>
              <a:rPr lang="en-US" sz="2000" dirty="0">
                <a:solidFill>
                  <a:srgbClr val="242424"/>
                </a:solidFill>
                <a:highlight>
                  <a:srgbClr val="FFFFFF"/>
                </a:highlight>
                <a:latin typeface="Calibri"/>
                <a:ea typeface="SimSun"/>
                <a:cs typeface="Arial"/>
              </a:rPr>
              <a:t>The real power of roles lies in their ability to </a:t>
            </a:r>
            <a:r>
              <a:rPr lang="en-US" sz="2000" b="1" dirty="0">
                <a:solidFill>
                  <a:srgbClr val="242424"/>
                </a:solidFill>
                <a:highlight>
                  <a:srgbClr val="FFFFFF"/>
                </a:highlight>
                <a:latin typeface="Calibri"/>
                <a:ea typeface="SimSun"/>
                <a:cs typeface="Arial"/>
              </a:rPr>
              <a:t>inherit privileges</a:t>
            </a:r>
            <a:r>
              <a:rPr lang="en-US" sz="2000" dirty="0">
                <a:solidFill>
                  <a:srgbClr val="242424"/>
                </a:solidFill>
                <a:highlight>
                  <a:srgbClr val="FFFFFF"/>
                </a:highlight>
                <a:latin typeface="Calibri"/>
                <a:ea typeface="SimSun"/>
                <a:cs typeface="Arial"/>
              </a:rPr>
              <a:t> from other roles, which creates a clean and scalable access control hierarchy.</a:t>
            </a:r>
            <a:endParaRPr lang="en-US" sz="2000" dirty="0">
              <a:solidFill>
                <a:srgbClr val="FFFFFF"/>
              </a:solidFill>
              <a:latin typeface="Calibri"/>
              <a:ea typeface="SimSun"/>
              <a:cs typeface="Calibri"/>
            </a:endParaRPr>
          </a:p>
          <a:p>
            <a:endParaRPr lang="en-US" sz="2000" dirty="0">
              <a:solidFill>
                <a:srgbClr val="242424"/>
              </a:solidFill>
              <a:highlight>
                <a:srgbClr val="FFFFFF"/>
              </a:highlight>
              <a:latin typeface="Calibri"/>
              <a:ea typeface="SimSun"/>
              <a:cs typeface="Arial"/>
            </a:endParaRPr>
          </a:p>
          <a:p>
            <a:r>
              <a:rPr lang="en-US" sz="2000" b="1">
                <a:solidFill>
                  <a:srgbClr val="242424"/>
                </a:solidFill>
                <a:highlight>
                  <a:srgbClr val="FFFFFF"/>
                </a:highlight>
                <a:latin typeface="Calibri"/>
                <a:ea typeface="Calibri"/>
                <a:cs typeface="Calibri"/>
              </a:rPr>
              <a:t>Creating a Role: </a:t>
            </a:r>
            <a:endParaRPr lang="en-US" b="1"/>
          </a:p>
          <a:p>
            <a:r>
              <a:rPr lang="en-US" sz="2000" dirty="0">
                <a:solidFill>
                  <a:srgbClr val="AA0D91"/>
                </a:solidFill>
                <a:highlight>
                  <a:srgbClr val="F9F9F9"/>
                </a:highlight>
                <a:latin typeface="Calibri"/>
                <a:ea typeface="SimSun"/>
                <a:cs typeface="Arial"/>
              </a:rPr>
              <a:t>CREATE</a:t>
            </a:r>
            <a:r>
              <a:rPr lang="en-US" sz="2000" dirty="0">
                <a:solidFill>
                  <a:srgbClr val="242424"/>
                </a:solidFill>
                <a:highlight>
                  <a:srgbClr val="F9F9F9"/>
                </a:highlight>
                <a:latin typeface="Calibri"/>
                <a:ea typeface="SimSun"/>
                <a:cs typeface="Arial"/>
              </a:rPr>
              <a:t> ROLE </a:t>
            </a:r>
            <a:r>
              <a:rPr lang="en-US" sz="2000" err="1">
                <a:solidFill>
                  <a:srgbClr val="242424"/>
                </a:solidFill>
                <a:highlight>
                  <a:srgbClr val="F9F9F9"/>
                </a:highlight>
                <a:latin typeface="Calibri"/>
                <a:ea typeface="SimSun"/>
                <a:cs typeface="Arial"/>
              </a:rPr>
              <a:t>myrole</a:t>
            </a:r>
            <a:r>
              <a:rPr lang="en-US" sz="2000" dirty="0">
                <a:solidFill>
                  <a:srgbClr val="242424"/>
                </a:solidFill>
                <a:highlight>
                  <a:srgbClr val="F9F9F9"/>
                </a:highlight>
                <a:latin typeface="Calibri"/>
                <a:ea typeface="SimSun"/>
                <a:cs typeface="Arial"/>
              </a:rPr>
              <a:t>;</a:t>
            </a:r>
          </a:p>
          <a:p>
            <a:endParaRPr lang="en-US" sz="2000" dirty="0">
              <a:solidFill>
                <a:srgbClr val="242424"/>
              </a:solidFill>
              <a:highlight>
                <a:srgbClr val="F9F9F9"/>
              </a:highlight>
              <a:latin typeface="Calibri"/>
              <a:cs typeface="Arial"/>
            </a:endParaRPr>
          </a:p>
          <a:p>
            <a:r>
              <a:rPr lang="en-US" sz="2000" dirty="0">
                <a:solidFill>
                  <a:srgbClr val="242424"/>
                </a:solidFill>
                <a:highlight>
                  <a:srgbClr val="FFFFFF"/>
                </a:highlight>
                <a:latin typeface="Calibri"/>
                <a:ea typeface="SimSun"/>
                <a:cs typeface="Arial"/>
              </a:rPr>
              <a:t>By default, this role </a:t>
            </a:r>
            <a:r>
              <a:rPr lang="en-US" sz="2000" b="1" dirty="0">
                <a:solidFill>
                  <a:srgbClr val="242424"/>
                </a:solidFill>
                <a:highlight>
                  <a:srgbClr val="FFFFFF"/>
                </a:highlight>
                <a:latin typeface="Calibri"/>
                <a:ea typeface="SimSun"/>
                <a:cs typeface="Arial"/>
              </a:rPr>
              <a:t>cannot log in</a:t>
            </a:r>
            <a:r>
              <a:rPr lang="en-US" sz="2000" dirty="0">
                <a:solidFill>
                  <a:srgbClr val="242424"/>
                </a:solidFill>
                <a:highlight>
                  <a:srgbClr val="FFFFFF"/>
                </a:highlight>
                <a:latin typeface="Calibri"/>
                <a:ea typeface="SimSun"/>
                <a:cs typeface="Arial"/>
              </a:rPr>
              <a:t>. It’s a placeholder for privileges, designed to be granted to users or other roles.</a:t>
            </a:r>
            <a:endParaRPr lang="en-US" sz="2000">
              <a:latin typeface="Calibri"/>
              <a:ea typeface="SimSun"/>
              <a:cs typeface="Arial"/>
            </a:endParaRPr>
          </a:p>
          <a:p>
            <a:r>
              <a:rPr lang="en-US" sz="2000" dirty="0">
                <a:solidFill>
                  <a:srgbClr val="242424"/>
                </a:solidFill>
                <a:highlight>
                  <a:srgbClr val="FFFFFF"/>
                </a:highlight>
                <a:latin typeface="Calibri"/>
                <a:ea typeface="SimSun"/>
                <a:cs typeface="Arial"/>
              </a:rPr>
              <a:t>You can think of this like creating a security group in your system — it doesn’t do anything by itself but becomes powerful when connected to users.</a:t>
            </a:r>
            <a:endParaRPr lang="en-US" sz="2000">
              <a:latin typeface="Calibri"/>
              <a:ea typeface="SimSun"/>
              <a:cs typeface="Arial"/>
            </a:endParaRPr>
          </a:p>
          <a:p>
            <a:endParaRPr lang="en-US" sz="2000" dirty="0">
              <a:solidFill>
                <a:srgbClr val="242424"/>
              </a:solidFill>
              <a:highlight>
                <a:srgbClr val="F9F9F9"/>
              </a:highlight>
              <a:latin typeface="Calibri"/>
              <a:cs typeface="Arial"/>
            </a:endParaRPr>
          </a:p>
        </p:txBody>
      </p:sp>
    </p:spTree>
    <p:extLst>
      <p:ext uri="{BB962C8B-B14F-4D97-AF65-F5344CB8AC3E}">
        <p14:creationId xmlns:p14="http://schemas.microsoft.com/office/powerpoint/2010/main" val="3870711336"/>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B75B533-46C2-CBDC-3F3A-1602941BAF8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537A74EC-588D-590B-F156-E7391E8CE336}"/>
              </a:ext>
            </a:extLst>
          </p:cNvPr>
          <p:cNvSpPr>
            <a:spLocks noGrp="1"/>
          </p:cNvSpPr>
          <p:nvPr>
            <p:ph type="ctrTitle"/>
          </p:nvPr>
        </p:nvSpPr>
        <p:spPr>
          <a:xfrm>
            <a:off x="371154" y="1043"/>
            <a:ext cx="8413721" cy="1459682"/>
          </a:xfrm>
        </p:spPr>
        <p:txBody>
          <a:bodyPr/>
          <a:lstStyle/>
          <a:p>
            <a:pPr algn="l"/>
            <a:r>
              <a:rPr lang="en-US" sz="4000">
                <a:solidFill>
                  <a:srgbClr val="FFFFFF"/>
                </a:solidFill>
                <a:latin typeface="Calibri"/>
                <a:ea typeface="Calibri"/>
                <a:cs typeface="Arial"/>
              </a:rPr>
              <a:t>Security - Roles, GRANT &amp; REVOKE</a:t>
            </a:r>
          </a:p>
        </p:txBody>
      </p:sp>
      <p:sp>
        <p:nvSpPr>
          <p:cNvPr id="5" name="TextBox 4">
            <a:extLst>
              <a:ext uri="{FF2B5EF4-FFF2-40B4-BE49-F238E27FC236}">
                <a16:creationId xmlns:a16="http://schemas.microsoft.com/office/drawing/2014/main" id="{D4E1B6CE-F63C-5071-2AB8-94D14A43661D}"/>
              </a:ext>
            </a:extLst>
          </p:cNvPr>
          <p:cNvSpPr txBox="1"/>
          <p:nvPr/>
        </p:nvSpPr>
        <p:spPr>
          <a:xfrm>
            <a:off x="372380" y="1467819"/>
            <a:ext cx="8556927"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solidFill>
                  <a:srgbClr val="242424"/>
                </a:solidFill>
                <a:highlight>
                  <a:srgbClr val="FFFFFF"/>
                </a:highlight>
                <a:latin typeface="Calibri"/>
                <a:ea typeface="SimSun"/>
                <a:cs typeface="Calibri"/>
              </a:rPr>
              <a:t>Granting Privileges to Roles: </a:t>
            </a:r>
            <a:r>
              <a:rPr lang="en-US" sz="2000" dirty="0">
                <a:solidFill>
                  <a:srgbClr val="242424"/>
                </a:solidFill>
                <a:highlight>
                  <a:srgbClr val="FFFFFF"/>
                </a:highlight>
                <a:latin typeface="Calibri"/>
                <a:ea typeface="SimSun"/>
                <a:cs typeface="Arial"/>
              </a:rPr>
              <a:t>Once you create a role, you can grant specific database object privileges to it. For example:</a:t>
            </a:r>
            <a:endParaRPr lang="en-US" sz="2000" dirty="0">
              <a:latin typeface="Calibri"/>
              <a:ea typeface="SimSun"/>
              <a:cs typeface="Calibri"/>
            </a:endParaRPr>
          </a:p>
          <a:p>
            <a:endParaRPr lang="en-US" sz="2000" dirty="0">
              <a:solidFill>
                <a:srgbClr val="242424"/>
              </a:solidFill>
              <a:highlight>
                <a:srgbClr val="FFFFFF"/>
              </a:highlight>
              <a:latin typeface="Calibri"/>
              <a:ea typeface="SimSun"/>
              <a:cs typeface="Arial"/>
            </a:endParaRPr>
          </a:p>
          <a:p>
            <a:r>
              <a:rPr lang="en-US" sz="2000" dirty="0">
                <a:solidFill>
                  <a:srgbClr val="AA0D91"/>
                </a:solidFill>
                <a:highlight>
                  <a:srgbClr val="F9F9F9"/>
                </a:highlight>
                <a:latin typeface="Calibri"/>
                <a:ea typeface="SimSun"/>
                <a:cs typeface="Arial"/>
              </a:rPr>
              <a:t>GRANT</a:t>
            </a:r>
            <a:r>
              <a:rPr lang="en-US" sz="2000" dirty="0">
                <a:solidFill>
                  <a:srgbClr val="242424"/>
                </a:solidFill>
                <a:highlight>
                  <a:srgbClr val="F9F9F9"/>
                </a:highlight>
                <a:latin typeface="Calibri"/>
                <a:ea typeface="SimSun"/>
                <a:cs typeface="Arial"/>
              </a:rPr>
              <a:t> </a:t>
            </a:r>
            <a:r>
              <a:rPr lang="en-US" sz="2000" dirty="0">
                <a:solidFill>
                  <a:srgbClr val="AA0D91"/>
                </a:solidFill>
                <a:highlight>
                  <a:srgbClr val="F9F9F9"/>
                </a:highlight>
                <a:latin typeface="Calibri"/>
                <a:ea typeface="SimSun"/>
                <a:cs typeface="Arial"/>
              </a:rPr>
              <a:t>SELECT</a:t>
            </a:r>
            <a:r>
              <a:rPr lang="en-US" sz="2000" dirty="0">
                <a:solidFill>
                  <a:srgbClr val="242424"/>
                </a:solidFill>
                <a:highlight>
                  <a:srgbClr val="F9F9F9"/>
                </a:highlight>
                <a:latin typeface="Calibri"/>
                <a:ea typeface="SimSun"/>
                <a:cs typeface="Arial"/>
              </a:rPr>
              <a:t>, </a:t>
            </a:r>
            <a:r>
              <a:rPr lang="en-US" sz="2000" dirty="0">
                <a:solidFill>
                  <a:srgbClr val="AA0D91"/>
                </a:solidFill>
                <a:highlight>
                  <a:srgbClr val="F9F9F9"/>
                </a:highlight>
                <a:latin typeface="Calibri"/>
                <a:ea typeface="SimSun"/>
                <a:cs typeface="Arial"/>
              </a:rPr>
              <a:t>INSERT</a:t>
            </a:r>
            <a:r>
              <a:rPr lang="en-US" sz="2000" dirty="0">
                <a:solidFill>
                  <a:srgbClr val="242424"/>
                </a:solidFill>
                <a:highlight>
                  <a:srgbClr val="F9F9F9"/>
                </a:highlight>
                <a:latin typeface="Calibri"/>
                <a:ea typeface="SimSun"/>
                <a:cs typeface="Arial"/>
              </a:rPr>
              <a:t>, </a:t>
            </a:r>
            <a:r>
              <a:rPr lang="en-US" sz="2000" dirty="0">
                <a:solidFill>
                  <a:srgbClr val="AA0D91"/>
                </a:solidFill>
                <a:highlight>
                  <a:srgbClr val="F9F9F9"/>
                </a:highlight>
                <a:latin typeface="Calibri"/>
                <a:ea typeface="SimSun"/>
                <a:cs typeface="Arial"/>
              </a:rPr>
              <a:t>UPDATE</a:t>
            </a:r>
            <a:r>
              <a:rPr lang="en-US" sz="2000" dirty="0">
                <a:solidFill>
                  <a:srgbClr val="242424"/>
                </a:solidFill>
                <a:highlight>
                  <a:srgbClr val="F9F9F9"/>
                </a:highlight>
                <a:latin typeface="Calibri"/>
                <a:ea typeface="SimSun"/>
                <a:cs typeface="Arial"/>
              </a:rPr>
              <a:t>, </a:t>
            </a:r>
            <a:r>
              <a:rPr lang="en-US" sz="2000" dirty="0">
                <a:solidFill>
                  <a:srgbClr val="AA0D91"/>
                </a:solidFill>
                <a:highlight>
                  <a:srgbClr val="F9F9F9"/>
                </a:highlight>
                <a:latin typeface="Calibri"/>
                <a:ea typeface="SimSun"/>
                <a:cs typeface="Arial"/>
              </a:rPr>
              <a:t>DELETE</a:t>
            </a:r>
            <a:r>
              <a:rPr lang="en-US" sz="2000" dirty="0">
                <a:solidFill>
                  <a:srgbClr val="242424"/>
                </a:solidFill>
                <a:highlight>
                  <a:srgbClr val="F9F9F9"/>
                </a:highlight>
                <a:latin typeface="Calibri"/>
                <a:ea typeface="SimSun"/>
                <a:cs typeface="Arial"/>
              </a:rPr>
              <a:t> </a:t>
            </a:r>
            <a:r>
              <a:rPr lang="en-US" sz="2000" dirty="0">
                <a:solidFill>
                  <a:srgbClr val="AA0D91"/>
                </a:solidFill>
                <a:highlight>
                  <a:srgbClr val="F9F9F9"/>
                </a:highlight>
                <a:latin typeface="Calibri"/>
                <a:ea typeface="SimSun"/>
                <a:cs typeface="Arial"/>
              </a:rPr>
              <a:t>ON</a:t>
            </a:r>
            <a:r>
              <a:rPr lang="en-US" sz="2000" dirty="0">
                <a:solidFill>
                  <a:srgbClr val="242424"/>
                </a:solidFill>
                <a:highlight>
                  <a:srgbClr val="F9F9F9"/>
                </a:highlight>
                <a:latin typeface="Calibri"/>
                <a:ea typeface="SimSun"/>
                <a:cs typeface="Arial"/>
              </a:rPr>
              <a:t> customers </a:t>
            </a:r>
            <a:r>
              <a:rPr lang="en-US" sz="2000" dirty="0">
                <a:solidFill>
                  <a:srgbClr val="AA0D91"/>
                </a:solidFill>
                <a:highlight>
                  <a:srgbClr val="F9F9F9"/>
                </a:highlight>
                <a:latin typeface="Calibri"/>
                <a:ea typeface="SimSun"/>
                <a:cs typeface="Arial"/>
              </a:rPr>
              <a:t>TO</a:t>
            </a:r>
            <a:r>
              <a:rPr lang="en-US" sz="2000" dirty="0">
                <a:solidFill>
                  <a:srgbClr val="242424"/>
                </a:solidFill>
                <a:highlight>
                  <a:srgbClr val="F9F9F9"/>
                </a:highlight>
                <a:latin typeface="Calibri"/>
                <a:ea typeface="SimSun"/>
                <a:cs typeface="Arial"/>
              </a:rPr>
              <a:t> </a:t>
            </a:r>
            <a:r>
              <a:rPr lang="en-US" sz="2000" err="1">
                <a:solidFill>
                  <a:srgbClr val="242424"/>
                </a:solidFill>
                <a:highlight>
                  <a:srgbClr val="F9F9F9"/>
                </a:highlight>
                <a:latin typeface="Calibri"/>
                <a:ea typeface="SimSun"/>
                <a:cs typeface="Arial"/>
              </a:rPr>
              <a:t>myrole</a:t>
            </a:r>
            <a:r>
              <a:rPr lang="en-US" sz="2000" dirty="0">
                <a:solidFill>
                  <a:srgbClr val="242424"/>
                </a:solidFill>
                <a:highlight>
                  <a:srgbClr val="F9F9F9"/>
                </a:highlight>
                <a:latin typeface="Calibri"/>
                <a:ea typeface="SimSun"/>
                <a:cs typeface="Arial"/>
              </a:rPr>
              <a:t>;</a:t>
            </a:r>
            <a:endParaRPr lang="en-US" sz="2000" dirty="0">
              <a:latin typeface="Calibri"/>
            </a:endParaRPr>
          </a:p>
          <a:p>
            <a:endParaRPr lang="en-US" sz="2000" dirty="0">
              <a:solidFill>
                <a:srgbClr val="242424"/>
              </a:solidFill>
              <a:highlight>
                <a:srgbClr val="F9F9F9"/>
              </a:highlight>
              <a:latin typeface="Calibri"/>
              <a:ea typeface="SimSun"/>
              <a:cs typeface="Arial"/>
            </a:endParaRPr>
          </a:p>
          <a:p>
            <a:r>
              <a:rPr lang="en-US" sz="2000">
                <a:solidFill>
                  <a:srgbClr val="242424"/>
                </a:solidFill>
                <a:highlight>
                  <a:srgbClr val="F9F9F9"/>
                </a:highlight>
                <a:latin typeface="Calibri"/>
                <a:ea typeface="Calibri"/>
                <a:cs typeface="Calibri"/>
              </a:rPr>
              <a:t>This command gives the </a:t>
            </a:r>
            <a:r>
              <a:rPr lang="en-US" sz="2000" err="1">
                <a:solidFill>
                  <a:srgbClr val="242424"/>
                </a:solidFill>
                <a:highlight>
                  <a:srgbClr val="F9F9F9"/>
                </a:highlight>
                <a:latin typeface="Calibri"/>
                <a:ea typeface="Calibri"/>
                <a:cs typeface="Calibri"/>
              </a:rPr>
              <a:t>myrole</a:t>
            </a:r>
            <a:r>
              <a:rPr lang="en-US" sz="2000">
                <a:solidFill>
                  <a:srgbClr val="242424"/>
                </a:solidFill>
                <a:highlight>
                  <a:srgbClr val="F9F9F9"/>
                </a:highlight>
                <a:latin typeface="Calibri"/>
                <a:ea typeface="Calibri"/>
                <a:cs typeface="Calibri"/>
              </a:rPr>
              <a:t> role permission to perform all common operations on the customers table. You can repeat this for other tables or specific columns if needed.</a:t>
            </a:r>
            <a:endParaRPr lang="en-US"/>
          </a:p>
          <a:p>
            <a:endParaRPr lang="en-US" sz="2000" dirty="0">
              <a:solidFill>
                <a:srgbClr val="242424"/>
              </a:solidFill>
              <a:highlight>
                <a:srgbClr val="F9F9F9"/>
              </a:highlight>
              <a:latin typeface="Calibri"/>
              <a:ea typeface="Calibri"/>
              <a:cs typeface="Calibri"/>
            </a:endParaRPr>
          </a:p>
          <a:p>
            <a:r>
              <a:rPr lang="en-US" sz="2000" dirty="0">
                <a:solidFill>
                  <a:srgbClr val="242424"/>
                </a:solidFill>
                <a:highlight>
                  <a:srgbClr val="F9F9F9"/>
                </a:highlight>
                <a:latin typeface="Calibri"/>
                <a:ea typeface="Calibri"/>
                <a:cs typeface="Calibri"/>
              </a:rPr>
              <a:t>Roles allow you to centralize permission logic — update a role, and all users assigned to it instantly get updated access.</a:t>
            </a:r>
            <a:endParaRPr lang="en-US" dirty="0"/>
          </a:p>
        </p:txBody>
      </p:sp>
    </p:spTree>
    <p:extLst>
      <p:ext uri="{BB962C8B-B14F-4D97-AF65-F5344CB8AC3E}">
        <p14:creationId xmlns:p14="http://schemas.microsoft.com/office/powerpoint/2010/main" val="3150481912"/>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5AA0B3A-4947-88CF-473A-D8A71EC1DC4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4A0A9F05-51F4-78E4-931B-D893EC91D2E6}"/>
              </a:ext>
            </a:extLst>
          </p:cNvPr>
          <p:cNvSpPr>
            <a:spLocks noGrp="1"/>
          </p:cNvSpPr>
          <p:nvPr>
            <p:ph type="ctrTitle"/>
          </p:nvPr>
        </p:nvSpPr>
        <p:spPr>
          <a:xfrm>
            <a:off x="371154" y="1043"/>
            <a:ext cx="8413721" cy="1459682"/>
          </a:xfrm>
        </p:spPr>
        <p:txBody>
          <a:bodyPr/>
          <a:lstStyle/>
          <a:p>
            <a:pPr algn="l"/>
            <a:r>
              <a:rPr lang="en-US" sz="4000">
                <a:solidFill>
                  <a:srgbClr val="FFFFFF"/>
                </a:solidFill>
                <a:latin typeface="Calibri"/>
                <a:ea typeface="Calibri"/>
                <a:cs typeface="Arial"/>
              </a:rPr>
              <a:t>Security - Roles, GRANT &amp; REVOKE</a:t>
            </a:r>
          </a:p>
        </p:txBody>
      </p:sp>
      <p:sp>
        <p:nvSpPr>
          <p:cNvPr id="5" name="TextBox 4">
            <a:extLst>
              <a:ext uri="{FF2B5EF4-FFF2-40B4-BE49-F238E27FC236}">
                <a16:creationId xmlns:a16="http://schemas.microsoft.com/office/drawing/2014/main" id="{5E1EE4C3-788F-11B5-8ABF-9421F74A347F}"/>
              </a:ext>
            </a:extLst>
          </p:cNvPr>
          <p:cNvSpPr txBox="1"/>
          <p:nvPr/>
        </p:nvSpPr>
        <p:spPr>
          <a:xfrm>
            <a:off x="372380" y="1467819"/>
            <a:ext cx="8556927"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solidFill>
                  <a:srgbClr val="242424"/>
                </a:solidFill>
                <a:highlight>
                  <a:srgbClr val="FFFFFF"/>
                </a:highlight>
                <a:latin typeface="Calibri"/>
                <a:ea typeface="SimSun"/>
                <a:cs typeface="Arial"/>
              </a:rPr>
              <a:t>Assigning Roles to Users: </a:t>
            </a:r>
            <a:r>
              <a:rPr lang="en-US" sz="2000" dirty="0">
                <a:solidFill>
                  <a:srgbClr val="242424"/>
                </a:solidFill>
                <a:highlight>
                  <a:srgbClr val="FFFFFF"/>
                </a:highlight>
                <a:latin typeface="Calibri"/>
                <a:ea typeface="SimSun"/>
                <a:cs typeface="Arial"/>
              </a:rPr>
              <a:t>Once a role is configured with the desired privileges, you can assign it to users.</a:t>
            </a:r>
          </a:p>
          <a:p>
            <a:endParaRPr lang="en-US" sz="2000" dirty="0">
              <a:solidFill>
                <a:srgbClr val="242424"/>
              </a:solidFill>
              <a:highlight>
                <a:srgbClr val="FFFFFF"/>
              </a:highlight>
              <a:latin typeface="Calibri"/>
              <a:cs typeface="Arial"/>
            </a:endParaRPr>
          </a:p>
          <a:p>
            <a:r>
              <a:rPr lang="en-US" sz="2000" dirty="0">
                <a:solidFill>
                  <a:srgbClr val="AA0D91"/>
                </a:solidFill>
                <a:highlight>
                  <a:srgbClr val="F9F9F9"/>
                </a:highlight>
                <a:latin typeface="Calibri"/>
                <a:ea typeface="SimSun"/>
                <a:cs typeface="Arial"/>
              </a:rPr>
              <a:t>CREATE</a:t>
            </a:r>
            <a:r>
              <a:rPr lang="en-US" sz="2000" dirty="0">
                <a:solidFill>
                  <a:srgbClr val="242424"/>
                </a:solidFill>
                <a:highlight>
                  <a:srgbClr val="F9F9F9"/>
                </a:highlight>
                <a:latin typeface="Calibri"/>
                <a:ea typeface="SimSun"/>
                <a:cs typeface="Arial"/>
              </a:rPr>
              <a:t> </a:t>
            </a:r>
            <a:r>
              <a:rPr lang="en-US" sz="2000" dirty="0">
                <a:solidFill>
                  <a:srgbClr val="AA0D91"/>
                </a:solidFill>
                <a:highlight>
                  <a:srgbClr val="F9F9F9"/>
                </a:highlight>
                <a:latin typeface="Calibri"/>
                <a:ea typeface="SimSun"/>
                <a:cs typeface="Arial"/>
              </a:rPr>
              <a:t>USER</a:t>
            </a:r>
            <a:r>
              <a:rPr lang="en-US" sz="2000" dirty="0">
                <a:solidFill>
                  <a:srgbClr val="242424"/>
                </a:solidFill>
                <a:highlight>
                  <a:srgbClr val="F9F9F9"/>
                </a:highlight>
                <a:latin typeface="Calibri"/>
                <a:ea typeface="SimSun"/>
                <a:cs typeface="Arial"/>
              </a:rPr>
              <a:t> </a:t>
            </a:r>
            <a:r>
              <a:rPr lang="en-US" sz="2000" dirty="0" err="1">
                <a:solidFill>
                  <a:srgbClr val="242424"/>
                </a:solidFill>
                <a:highlight>
                  <a:srgbClr val="F9F9F9"/>
                </a:highlight>
                <a:latin typeface="Calibri"/>
                <a:ea typeface="SimSun"/>
                <a:cs typeface="Arial"/>
              </a:rPr>
              <a:t>trn_user</a:t>
            </a:r>
            <a:r>
              <a:rPr lang="en-US" sz="2000" dirty="0">
                <a:solidFill>
                  <a:srgbClr val="242424"/>
                </a:solidFill>
                <a:highlight>
                  <a:srgbClr val="F9F9F9"/>
                </a:highlight>
                <a:latin typeface="Calibri"/>
                <a:ea typeface="SimSun"/>
                <a:cs typeface="Arial"/>
              </a:rPr>
              <a:t> </a:t>
            </a:r>
            <a:r>
              <a:rPr lang="en-US" sz="2000" dirty="0">
                <a:solidFill>
                  <a:srgbClr val="AA0D91"/>
                </a:solidFill>
                <a:highlight>
                  <a:srgbClr val="F9F9F9"/>
                </a:highlight>
                <a:latin typeface="Calibri"/>
                <a:ea typeface="SimSun"/>
                <a:cs typeface="Arial"/>
              </a:rPr>
              <a:t>WITH</a:t>
            </a:r>
            <a:r>
              <a:rPr lang="en-US" sz="2000" dirty="0">
                <a:solidFill>
                  <a:srgbClr val="242424"/>
                </a:solidFill>
                <a:highlight>
                  <a:srgbClr val="F9F9F9"/>
                </a:highlight>
                <a:latin typeface="Calibri"/>
                <a:ea typeface="SimSun"/>
                <a:cs typeface="Arial"/>
              </a:rPr>
              <a:t> PASSWORD </a:t>
            </a:r>
            <a:r>
              <a:rPr lang="en-US" sz="2000" dirty="0">
                <a:solidFill>
                  <a:srgbClr val="C41A16"/>
                </a:solidFill>
                <a:highlight>
                  <a:srgbClr val="F9F9F9"/>
                </a:highlight>
                <a:latin typeface="Calibri"/>
                <a:ea typeface="SimSun"/>
                <a:cs typeface="Arial"/>
              </a:rPr>
              <a:t>'password1'</a:t>
            </a:r>
            <a:r>
              <a:rPr lang="en-US" sz="2000" dirty="0">
                <a:solidFill>
                  <a:srgbClr val="242424"/>
                </a:solidFill>
                <a:highlight>
                  <a:srgbClr val="F9F9F9"/>
                </a:highlight>
                <a:latin typeface="Calibri"/>
                <a:ea typeface="SimSun"/>
                <a:cs typeface="Arial"/>
              </a:rPr>
              <a:t>;</a:t>
            </a:r>
            <a:br>
              <a:rPr lang="en-US" sz="2000" dirty="0">
                <a:highlight>
                  <a:srgbClr val="F9F9F9"/>
                </a:highlight>
                <a:latin typeface="Calibri"/>
                <a:cs typeface="Arial"/>
              </a:rPr>
            </a:br>
            <a:r>
              <a:rPr lang="en-US" sz="2000" dirty="0">
                <a:solidFill>
                  <a:srgbClr val="242424"/>
                </a:solidFill>
                <a:highlight>
                  <a:srgbClr val="F9F9F9"/>
                </a:highlight>
                <a:latin typeface="Calibri"/>
                <a:ea typeface="SimSun"/>
                <a:cs typeface="Arial"/>
              </a:rPr>
              <a:t>GRANT </a:t>
            </a:r>
            <a:r>
              <a:rPr lang="en-US" sz="2000" dirty="0" err="1">
                <a:solidFill>
                  <a:srgbClr val="242424"/>
                </a:solidFill>
                <a:highlight>
                  <a:srgbClr val="F9F9F9"/>
                </a:highlight>
                <a:latin typeface="Calibri"/>
                <a:ea typeface="SimSun"/>
                <a:cs typeface="Arial"/>
              </a:rPr>
              <a:t>myrole</a:t>
            </a:r>
            <a:r>
              <a:rPr lang="en-US" sz="2000" dirty="0">
                <a:solidFill>
                  <a:srgbClr val="242424"/>
                </a:solidFill>
                <a:highlight>
                  <a:srgbClr val="F9F9F9"/>
                </a:highlight>
                <a:latin typeface="Calibri"/>
                <a:ea typeface="SimSun"/>
                <a:cs typeface="Arial"/>
              </a:rPr>
              <a:t> </a:t>
            </a:r>
            <a:r>
              <a:rPr lang="en-US" sz="2000" dirty="0">
                <a:solidFill>
                  <a:srgbClr val="AA0D91"/>
                </a:solidFill>
                <a:highlight>
                  <a:srgbClr val="F9F9F9"/>
                </a:highlight>
                <a:latin typeface="Calibri"/>
                <a:ea typeface="SimSun"/>
                <a:cs typeface="Arial"/>
              </a:rPr>
              <a:t>TO</a:t>
            </a:r>
            <a:r>
              <a:rPr lang="en-US" sz="2000" dirty="0">
                <a:solidFill>
                  <a:srgbClr val="242424"/>
                </a:solidFill>
                <a:highlight>
                  <a:srgbClr val="F9F9F9"/>
                </a:highlight>
                <a:latin typeface="Calibri"/>
                <a:ea typeface="SimSun"/>
                <a:cs typeface="Arial"/>
              </a:rPr>
              <a:t> </a:t>
            </a:r>
            <a:r>
              <a:rPr lang="en-US" sz="2000" dirty="0" err="1">
                <a:solidFill>
                  <a:srgbClr val="242424"/>
                </a:solidFill>
                <a:highlight>
                  <a:srgbClr val="F9F9F9"/>
                </a:highlight>
                <a:latin typeface="Calibri"/>
                <a:ea typeface="Calibri"/>
                <a:cs typeface="Calibri"/>
              </a:rPr>
              <a:t>trn_user</a:t>
            </a:r>
            <a:r>
              <a:rPr lang="en-US" sz="2000" dirty="0">
                <a:solidFill>
                  <a:srgbClr val="242424"/>
                </a:solidFill>
                <a:highlight>
                  <a:srgbClr val="F9F9F9"/>
                </a:highlight>
                <a:latin typeface="Calibri"/>
                <a:ea typeface="SimSun"/>
                <a:cs typeface="Arial"/>
              </a:rPr>
              <a:t>;</a:t>
            </a:r>
            <a:endParaRPr lang="en-US" sz="2000" dirty="0">
              <a:latin typeface="Calibri"/>
              <a:ea typeface="SimSun"/>
            </a:endParaRPr>
          </a:p>
          <a:p>
            <a:endParaRPr lang="en-US" sz="2000" dirty="0">
              <a:solidFill>
                <a:srgbClr val="242424"/>
              </a:solidFill>
              <a:highlight>
                <a:srgbClr val="F9F9F9"/>
              </a:highlight>
              <a:latin typeface="Calibri"/>
              <a:cs typeface="Arial"/>
            </a:endParaRPr>
          </a:p>
          <a:p>
            <a:r>
              <a:rPr lang="en-US" sz="2000">
                <a:solidFill>
                  <a:srgbClr val="242424"/>
                </a:solidFill>
                <a:highlight>
                  <a:srgbClr val="FFFFFF"/>
                </a:highlight>
                <a:latin typeface="Calibri"/>
                <a:ea typeface="SimSun"/>
                <a:cs typeface="Arial"/>
              </a:rPr>
              <a:t>Here’s what happens:</a:t>
            </a:r>
            <a:endParaRPr lang="en-US" sz="2000">
              <a:latin typeface="Calibri"/>
              <a:ea typeface="SimSun"/>
              <a:cs typeface="Arial"/>
            </a:endParaRPr>
          </a:p>
          <a:p>
            <a:pPr marL="285750" indent="-285750">
              <a:buFont typeface="Arial"/>
              <a:buChar char="•"/>
            </a:pPr>
            <a:r>
              <a:rPr lang="en-US" sz="2000" dirty="0" err="1">
                <a:solidFill>
                  <a:srgbClr val="242424"/>
                </a:solidFill>
                <a:highlight>
                  <a:srgbClr val="F9F9F9"/>
                </a:highlight>
                <a:latin typeface="Calibri"/>
                <a:ea typeface="Calibri"/>
                <a:cs typeface="Calibri"/>
              </a:rPr>
              <a:t>trn_user</a:t>
            </a:r>
            <a:r>
              <a:rPr lang="en-US" sz="2000" dirty="0">
                <a:solidFill>
                  <a:srgbClr val="242424"/>
                </a:solidFill>
                <a:highlight>
                  <a:srgbClr val="F9F9F9"/>
                </a:highlight>
                <a:latin typeface="Calibri"/>
                <a:ea typeface="Calibri"/>
                <a:cs typeface="Calibri"/>
              </a:rPr>
              <a:t> </a:t>
            </a:r>
            <a:r>
              <a:rPr lang="en-US" sz="2000" dirty="0">
                <a:solidFill>
                  <a:srgbClr val="242424"/>
                </a:solidFill>
                <a:highlight>
                  <a:srgbClr val="FFFFFF"/>
                </a:highlight>
                <a:latin typeface="Calibri"/>
                <a:ea typeface="SimSun"/>
                <a:cs typeface="Arial"/>
              </a:rPr>
              <a:t>becomes a PostgreSQL user.</a:t>
            </a:r>
            <a:endParaRPr lang="en-US" sz="2000" dirty="0">
              <a:latin typeface="Calibri"/>
              <a:ea typeface="SimSun"/>
              <a:cs typeface="Arial"/>
            </a:endParaRPr>
          </a:p>
          <a:p>
            <a:pPr marL="285750" indent="-285750">
              <a:buFont typeface="Arial"/>
              <a:buChar char="•"/>
            </a:pPr>
            <a:r>
              <a:rPr lang="en-US" sz="2000" dirty="0">
                <a:solidFill>
                  <a:srgbClr val="242424"/>
                </a:solidFill>
                <a:highlight>
                  <a:srgbClr val="FFFFFF"/>
                </a:highlight>
                <a:latin typeface="Calibri"/>
                <a:ea typeface="SimSun"/>
                <a:cs typeface="Arial"/>
              </a:rPr>
              <a:t>By granting </a:t>
            </a:r>
            <a:r>
              <a:rPr lang="en-US" sz="2000" dirty="0" err="1">
                <a:solidFill>
                  <a:srgbClr val="242424"/>
                </a:solidFill>
                <a:highlight>
                  <a:srgbClr val="F2F2F2"/>
                </a:highlight>
                <a:latin typeface="Calibri"/>
                <a:ea typeface="SimSun"/>
                <a:cs typeface="Arial"/>
              </a:rPr>
              <a:t>myrole</a:t>
            </a:r>
            <a:r>
              <a:rPr lang="en-US" sz="2000" dirty="0">
                <a:solidFill>
                  <a:srgbClr val="242424"/>
                </a:solidFill>
                <a:highlight>
                  <a:srgbClr val="FFFFFF"/>
                </a:highlight>
                <a:latin typeface="Calibri"/>
                <a:ea typeface="SimSun"/>
                <a:cs typeface="Arial"/>
              </a:rPr>
              <a:t> to </a:t>
            </a:r>
            <a:r>
              <a:rPr lang="en-US" sz="2000" dirty="0" err="1">
                <a:solidFill>
                  <a:srgbClr val="242424"/>
                </a:solidFill>
                <a:highlight>
                  <a:srgbClr val="F9F9F9"/>
                </a:highlight>
                <a:latin typeface="Calibri"/>
                <a:ea typeface="Calibri"/>
                <a:cs typeface="Calibri"/>
              </a:rPr>
              <a:t>trn_user</a:t>
            </a:r>
            <a:r>
              <a:rPr lang="en-US" sz="2000" dirty="0">
                <a:solidFill>
                  <a:srgbClr val="242424"/>
                </a:solidFill>
                <a:highlight>
                  <a:srgbClr val="F9F9F9"/>
                </a:highlight>
                <a:latin typeface="Calibri"/>
                <a:ea typeface="Calibri"/>
                <a:cs typeface="Calibri"/>
              </a:rPr>
              <a:t> </a:t>
            </a:r>
            <a:r>
              <a:rPr lang="en-US" sz="2000" dirty="0">
                <a:solidFill>
                  <a:srgbClr val="242424"/>
                </a:solidFill>
                <a:highlight>
                  <a:srgbClr val="FFFFFF"/>
                </a:highlight>
                <a:latin typeface="Calibri"/>
                <a:ea typeface="SimSun"/>
                <a:cs typeface="Arial"/>
              </a:rPr>
              <a:t>, the user now inherits all the privileges assigned to </a:t>
            </a:r>
            <a:r>
              <a:rPr lang="en-US" sz="2000" dirty="0" err="1">
                <a:solidFill>
                  <a:srgbClr val="242424"/>
                </a:solidFill>
                <a:highlight>
                  <a:srgbClr val="F2F2F2"/>
                </a:highlight>
                <a:latin typeface="Calibri"/>
                <a:ea typeface="SimSun"/>
                <a:cs typeface="Arial"/>
              </a:rPr>
              <a:t>myrole</a:t>
            </a:r>
            <a:r>
              <a:rPr lang="en-US" sz="2000" dirty="0">
                <a:solidFill>
                  <a:srgbClr val="242424"/>
                </a:solidFill>
                <a:highlight>
                  <a:srgbClr val="FFFFFF"/>
                </a:highlight>
                <a:latin typeface="Calibri"/>
                <a:ea typeface="SimSun"/>
                <a:cs typeface="Arial"/>
              </a:rPr>
              <a:t>.</a:t>
            </a:r>
            <a:endParaRPr lang="en-US" sz="2000">
              <a:latin typeface="Calibri"/>
              <a:ea typeface="SimSun"/>
              <a:cs typeface="Arial"/>
            </a:endParaRPr>
          </a:p>
          <a:p>
            <a:r>
              <a:rPr lang="en-US" sz="2000" dirty="0">
                <a:solidFill>
                  <a:srgbClr val="242424"/>
                </a:solidFill>
                <a:highlight>
                  <a:srgbClr val="FFFFFF"/>
                </a:highlight>
                <a:latin typeface="Calibri"/>
                <a:ea typeface="SimSun"/>
                <a:cs typeface="Arial"/>
              </a:rPr>
              <a:t>This inheritance is immediate and dynamic — any future changes to </a:t>
            </a:r>
            <a:r>
              <a:rPr lang="en-US" sz="2000" dirty="0" err="1">
                <a:solidFill>
                  <a:srgbClr val="242424"/>
                </a:solidFill>
                <a:highlight>
                  <a:srgbClr val="F2F2F2"/>
                </a:highlight>
                <a:latin typeface="Calibri"/>
                <a:ea typeface="SimSun"/>
                <a:cs typeface="Arial"/>
              </a:rPr>
              <a:t>myrole</a:t>
            </a:r>
            <a:r>
              <a:rPr lang="en-US" sz="2000" dirty="0">
                <a:solidFill>
                  <a:srgbClr val="242424"/>
                </a:solidFill>
                <a:highlight>
                  <a:srgbClr val="FFFFFF"/>
                </a:highlight>
                <a:latin typeface="Calibri"/>
                <a:ea typeface="SimSun"/>
                <a:cs typeface="Arial"/>
              </a:rPr>
              <a:t> will automatically apply to </a:t>
            </a:r>
            <a:r>
              <a:rPr lang="en-US" sz="2000" dirty="0" err="1">
                <a:solidFill>
                  <a:srgbClr val="242424"/>
                </a:solidFill>
                <a:highlight>
                  <a:srgbClr val="F9F9F9"/>
                </a:highlight>
                <a:latin typeface="Calibri"/>
                <a:ea typeface="Calibri"/>
                <a:cs typeface="Calibri"/>
              </a:rPr>
              <a:t>trn_user</a:t>
            </a:r>
            <a:r>
              <a:rPr lang="en-US" sz="2000" dirty="0">
                <a:solidFill>
                  <a:srgbClr val="242424"/>
                </a:solidFill>
                <a:highlight>
                  <a:srgbClr val="FFFFFF"/>
                </a:highlight>
                <a:latin typeface="Calibri"/>
                <a:ea typeface="SimSun"/>
                <a:cs typeface="Arial"/>
              </a:rPr>
              <a:t>.</a:t>
            </a:r>
            <a:endParaRPr lang="en-US" sz="2000" dirty="0">
              <a:latin typeface="Calibri"/>
              <a:ea typeface="SimSun"/>
            </a:endParaRPr>
          </a:p>
          <a:p>
            <a:endParaRPr lang="en-US" sz="2000" dirty="0">
              <a:solidFill>
                <a:srgbClr val="242424"/>
              </a:solidFill>
              <a:highlight>
                <a:srgbClr val="F9F9F9"/>
              </a:highlight>
              <a:latin typeface="Calibri"/>
              <a:cs typeface="Arial"/>
            </a:endParaRPr>
          </a:p>
          <a:p>
            <a:endParaRPr lang="en-US" sz="2000" dirty="0">
              <a:solidFill>
                <a:srgbClr val="242424"/>
              </a:solidFill>
              <a:highlight>
                <a:srgbClr val="FFFFFF"/>
              </a:highlight>
              <a:latin typeface="Calibri"/>
              <a:cs typeface="Arial"/>
            </a:endParaRPr>
          </a:p>
        </p:txBody>
      </p:sp>
    </p:spTree>
    <p:extLst>
      <p:ext uri="{BB962C8B-B14F-4D97-AF65-F5344CB8AC3E}">
        <p14:creationId xmlns:p14="http://schemas.microsoft.com/office/powerpoint/2010/main" val="3836782882"/>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8358388-575A-FA9A-1078-0A73613A33E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D90FF3FF-1226-502B-3DCB-8F05B7D44C6A}"/>
              </a:ext>
            </a:extLst>
          </p:cNvPr>
          <p:cNvSpPr>
            <a:spLocks noGrp="1"/>
          </p:cNvSpPr>
          <p:nvPr>
            <p:ph type="ctrTitle"/>
          </p:nvPr>
        </p:nvSpPr>
        <p:spPr>
          <a:xfrm>
            <a:off x="371154" y="249521"/>
            <a:ext cx="8413721" cy="1459682"/>
          </a:xfrm>
        </p:spPr>
        <p:txBody>
          <a:bodyPr/>
          <a:lstStyle/>
          <a:p>
            <a:pPr algn="l"/>
            <a:r>
              <a:rPr lang="en-US" sz="4000">
                <a:solidFill>
                  <a:srgbClr val="FFFFFF"/>
                </a:solidFill>
                <a:latin typeface="Calibri"/>
                <a:ea typeface="Calibri"/>
                <a:cs typeface="Arial"/>
              </a:rPr>
              <a:t>Security - Example Scenario: E-Commerce Access Levels</a:t>
            </a:r>
            <a:endParaRPr lang="en-US">
              <a:latin typeface="Arial"/>
              <a:ea typeface="SimSun"/>
              <a:cs typeface="Arial"/>
            </a:endParaRPr>
          </a:p>
          <a:p>
            <a:pPr algn="l"/>
            <a:endParaRPr lang="en-US" sz="4000" dirty="0">
              <a:solidFill>
                <a:srgbClr val="FFFFFF"/>
              </a:solidFill>
              <a:latin typeface="Calibri"/>
              <a:ea typeface="Calibri"/>
              <a:cs typeface="Arial"/>
            </a:endParaRPr>
          </a:p>
        </p:txBody>
      </p:sp>
      <p:sp>
        <p:nvSpPr>
          <p:cNvPr id="5" name="TextBox 4">
            <a:extLst>
              <a:ext uri="{FF2B5EF4-FFF2-40B4-BE49-F238E27FC236}">
                <a16:creationId xmlns:a16="http://schemas.microsoft.com/office/drawing/2014/main" id="{66609FD4-9704-61E6-62D0-1CFB31E64809}"/>
              </a:ext>
            </a:extLst>
          </p:cNvPr>
          <p:cNvSpPr txBox="1"/>
          <p:nvPr/>
        </p:nvSpPr>
        <p:spPr>
          <a:xfrm>
            <a:off x="372380" y="1467819"/>
            <a:ext cx="8556927"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solidFill>
                  <a:srgbClr val="242424"/>
                </a:solidFill>
                <a:highlight>
                  <a:srgbClr val="FFFFFF"/>
                </a:highlight>
                <a:latin typeface="Calibri"/>
                <a:ea typeface="SimSun"/>
                <a:cs typeface="Arial"/>
              </a:rPr>
              <a:t>Assigning Roles to Users: </a:t>
            </a:r>
            <a:r>
              <a:rPr lang="en-US" sz="2000" dirty="0">
                <a:solidFill>
                  <a:srgbClr val="242424"/>
                </a:solidFill>
                <a:highlight>
                  <a:srgbClr val="FFFFFF"/>
                </a:highlight>
                <a:latin typeface="Calibri"/>
                <a:ea typeface="SimSun"/>
                <a:cs typeface="Arial"/>
              </a:rPr>
              <a:t>Once a role is configured with the desired privileges, you can assign it to users.</a:t>
            </a:r>
          </a:p>
          <a:p>
            <a:endParaRPr lang="en-US" sz="2000" dirty="0">
              <a:solidFill>
                <a:srgbClr val="242424"/>
              </a:solidFill>
              <a:highlight>
                <a:srgbClr val="FFFFFF"/>
              </a:highlight>
              <a:latin typeface="Calibri"/>
              <a:cs typeface="Arial"/>
            </a:endParaRPr>
          </a:p>
          <a:p>
            <a:r>
              <a:rPr lang="en-US" sz="2000" dirty="0">
                <a:solidFill>
                  <a:srgbClr val="AA0D91"/>
                </a:solidFill>
                <a:highlight>
                  <a:srgbClr val="F9F9F9"/>
                </a:highlight>
                <a:latin typeface="Calibri"/>
                <a:ea typeface="SimSun"/>
                <a:cs typeface="Arial"/>
              </a:rPr>
              <a:t>CREATE</a:t>
            </a:r>
            <a:r>
              <a:rPr lang="en-US" sz="2000" dirty="0">
                <a:solidFill>
                  <a:srgbClr val="242424"/>
                </a:solidFill>
                <a:highlight>
                  <a:srgbClr val="F9F9F9"/>
                </a:highlight>
                <a:latin typeface="Calibri"/>
                <a:ea typeface="SimSun"/>
                <a:cs typeface="Arial"/>
              </a:rPr>
              <a:t> </a:t>
            </a:r>
            <a:r>
              <a:rPr lang="en-US" sz="2000" dirty="0">
                <a:solidFill>
                  <a:srgbClr val="AA0D91"/>
                </a:solidFill>
                <a:highlight>
                  <a:srgbClr val="F9F9F9"/>
                </a:highlight>
                <a:latin typeface="Calibri"/>
                <a:ea typeface="SimSun"/>
                <a:cs typeface="Arial"/>
              </a:rPr>
              <a:t>USER</a:t>
            </a:r>
            <a:r>
              <a:rPr lang="en-US" sz="2000" dirty="0">
                <a:solidFill>
                  <a:srgbClr val="242424"/>
                </a:solidFill>
                <a:highlight>
                  <a:srgbClr val="F9F9F9"/>
                </a:highlight>
                <a:latin typeface="Calibri"/>
                <a:ea typeface="SimSun"/>
                <a:cs typeface="Arial"/>
              </a:rPr>
              <a:t> </a:t>
            </a:r>
            <a:r>
              <a:rPr lang="en-US" sz="2000" dirty="0" err="1">
                <a:solidFill>
                  <a:srgbClr val="242424"/>
                </a:solidFill>
                <a:highlight>
                  <a:srgbClr val="F9F9F9"/>
                </a:highlight>
                <a:latin typeface="Calibri"/>
                <a:ea typeface="SimSun"/>
                <a:cs typeface="Arial"/>
              </a:rPr>
              <a:t>trn_user</a:t>
            </a:r>
            <a:r>
              <a:rPr lang="en-US" sz="2000" dirty="0">
                <a:solidFill>
                  <a:srgbClr val="242424"/>
                </a:solidFill>
                <a:highlight>
                  <a:srgbClr val="F9F9F9"/>
                </a:highlight>
                <a:latin typeface="Calibri"/>
                <a:ea typeface="SimSun"/>
                <a:cs typeface="Arial"/>
              </a:rPr>
              <a:t> </a:t>
            </a:r>
            <a:r>
              <a:rPr lang="en-US" sz="2000" dirty="0">
                <a:solidFill>
                  <a:srgbClr val="AA0D91"/>
                </a:solidFill>
                <a:highlight>
                  <a:srgbClr val="F9F9F9"/>
                </a:highlight>
                <a:latin typeface="Calibri"/>
                <a:ea typeface="SimSun"/>
                <a:cs typeface="Arial"/>
              </a:rPr>
              <a:t>WITH</a:t>
            </a:r>
            <a:r>
              <a:rPr lang="en-US" sz="2000" dirty="0">
                <a:solidFill>
                  <a:srgbClr val="242424"/>
                </a:solidFill>
                <a:highlight>
                  <a:srgbClr val="F9F9F9"/>
                </a:highlight>
                <a:latin typeface="Calibri"/>
                <a:ea typeface="SimSun"/>
                <a:cs typeface="Arial"/>
              </a:rPr>
              <a:t> PASSWORD </a:t>
            </a:r>
            <a:r>
              <a:rPr lang="en-US" sz="2000" dirty="0">
                <a:solidFill>
                  <a:srgbClr val="C41A16"/>
                </a:solidFill>
                <a:highlight>
                  <a:srgbClr val="F9F9F9"/>
                </a:highlight>
                <a:latin typeface="Calibri"/>
                <a:ea typeface="SimSun"/>
                <a:cs typeface="Arial"/>
              </a:rPr>
              <a:t>'password1'</a:t>
            </a:r>
            <a:r>
              <a:rPr lang="en-US" sz="2000" dirty="0">
                <a:solidFill>
                  <a:srgbClr val="242424"/>
                </a:solidFill>
                <a:highlight>
                  <a:srgbClr val="F9F9F9"/>
                </a:highlight>
                <a:latin typeface="Calibri"/>
                <a:ea typeface="SimSun"/>
                <a:cs typeface="Arial"/>
              </a:rPr>
              <a:t>;</a:t>
            </a:r>
            <a:br>
              <a:rPr lang="en-US" sz="2000" dirty="0">
                <a:highlight>
                  <a:srgbClr val="F9F9F9"/>
                </a:highlight>
                <a:latin typeface="Calibri"/>
                <a:cs typeface="Arial"/>
              </a:rPr>
            </a:br>
            <a:r>
              <a:rPr lang="en-US" sz="2000" dirty="0">
                <a:solidFill>
                  <a:srgbClr val="242424"/>
                </a:solidFill>
                <a:highlight>
                  <a:srgbClr val="F9F9F9"/>
                </a:highlight>
                <a:latin typeface="Calibri"/>
                <a:ea typeface="SimSun"/>
                <a:cs typeface="Arial"/>
              </a:rPr>
              <a:t>GRANT </a:t>
            </a:r>
            <a:r>
              <a:rPr lang="en-US" sz="2000" dirty="0" err="1">
                <a:solidFill>
                  <a:srgbClr val="242424"/>
                </a:solidFill>
                <a:highlight>
                  <a:srgbClr val="F9F9F9"/>
                </a:highlight>
                <a:latin typeface="Calibri"/>
                <a:ea typeface="SimSun"/>
                <a:cs typeface="Arial"/>
              </a:rPr>
              <a:t>myrole</a:t>
            </a:r>
            <a:r>
              <a:rPr lang="en-US" sz="2000" dirty="0">
                <a:solidFill>
                  <a:srgbClr val="242424"/>
                </a:solidFill>
                <a:highlight>
                  <a:srgbClr val="F9F9F9"/>
                </a:highlight>
                <a:latin typeface="Calibri"/>
                <a:ea typeface="SimSun"/>
                <a:cs typeface="Arial"/>
              </a:rPr>
              <a:t> </a:t>
            </a:r>
            <a:r>
              <a:rPr lang="en-US" sz="2000" dirty="0">
                <a:solidFill>
                  <a:srgbClr val="AA0D91"/>
                </a:solidFill>
                <a:highlight>
                  <a:srgbClr val="F9F9F9"/>
                </a:highlight>
                <a:latin typeface="Calibri"/>
                <a:ea typeface="SimSun"/>
                <a:cs typeface="Arial"/>
              </a:rPr>
              <a:t>TO</a:t>
            </a:r>
            <a:r>
              <a:rPr lang="en-US" sz="2000" dirty="0">
                <a:solidFill>
                  <a:srgbClr val="242424"/>
                </a:solidFill>
                <a:highlight>
                  <a:srgbClr val="F9F9F9"/>
                </a:highlight>
                <a:latin typeface="Calibri"/>
                <a:ea typeface="SimSun"/>
                <a:cs typeface="Arial"/>
              </a:rPr>
              <a:t> </a:t>
            </a:r>
            <a:r>
              <a:rPr lang="en-US" sz="2000" dirty="0" err="1">
                <a:solidFill>
                  <a:srgbClr val="242424"/>
                </a:solidFill>
                <a:highlight>
                  <a:srgbClr val="F9F9F9"/>
                </a:highlight>
                <a:latin typeface="Calibri"/>
                <a:ea typeface="Calibri"/>
                <a:cs typeface="Calibri"/>
              </a:rPr>
              <a:t>trn_user</a:t>
            </a:r>
            <a:r>
              <a:rPr lang="en-US" sz="2000" dirty="0">
                <a:solidFill>
                  <a:srgbClr val="242424"/>
                </a:solidFill>
                <a:highlight>
                  <a:srgbClr val="F9F9F9"/>
                </a:highlight>
                <a:latin typeface="Calibri"/>
                <a:ea typeface="SimSun"/>
                <a:cs typeface="Arial"/>
              </a:rPr>
              <a:t>;</a:t>
            </a:r>
            <a:endParaRPr lang="en-US" sz="2000" dirty="0">
              <a:latin typeface="Calibri"/>
              <a:ea typeface="SimSun"/>
            </a:endParaRPr>
          </a:p>
          <a:p>
            <a:endParaRPr lang="en-US" sz="2000" dirty="0">
              <a:solidFill>
                <a:srgbClr val="242424"/>
              </a:solidFill>
              <a:highlight>
                <a:srgbClr val="F9F9F9"/>
              </a:highlight>
              <a:latin typeface="Calibri"/>
              <a:cs typeface="Arial"/>
            </a:endParaRPr>
          </a:p>
          <a:p>
            <a:r>
              <a:rPr lang="en-US" sz="2000">
                <a:solidFill>
                  <a:srgbClr val="242424"/>
                </a:solidFill>
                <a:highlight>
                  <a:srgbClr val="FFFFFF"/>
                </a:highlight>
                <a:latin typeface="Calibri"/>
                <a:ea typeface="SimSun"/>
                <a:cs typeface="Arial"/>
              </a:rPr>
              <a:t>Here’s what happens:</a:t>
            </a:r>
            <a:endParaRPr lang="en-US" sz="2000">
              <a:latin typeface="Calibri"/>
              <a:ea typeface="SimSun"/>
              <a:cs typeface="Arial"/>
            </a:endParaRPr>
          </a:p>
          <a:p>
            <a:pPr marL="285750" indent="-285750">
              <a:buFont typeface="Arial"/>
              <a:buChar char="•"/>
            </a:pPr>
            <a:r>
              <a:rPr lang="en-US" sz="2000" dirty="0" err="1">
                <a:solidFill>
                  <a:srgbClr val="242424"/>
                </a:solidFill>
                <a:highlight>
                  <a:srgbClr val="F9F9F9"/>
                </a:highlight>
                <a:latin typeface="Calibri"/>
                <a:ea typeface="Calibri"/>
                <a:cs typeface="Calibri"/>
              </a:rPr>
              <a:t>trn_user</a:t>
            </a:r>
            <a:r>
              <a:rPr lang="en-US" sz="2000" dirty="0">
                <a:solidFill>
                  <a:srgbClr val="242424"/>
                </a:solidFill>
                <a:highlight>
                  <a:srgbClr val="F9F9F9"/>
                </a:highlight>
                <a:latin typeface="Calibri"/>
                <a:ea typeface="Calibri"/>
                <a:cs typeface="Calibri"/>
              </a:rPr>
              <a:t> </a:t>
            </a:r>
            <a:r>
              <a:rPr lang="en-US" sz="2000" dirty="0">
                <a:solidFill>
                  <a:srgbClr val="242424"/>
                </a:solidFill>
                <a:highlight>
                  <a:srgbClr val="FFFFFF"/>
                </a:highlight>
                <a:latin typeface="Calibri"/>
                <a:ea typeface="SimSun"/>
                <a:cs typeface="Arial"/>
              </a:rPr>
              <a:t>becomes a PostgreSQL user.</a:t>
            </a:r>
            <a:endParaRPr lang="en-US" sz="2000" dirty="0">
              <a:latin typeface="Calibri"/>
              <a:ea typeface="SimSun"/>
              <a:cs typeface="Arial"/>
            </a:endParaRPr>
          </a:p>
          <a:p>
            <a:pPr marL="285750" indent="-285750">
              <a:buFont typeface="Arial"/>
              <a:buChar char="•"/>
            </a:pPr>
            <a:r>
              <a:rPr lang="en-US" sz="2000" dirty="0">
                <a:solidFill>
                  <a:srgbClr val="242424"/>
                </a:solidFill>
                <a:highlight>
                  <a:srgbClr val="FFFFFF"/>
                </a:highlight>
                <a:latin typeface="Calibri"/>
                <a:ea typeface="SimSun"/>
                <a:cs typeface="Arial"/>
              </a:rPr>
              <a:t>By granting </a:t>
            </a:r>
            <a:r>
              <a:rPr lang="en-US" sz="2000" dirty="0" err="1">
                <a:solidFill>
                  <a:srgbClr val="242424"/>
                </a:solidFill>
                <a:highlight>
                  <a:srgbClr val="F2F2F2"/>
                </a:highlight>
                <a:latin typeface="Calibri"/>
                <a:ea typeface="SimSun"/>
                <a:cs typeface="Arial"/>
              </a:rPr>
              <a:t>myrole</a:t>
            </a:r>
            <a:r>
              <a:rPr lang="en-US" sz="2000" dirty="0">
                <a:solidFill>
                  <a:srgbClr val="242424"/>
                </a:solidFill>
                <a:highlight>
                  <a:srgbClr val="FFFFFF"/>
                </a:highlight>
                <a:latin typeface="Calibri"/>
                <a:ea typeface="SimSun"/>
                <a:cs typeface="Arial"/>
              </a:rPr>
              <a:t> to </a:t>
            </a:r>
            <a:r>
              <a:rPr lang="en-US" sz="2000" dirty="0" err="1">
                <a:solidFill>
                  <a:srgbClr val="242424"/>
                </a:solidFill>
                <a:highlight>
                  <a:srgbClr val="F9F9F9"/>
                </a:highlight>
                <a:latin typeface="Calibri"/>
                <a:ea typeface="Calibri"/>
                <a:cs typeface="Calibri"/>
              </a:rPr>
              <a:t>trn_user</a:t>
            </a:r>
            <a:r>
              <a:rPr lang="en-US" sz="2000" dirty="0">
                <a:solidFill>
                  <a:srgbClr val="242424"/>
                </a:solidFill>
                <a:highlight>
                  <a:srgbClr val="F9F9F9"/>
                </a:highlight>
                <a:latin typeface="Calibri"/>
                <a:ea typeface="Calibri"/>
                <a:cs typeface="Calibri"/>
              </a:rPr>
              <a:t> </a:t>
            </a:r>
            <a:r>
              <a:rPr lang="en-US" sz="2000" dirty="0">
                <a:solidFill>
                  <a:srgbClr val="242424"/>
                </a:solidFill>
                <a:highlight>
                  <a:srgbClr val="FFFFFF"/>
                </a:highlight>
                <a:latin typeface="Calibri"/>
                <a:ea typeface="SimSun"/>
                <a:cs typeface="Arial"/>
              </a:rPr>
              <a:t>, the user now inherits all the privileges assigned to </a:t>
            </a:r>
            <a:r>
              <a:rPr lang="en-US" sz="2000" dirty="0" err="1">
                <a:solidFill>
                  <a:srgbClr val="242424"/>
                </a:solidFill>
                <a:highlight>
                  <a:srgbClr val="F2F2F2"/>
                </a:highlight>
                <a:latin typeface="Calibri"/>
                <a:ea typeface="SimSun"/>
                <a:cs typeface="Arial"/>
              </a:rPr>
              <a:t>myrole</a:t>
            </a:r>
            <a:r>
              <a:rPr lang="en-US" sz="2000" dirty="0">
                <a:solidFill>
                  <a:srgbClr val="242424"/>
                </a:solidFill>
                <a:highlight>
                  <a:srgbClr val="FFFFFF"/>
                </a:highlight>
                <a:latin typeface="Calibri"/>
                <a:ea typeface="SimSun"/>
                <a:cs typeface="Arial"/>
              </a:rPr>
              <a:t>.</a:t>
            </a:r>
            <a:endParaRPr lang="en-US" sz="2000">
              <a:latin typeface="Calibri"/>
              <a:ea typeface="SimSun"/>
              <a:cs typeface="Arial"/>
            </a:endParaRPr>
          </a:p>
          <a:p>
            <a:r>
              <a:rPr lang="en-US" sz="2000" dirty="0">
                <a:solidFill>
                  <a:srgbClr val="242424"/>
                </a:solidFill>
                <a:highlight>
                  <a:srgbClr val="FFFFFF"/>
                </a:highlight>
                <a:latin typeface="Calibri"/>
                <a:ea typeface="SimSun"/>
                <a:cs typeface="Arial"/>
              </a:rPr>
              <a:t>This inheritance is immediate and dynamic — any future changes to </a:t>
            </a:r>
            <a:r>
              <a:rPr lang="en-US" sz="2000" dirty="0" err="1">
                <a:solidFill>
                  <a:srgbClr val="242424"/>
                </a:solidFill>
                <a:highlight>
                  <a:srgbClr val="F2F2F2"/>
                </a:highlight>
                <a:latin typeface="Calibri"/>
                <a:ea typeface="SimSun"/>
                <a:cs typeface="Arial"/>
              </a:rPr>
              <a:t>myrole</a:t>
            </a:r>
            <a:r>
              <a:rPr lang="en-US" sz="2000" dirty="0">
                <a:solidFill>
                  <a:srgbClr val="242424"/>
                </a:solidFill>
                <a:highlight>
                  <a:srgbClr val="FFFFFF"/>
                </a:highlight>
                <a:latin typeface="Calibri"/>
                <a:ea typeface="SimSun"/>
                <a:cs typeface="Arial"/>
              </a:rPr>
              <a:t> will automatically apply to </a:t>
            </a:r>
            <a:r>
              <a:rPr lang="en-US" sz="2000" dirty="0" err="1">
                <a:solidFill>
                  <a:srgbClr val="242424"/>
                </a:solidFill>
                <a:highlight>
                  <a:srgbClr val="F9F9F9"/>
                </a:highlight>
                <a:latin typeface="Calibri"/>
                <a:ea typeface="Calibri"/>
                <a:cs typeface="Calibri"/>
              </a:rPr>
              <a:t>trn_user</a:t>
            </a:r>
            <a:r>
              <a:rPr lang="en-US" sz="2000" dirty="0">
                <a:solidFill>
                  <a:srgbClr val="242424"/>
                </a:solidFill>
                <a:highlight>
                  <a:srgbClr val="FFFFFF"/>
                </a:highlight>
                <a:latin typeface="Calibri"/>
                <a:ea typeface="SimSun"/>
                <a:cs typeface="Arial"/>
              </a:rPr>
              <a:t>.</a:t>
            </a:r>
            <a:endParaRPr lang="en-US" sz="2000" dirty="0">
              <a:latin typeface="Calibri"/>
              <a:ea typeface="SimSun"/>
            </a:endParaRPr>
          </a:p>
          <a:p>
            <a:endParaRPr lang="en-US" sz="2000" dirty="0">
              <a:solidFill>
                <a:srgbClr val="242424"/>
              </a:solidFill>
              <a:highlight>
                <a:srgbClr val="F9F9F9"/>
              </a:highlight>
              <a:latin typeface="Calibri"/>
              <a:cs typeface="Arial"/>
            </a:endParaRPr>
          </a:p>
          <a:p>
            <a:endParaRPr lang="en-US" sz="2000" dirty="0">
              <a:solidFill>
                <a:srgbClr val="242424"/>
              </a:solidFill>
              <a:highlight>
                <a:srgbClr val="FFFFFF"/>
              </a:highlight>
              <a:latin typeface="Calibri"/>
              <a:cs typeface="Arial"/>
            </a:endParaRPr>
          </a:p>
        </p:txBody>
      </p:sp>
    </p:spTree>
    <p:extLst>
      <p:ext uri="{BB962C8B-B14F-4D97-AF65-F5344CB8AC3E}">
        <p14:creationId xmlns:p14="http://schemas.microsoft.com/office/powerpoint/2010/main" val="4160027766"/>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1828800" y="2819400"/>
            <a:ext cx="5257800" cy="1524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6" name="WordArt 2"/>
          <p:cNvSpPr>
            <a:spLocks noChangeArrowheads="1" noChangeShapeType="1" noTextEdit="1"/>
          </p:cNvSpPr>
          <p:nvPr/>
        </p:nvSpPr>
        <p:spPr bwMode="auto">
          <a:xfrm>
            <a:off x="2700338" y="3060700"/>
            <a:ext cx="4138612" cy="2151063"/>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Wave1">
              <a:avLst>
                <a:gd name="adj1" fmla="val 6481"/>
                <a:gd name="adj2" fmla="val 0"/>
              </a:avLst>
            </a:prstTxWarp>
          </a:bodyPr>
          <a:lstStyle/>
          <a:p>
            <a:pPr algn="ctr"/>
            <a:r>
              <a:rPr lang="en-US" kern="10" spc="-72">
                <a:solidFill>
                  <a:srgbClr val="1E4649"/>
                </a:solidFill>
                <a:latin typeface="Thorndale"/>
              </a:rPr>
              <a:t> </a:t>
            </a:r>
          </a:p>
        </p:txBody>
      </p:sp>
      <p:sp>
        <p:nvSpPr>
          <p:cNvPr id="8" name="Rectangle 3"/>
          <p:cNvSpPr>
            <a:spLocks noChangeArrowheads="1"/>
          </p:cNvSpPr>
          <p:nvPr/>
        </p:nvSpPr>
        <p:spPr bwMode="auto">
          <a:xfrm>
            <a:off x="4479925" y="2967038"/>
            <a:ext cx="184150" cy="923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9" name="Text Box 1"/>
          <p:cNvSpPr txBox="1">
            <a:spLocks noChangeArrowheads="1"/>
          </p:cNvSpPr>
          <p:nvPr/>
        </p:nvSpPr>
        <p:spPr bwMode="auto">
          <a:xfrm>
            <a:off x="0" y="0"/>
            <a:ext cx="9108000" cy="1260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eaLnBrk="1" hangingPunct="1">
              <a:buClrTx/>
              <a:buFontTx/>
              <a:buNone/>
            </a:pPr>
            <a:r>
              <a:rPr lang="en-US" altLang="en-US" sz="3600">
                <a:latin typeface="Calibri" panose="020F0502020204030204" pitchFamily="34" charset="0"/>
              </a:rPr>
              <a:t>Thank You</a:t>
            </a:r>
          </a:p>
        </p:txBody>
      </p:sp>
      <p:sp>
        <p:nvSpPr>
          <p:cNvPr id="10" name="Text Box 2"/>
          <p:cNvSpPr txBox="1">
            <a:spLocks noChangeArrowheads="1"/>
          </p:cNvSpPr>
          <p:nvPr/>
        </p:nvSpPr>
        <p:spPr bwMode="auto">
          <a:xfrm>
            <a:off x="373063" y="1652588"/>
            <a:ext cx="8382000" cy="3657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ctr" eaLnBrk="1" hangingPunct="1">
              <a:spcBef>
                <a:spcPts val="600"/>
              </a:spcBef>
            </a:pPr>
            <a:br>
              <a:rPr lang="en-US" altLang="en-US" sz="1800">
                <a:solidFill>
                  <a:srgbClr val="000000"/>
                </a:solidFill>
              </a:rPr>
            </a:br>
            <a:endParaRPr lang="en-US" altLang="en-US" sz="1800">
              <a:solidFill>
                <a:srgbClr val="000000"/>
              </a:solidFill>
            </a:endParaRPr>
          </a:p>
        </p:txBody>
      </p:sp>
      <p:sp>
        <p:nvSpPr>
          <p:cNvPr id="11" name="Rectangle 10"/>
          <p:cNvSpPr/>
          <p:nvPr/>
        </p:nvSpPr>
        <p:spPr>
          <a:xfrm>
            <a:off x="76200" y="2414369"/>
            <a:ext cx="8991600" cy="646331"/>
          </a:xfrm>
          <a:prstGeom prst="rect">
            <a:avLst/>
          </a:prstGeom>
          <a:noFill/>
        </p:spPr>
        <p:txBody>
          <a:bodyPr>
            <a:spAutoFit/>
          </a:bodyPr>
          <a:lstStyle/>
          <a:p>
            <a:pPr algn="ctr">
              <a:buFont typeface="Times New Roman" pitchFamily="16" charset="0"/>
              <a:buNone/>
              <a:defRPr/>
            </a:pPr>
            <a:r>
              <a:rPr lang="en-US" altLang="en-US" sz="3600" b="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Calibri" panose="020F0502020204030204" pitchFamily="34" charset="0"/>
                <a:ea typeface="SimSun" charset="-122"/>
                <a:cs typeface="Calibri" panose="020F0502020204030204" pitchFamily="34" charset="0"/>
              </a:rPr>
              <a:t>THANK YOU</a:t>
            </a:r>
            <a:endParaRPr lang="en-US" sz="3600" b="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Calibri" panose="020F0502020204030204" pitchFamily="34" charset="0"/>
              <a:ea typeface="SimSun" charset="-122"/>
              <a:cs typeface="Calibri" panose="020F0502020204030204" pitchFamily="34" charset="0"/>
            </a:endParaRPr>
          </a:p>
        </p:txBody>
      </p:sp>
      <p:sp>
        <p:nvSpPr>
          <p:cNvPr id="12" name="Rectangle 11"/>
          <p:cNvSpPr/>
          <p:nvPr/>
        </p:nvSpPr>
        <p:spPr>
          <a:xfrm>
            <a:off x="76200" y="3866655"/>
            <a:ext cx="8991600" cy="646331"/>
          </a:xfrm>
          <a:prstGeom prst="rect">
            <a:avLst/>
          </a:prstGeom>
          <a:noFill/>
        </p:spPr>
        <p:txBody>
          <a:bodyPr>
            <a:spAutoFit/>
          </a:bodyPr>
          <a:lstStyle/>
          <a:p>
            <a:pPr algn="ctr">
              <a:buFont typeface="Times New Roman" pitchFamily="16" charset="0"/>
              <a:buNone/>
              <a:defRPr/>
            </a:pPr>
            <a:r>
              <a:rPr lang="en-US" altLang="en-US" sz="3600" b="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Calibri" panose="020F0502020204030204" pitchFamily="34" charset="0"/>
                <a:ea typeface="SimSun" charset="-122"/>
                <a:cs typeface="Calibri" panose="020F0502020204030204" pitchFamily="34" charset="0"/>
              </a:rPr>
              <a:t>ANY QUESTIONS ?</a:t>
            </a:r>
            <a:endParaRPr lang="en-US" sz="3600" b="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Calibri" panose="020F0502020204030204" pitchFamily="34" charset="0"/>
              <a:ea typeface="SimSun" charset="-122"/>
              <a:cs typeface="Calibri" panose="020F0502020204030204" pitchFamily="34" charset="0"/>
            </a:endParaRPr>
          </a:p>
        </p:txBody>
      </p:sp>
    </p:spTree>
    <p:extLst>
      <p:ext uri="{BB962C8B-B14F-4D97-AF65-F5344CB8AC3E}">
        <p14:creationId xmlns:p14="http://schemas.microsoft.com/office/powerpoint/2010/main" val="2588652655"/>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2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2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0" fontAlgn="base" latinLnBrk="0" hangingPunct="0">
          <a:lnSpc>
            <a:spcPct val="100000"/>
          </a:lnSpc>
          <a:spcBef>
            <a:spcPct val="0"/>
          </a:spcBef>
          <a:spcAft>
            <a:spcPct val="0"/>
          </a:spcAft>
          <a:buClr>
            <a:srgbClr val="000000"/>
          </a:buClr>
          <a:buSzPct val="100000"/>
          <a:buFont typeface="Times New Roman" pitchFamily="16" charset="0"/>
          <a:buNone/>
          <a:tabLst/>
          <a:defRPr kumimoji="0" lang="en-GB" sz="1200" b="0" i="0" u="none" strike="noStrike" cap="none" normalizeH="0" baseline="0" smtClean="0">
            <a:ln>
              <a:noFill/>
            </a:ln>
            <a:solidFill>
              <a:schemeClr val="bg1"/>
            </a:solidFill>
            <a:effectLst/>
            <a:latin typeface="Arial" charset="0"/>
            <a:ea typeface="SimSun"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0" fontAlgn="base" latinLnBrk="0" hangingPunct="0">
          <a:lnSpc>
            <a:spcPct val="100000"/>
          </a:lnSpc>
          <a:spcBef>
            <a:spcPct val="0"/>
          </a:spcBef>
          <a:spcAft>
            <a:spcPct val="0"/>
          </a:spcAft>
          <a:buClr>
            <a:srgbClr val="000000"/>
          </a:buClr>
          <a:buSzPct val="100000"/>
          <a:buFont typeface="Times New Roman" pitchFamily="16" charset="0"/>
          <a:buNone/>
          <a:tabLst/>
          <a:defRPr kumimoji="0" lang="en-GB" sz="1200" b="0" i="0" u="none" strike="noStrike" cap="none" normalizeH="0" baseline="0" smtClean="0">
            <a:ln>
              <a:noFill/>
            </a:ln>
            <a:solidFill>
              <a:schemeClr val="bg1"/>
            </a:solidFill>
            <a:effectLst/>
            <a:latin typeface="Arial" charset="0"/>
            <a:ea typeface="SimSun" charset="-122"/>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33</Slides>
  <Notes>33</Notes>
  <HiddenSlides>0</HiddenSlides>
  <ScaleCrop>false</ScaleCrop>
  <HeadingPairs>
    <vt:vector size="4" baseType="variant">
      <vt:variant>
        <vt:lpstr>Theme</vt:lpstr>
      </vt:variant>
      <vt:variant>
        <vt:i4>2</vt:i4>
      </vt:variant>
      <vt:variant>
        <vt:lpstr>Slide Titles</vt:lpstr>
      </vt:variant>
      <vt:variant>
        <vt:i4>33</vt:i4>
      </vt:variant>
    </vt:vector>
  </HeadingPairs>
  <TitlesOfParts>
    <vt:vector size="35" baseType="lpstr">
      <vt:lpstr>1_Default Design</vt:lpstr>
      <vt:lpstr>1_Office Theme</vt:lpstr>
      <vt:lpstr>PowerPoint Presentation</vt:lpstr>
      <vt:lpstr>Agenda</vt:lpstr>
      <vt:lpstr>Transactions &amp; Data Consistency </vt:lpstr>
      <vt:lpstr>Transactions &amp; Data Consistency </vt:lpstr>
      <vt:lpstr>Transactions &amp; Data Consistency </vt:lpstr>
      <vt:lpstr>Transactions &amp; Data Consistency </vt:lpstr>
      <vt:lpstr>Transactions BEGIN / COMMIT / ROLLBACK / SAVEPOINT) </vt:lpstr>
      <vt:lpstr>Query Performance Fundamentals</vt:lpstr>
      <vt:lpstr>Query Performance Fundamentals</vt:lpstr>
      <vt:lpstr>Query Performance Fundamentals</vt:lpstr>
      <vt:lpstr>Query Performance Fundamentals</vt:lpstr>
      <vt:lpstr>Query Performance Fundamentals</vt:lpstr>
      <vt:lpstr>Query Performance Fundamentals</vt:lpstr>
      <vt:lpstr>EXPLAIN vs EXPLAIN ANALYZE</vt:lpstr>
      <vt:lpstr>Common Query Anti-Patterns &amp; Optimized Rewrites</vt:lpstr>
      <vt:lpstr>Common Query Anti-Patterns &amp; Optimized Rewrites</vt:lpstr>
      <vt:lpstr>Cost Estimation</vt:lpstr>
      <vt:lpstr>Join Strategies</vt:lpstr>
      <vt:lpstr>Backup &amp; Restore Database</vt:lpstr>
      <vt:lpstr>Backup &amp; Restore Database</vt:lpstr>
      <vt:lpstr>Backup &amp; Restore Database</vt:lpstr>
      <vt:lpstr>Backup &amp; Restore Database</vt:lpstr>
      <vt:lpstr>Security - Roles, GRANT &amp; REVOKE</vt:lpstr>
      <vt:lpstr>Security - Roles, GRANT &amp; REVOKE</vt:lpstr>
      <vt:lpstr>Security - Roles, GRANT &amp; REVOKE</vt:lpstr>
      <vt:lpstr>Security - Roles, GRANT &amp; REVOKE</vt:lpstr>
      <vt:lpstr>Security - Roles, GRANT &amp; REVOKE</vt:lpstr>
      <vt:lpstr>Security - Roles, GRANT &amp; REVOKE</vt:lpstr>
      <vt:lpstr>Security - Roles, GRANT &amp; REVOKE</vt:lpstr>
      <vt:lpstr>Security - Roles, GRANT &amp; REVOKE</vt:lpstr>
      <vt:lpstr>Security - Roles, GRANT &amp; REVOKE</vt:lpstr>
      <vt:lpstr>Security - Example Scenario: E-Commerce Access Levels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Administrator</dc:creator>
  <cp:revision>148</cp:revision>
  <cp:lastPrinted>1601-01-01T00:00:00Z</cp:lastPrinted>
  <dcterms:created xsi:type="dcterms:W3CDTF">2005-05-22T08:55:10Z</dcterms:created>
  <dcterms:modified xsi:type="dcterms:W3CDTF">2026-01-06T08:59:48Z</dcterms:modified>
</cp:coreProperties>
</file>