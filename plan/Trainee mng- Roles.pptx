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2" r:id="rId4"/>
    <p:sldId id="259" r:id="rId5"/>
    <p:sldId id="260" r:id="rId6"/>
    <p:sldId id="261" r:id="rId7"/>
    <p:sldId id="263" r:id="rId8"/>
    <p:sldId id="264" r:id="rId9"/>
  </p:sldIdLst>
  <p:sldSz cx="9144000" cy="5715000" type="screen16x1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55" y="8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rva Biswas" userId="16218bf4-17a7-439a-b26b-c5035765ec61" providerId="ADAL" clId="{742299F3-0A44-438D-B10F-C2EEF62CF590}"/>
    <pc:docChg chg="custSel modSld">
      <pc:chgData name="Poorva Biswas" userId="16218bf4-17a7-439a-b26b-c5035765ec61" providerId="ADAL" clId="{742299F3-0A44-438D-B10F-C2EEF62CF590}" dt="2025-12-23T11:45:06.270" v="399" actId="20577"/>
      <pc:docMkLst>
        <pc:docMk/>
      </pc:docMkLst>
      <pc:sldChg chg="addSp delSp modSp mod modClrScheme chgLayout">
        <pc:chgData name="Poorva Biswas" userId="16218bf4-17a7-439a-b26b-c5035765ec61" providerId="ADAL" clId="{742299F3-0A44-438D-B10F-C2EEF62CF590}" dt="2025-12-23T11:45:06.270" v="399" actId="20577"/>
        <pc:sldMkLst>
          <pc:docMk/>
          <pc:sldMk cId="1751878674" sldId="257"/>
        </pc:sldMkLst>
        <pc:graphicFrameChg chg="add mod ord modGraphic">
          <ac:chgData name="Poorva Biswas" userId="16218bf4-17a7-439a-b26b-c5035765ec61" providerId="ADAL" clId="{742299F3-0A44-438D-B10F-C2EEF62CF590}" dt="2025-12-23T11:45:06.270" v="399" actId="20577"/>
          <ac:graphicFrameMkLst>
            <pc:docMk/>
            <pc:sldMk cId="1751878674" sldId="257"/>
            <ac:graphicFrameMk id="6" creationId="{C3E62051-A995-86D6-996B-0DB4D3A1622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0" y="4230662"/>
            <a:ext cx="3429000" cy="523220"/>
          </a:xfrm>
          <a:noFill/>
          <a:ln w="3175">
            <a:noFill/>
          </a:ln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lvl1pPr>
              <a:defRPr lang="en-US">
                <a:ln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381000">
                    <a:srgbClr val="000000">
                      <a:lumMod val="65000"/>
                      <a:lumOff val="35000"/>
                      <a:alpha val="24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urostileExtended-Roman-DTC" pitchFamily="2" charset="0"/>
                <a:ea typeface="+mn-ea"/>
                <a:cs typeface="Calibri" pitchFamily="34" charset="0"/>
              </a:defRPr>
            </a:lvl1pPr>
          </a:lstStyle>
          <a:p>
            <a:pPr marL="0"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5307569"/>
            <a:ext cx="5715000" cy="3693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800" b="1">
                <a:solidFill>
                  <a:srgbClr val="FFFFFF"/>
                </a:solidFill>
                <a:effectLst>
                  <a:glow rad="254000">
                    <a:srgbClr val="000000">
                      <a:lumMod val="75000"/>
                      <a:lumOff val="25000"/>
                      <a:alpha val="37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urostileExtended-Roman-DTC" pitchFamily="2" charset="0"/>
              </a:defRPr>
            </a:lvl1pPr>
          </a:lstStyle>
          <a:p>
            <a:pPr marL="0" lvl="0" algn="r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447721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229100"/>
            <a:ext cx="7772400" cy="1135062"/>
          </a:xfrm>
        </p:spPr>
        <p:txBody>
          <a:bodyPr anchor="ctr"/>
          <a:lstStyle>
            <a:lvl1pPr algn="ctr">
              <a:defRPr sz="4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727364" y="190500"/>
            <a:ext cx="7772400" cy="3505200"/>
          </a:xfrm>
        </p:spPr>
        <p:txBody>
          <a:bodyPr>
            <a:normAutofit/>
          </a:bodyPr>
          <a:lstStyle>
            <a:lvl1pPr marL="0" indent="0" algn="just">
              <a:buNone/>
              <a:defRPr sz="18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algn="just">
              <a:defRPr sz="1600">
                <a:latin typeface="Calibri" pitchFamily="34" charset="0"/>
                <a:cs typeface="Calibri" pitchFamily="34" charset="0"/>
              </a:defRPr>
            </a:lvl2pPr>
            <a:lvl3pPr algn="just">
              <a:defRPr sz="1400">
                <a:latin typeface="Calibri" pitchFamily="34" charset="0"/>
                <a:cs typeface="Calibri" pitchFamily="34" charset="0"/>
              </a:defRPr>
            </a:lvl3pPr>
            <a:lvl4pPr algn="just">
              <a:defRPr sz="1200">
                <a:latin typeface="Calibri" pitchFamily="34" charset="0"/>
                <a:cs typeface="Calibri" pitchFamily="34" charset="0"/>
              </a:defRPr>
            </a:lvl4pPr>
            <a:lvl5pPr algn="just">
              <a:defRPr sz="120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5255983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81100"/>
            <a:ext cx="8610600" cy="3886200"/>
          </a:xfrm>
        </p:spPr>
        <p:txBody>
          <a:bodyPr>
            <a:normAutofit/>
          </a:bodyPr>
          <a:lstStyle>
            <a:lvl1pPr marL="0" indent="0" algn="just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None/>
              <a:defRPr sz="1600" b="1">
                <a:latin typeface="Calibri" pitchFamily="34" charset="0"/>
                <a:cs typeface="Calibri" pitchFamily="34" charset="0"/>
              </a:defRPr>
            </a:lvl1pPr>
            <a:lvl2pPr marL="288925" indent="-285750" algn="just">
              <a:defRPr sz="1400">
                <a:latin typeface="Calibri" pitchFamily="34" charset="0"/>
                <a:cs typeface="Calibri" pitchFamily="34" charset="0"/>
              </a:defRPr>
            </a:lvl2pPr>
            <a:lvl3pPr marL="569913" indent="-228600" algn="just">
              <a:defRPr sz="1200">
                <a:latin typeface="Calibri" pitchFamily="34" charset="0"/>
                <a:cs typeface="Calibri" pitchFamily="34" charset="0"/>
              </a:defRPr>
            </a:lvl3pPr>
            <a:lvl4pPr marL="801688" indent="-228600" algn="just">
              <a:defRPr sz="1100">
                <a:latin typeface="Calibri" pitchFamily="34" charset="0"/>
                <a:cs typeface="Calibri" pitchFamily="34" charset="0"/>
              </a:defRPr>
            </a:lvl4pPr>
            <a:lvl5pPr marL="1027113" indent="-228600" algn="just">
              <a:defRPr sz="110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776694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81100"/>
            <a:ext cx="8610600" cy="3886200"/>
          </a:xfrm>
        </p:spPr>
        <p:txBody>
          <a:bodyPr>
            <a:normAutofit/>
          </a:bodyPr>
          <a:lstStyle>
            <a:lvl1pPr algn="just">
              <a:defRPr sz="1600">
                <a:latin typeface="Calibri" pitchFamily="34" charset="0"/>
                <a:cs typeface="Calibri" pitchFamily="34" charset="0"/>
              </a:defRPr>
            </a:lvl1pPr>
            <a:lvl2pPr marL="569913" indent="-230188" algn="just">
              <a:defRPr sz="1400">
                <a:latin typeface="Calibri" pitchFamily="34" charset="0"/>
                <a:cs typeface="Calibri" pitchFamily="34" charset="0"/>
              </a:defRPr>
            </a:lvl2pPr>
            <a:lvl3pPr marL="801688" indent="-231775" algn="just">
              <a:defRPr sz="1200">
                <a:latin typeface="Calibri" pitchFamily="34" charset="0"/>
                <a:cs typeface="Calibri" pitchFamily="34" charset="0"/>
              </a:defRPr>
            </a:lvl3pPr>
            <a:lvl4pPr marL="1027113" indent="-225425" algn="just">
              <a:defRPr sz="1100">
                <a:latin typeface="Calibri" pitchFamily="34" charset="0"/>
                <a:cs typeface="Calibri" pitchFamily="34" charset="0"/>
              </a:defRPr>
            </a:lvl4pPr>
            <a:lvl5pPr marL="1258888" indent="-228600" algn="just">
              <a:defRPr sz="110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621609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81100"/>
            <a:ext cx="8610600" cy="1600200"/>
          </a:xfrm>
        </p:spPr>
        <p:txBody>
          <a:bodyPr>
            <a:normAutofit/>
          </a:bodyPr>
          <a:lstStyle>
            <a:lvl1pPr marL="0" indent="0" algn="just">
              <a:buNone/>
              <a:defRPr sz="1800" b="1">
                <a:latin typeface="Calibri" pitchFamily="34" charset="0"/>
                <a:cs typeface="Calibri" pitchFamily="34" charset="0"/>
              </a:defRPr>
            </a:lvl1pPr>
            <a:lvl2pPr marL="457200" indent="0" algn="just">
              <a:buNone/>
              <a:defRPr sz="1600">
                <a:latin typeface="Calibri" pitchFamily="34" charset="0"/>
                <a:cs typeface="Calibri" pitchFamily="34" charset="0"/>
              </a:defRPr>
            </a:lvl2pPr>
            <a:lvl3pPr algn="just">
              <a:defRPr sz="1400">
                <a:latin typeface="Calibri" pitchFamily="34" charset="0"/>
                <a:cs typeface="Calibri" pitchFamily="34" charset="0"/>
              </a:defRPr>
            </a:lvl3pPr>
            <a:lvl4pPr algn="just">
              <a:defRPr sz="1200">
                <a:latin typeface="Calibri" pitchFamily="34" charset="0"/>
                <a:cs typeface="Calibri" pitchFamily="34" charset="0"/>
              </a:defRPr>
            </a:lvl4pPr>
            <a:lvl5pPr algn="just">
              <a:defRPr sz="120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2899702"/>
            <a:ext cx="8610600" cy="2167597"/>
          </a:xfrm>
        </p:spPr>
        <p:txBody>
          <a:bodyPr>
            <a:normAutofit/>
          </a:bodyPr>
          <a:lstStyle>
            <a:lvl1pPr marL="0" indent="0" algn="just">
              <a:buNone/>
              <a:defRPr sz="1800">
                <a:latin typeface="Calibri" pitchFamily="34" charset="0"/>
                <a:cs typeface="Calibri" pitchFamily="34" charset="0"/>
              </a:defRPr>
            </a:lvl1pPr>
            <a:lvl2pPr algn="just">
              <a:defRPr sz="1600">
                <a:latin typeface="Calibri" pitchFamily="34" charset="0"/>
                <a:cs typeface="Calibri" pitchFamily="34" charset="0"/>
              </a:defRPr>
            </a:lvl2pPr>
            <a:lvl3pPr algn="just">
              <a:defRPr sz="1400">
                <a:latin typeface="Calibri" pitchFamily="34" charset="0"/>
                <a:cs typeface="Calibri" pitchFamily="34" charset="0"/>
              </a:defRPr>
            </a:lvl3pPr>
            <a:lvl4pPr algn="just">
              <a:defRPr sz="1200">
                <a:latin typeface="Calibri" pitchFamily="34" charset="0"/>
                <a:cs typeface="Calibri" pitchFamily="34" charset="0"/>
              </a:defRPr>
            </a:lvl4pPr>
            <a:lvl5pPr algn="just">
              <a:defRPr sz="120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4128576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>
            <a:normAutofit/>
          </a:bodyPr>
          <a:lstStyle>
            <a:lvl1pPr marL="344488" indent="-344488" algn="just">
              <a:defRPr sz="1600" baseline="0">
                <a:latin typeface="Calibri" pitchFamily="34" charset="0"/>
              </a:defRPr>
            </a:lvl1pPr>
            <a:lvl2pPr marL="569913" indent="-231775" algn="just">
              <a:defRPr sz="1400" baseline="0">
                <a:latin typeface="Calibri" pitchFamily="34" charset="0"/>
              </a:defRPr>
            </a:lvl2pPr>
            <a:lvl3pPr marL="801688" indent="-231775" algn="just">
              <a:defRPr sz="1200" baseline="0">
                <a:latin typeface="Calibri" pitchFamily="34" charset="0"/>
              </a:defRPr>
            </a:lvl3pPr>
            <a:lvl4pPr marL="1027113" indent="-228600" algn="just">
              <a:defRPr sz="1100" baseline="0">
                <a:latin typeface="Calibri" pitchFamily="34" charset="0"/>
              </a:defRPr>
            </a:lvl4pPr>
            <a:lvl5pPr marL="1258888" indent="-228600" algn="just">
              <a:defRPr sz="11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>
            <a:normAutofit/>
          </a:bodyPr>
          <a:lstStyle>
            <a:lvl1pPr marL="342900" indent="-342900" algn="just">
              <a:defRPr lang="en-US" sz="1600" kern="1200" baseline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23888" indent="-285750" algn="just">
              <a:defRPr lang="en-US" sz="1400" kern="1200" baseline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algn="just">
              <a:defRPr lang="en-US" sz="1200" kern="1200" baseline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algn="just">
              <a:defRPr lang="en-US" sz="1100" kern="1200" baseline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algn="just">
              <a:defRPr lang="en-US" sz="1100" kern="1200" baseline="0" dirty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4488" lvl="0" indent="-344488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344488" lvl="1" indent="-344488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Second level</a:t>
            </a:r>
          </a:p>
          <a:p>
            <a:pPr marL="344488" lvl="2" indent="-344488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Third level</a:t>
            </a:r>
          </a:p>
          <a:p>
            <a:pPr marL="344488" lvl="3" indent="-344488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Fourth level</a:t>
            </a:r>
          </a:p>
          <a:p>
            <a:pPr marL="344488" lvl="4" indent="-344488" algn="just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47310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- Proj.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33501"/>
            <a:ext cx="5029200" cy="3771636"/>
          </a:xfrm>
        </p:spPr>
        <p:txBody>
          <a:bodyPr>
            <a:normAutofit/>
          </a:bodyPr>
          <a:lstStyle>
            <a:lvl1pPr algn="just">
              <a:defRPr sz="1800" baseline="0">
                <a:latin typeface="Calibri" pitchFamily="34" charset="0"/>
              </a:defRPr>
            </a:lvl1pPr>
            <a:lvl2pPr algn="just">
              <a:defRPr sz="16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0200" y="1333501"/>
            <a:ext cx="3505200" cy="3771636"/>
          </a:xfrm>
        </p:spPr>
        <p:txBody>
          <a:bodyPr>
            <a:normAutofit/>
          </a:bodyPr>
          <a:lstStyle>
            <a:lvl1pPr algn="just">
              <a:defRPr sz="1800" cap="none" baseline="0">
                <a:latin typeface="Calibri" pitchFamily="34" charset="0"/>
              </a:defRPr>
            </a:lvl1pPr>
            <a:lvl2pPr algn="just">
              <a:defRPr sz="1600" cap="none" baseline="0">
                <a:latin typeface="Calibri" pitchFamily="34" charset="0"/>
              </a:defRPr>
            </a:lvl2pPr>
            <a:lvl3pPr algn="just">
              <a:defRPr sz="1400" cap="none" baseline="0">
                <a:latin typeface="Calibri" pitchFamily="34" charset="0"/>
              </a:defRPr>
            </a:lvl3pPr>
            <a:lvl4pPr algn="just">
              <a:defRPr sz="1200" cap="none" baseline="0">
                <a:latin typeface="Calibri" pitchFamily="34" charset="0"/>
              </a:defRPr>
            </a:lvl4pPr>
            <a:lvl5pPr algn="just">
              <a:defRPr sz="1200" cap="none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096346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 - Proj.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33501"/>
            <a:ext cx="5029200" cy="3771636"/>
          </a:xfrm>
        </p:spPr>
        <p:txBody>
          <a:bodyPr>
            <a:normAutofit/>
          </a:bodyPr>
          <a:lstStyle>
            <a:lvl1pPr marL="0" indent="0" algn="just">
              <a:buNone/>
              <a:defRPr sz="1800" b="1" baseline="0">
                <a:solidFill>
                  <a:schemeClr val="accent1"/>
                </a:solidFill>
                <a:latin typeface="Calibri" pitchFamily="34" charset="0"/>
                <a:cs typeface="Calibri" pitchFamily="34" charset="0"/>
              </a:defRPr>
            </a:lvl1pPr>
            <a:lvl2pPr marL="342900" indent="-342900" algn="just">
              <a:buFont typeface="+mj-lt"/>
              <a:buAutoNum type="arabicPeriod"/>
              <a:defRPr sz="1600" b="1" baseline="0">
                <a:solidFill>
                  <a:schemeClr val="accent1"/>
                </a:solidFill>
                <a:latin typeface="Calibri" pitchFamily="34" charset="0"/>
                <a:cs typeface="Calibri" pitchFamily="34" charset="0"/>
              </a:defRPr>
            </a:lvl2pPr>
            <a:lvl3pPr marL="346075" indent="0" algn="just">
              <a:buNone/>
              <a:tabLst/>
              <a:defRPr sz="1400" baseline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3pPr>
            <a:lvl4pPr marL="574675" indent="-228600" algn="just">
              <a:tabLst/>
              <a:defRPr sz="1200" baseline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4pPr>
            <a:lvl5pPr marL="803275" indent="-228600" algn="just">
              <a:defRPr sz="1200" baseline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0200" y="1333501"/>
            <a:ext cx="3505200" cy="3771636"/>
          </a:xfrm>
          <a:prstGeom prst="roundRect">
            <a:avLst>
              <a:gd name="adj" fmla="val 5073"/>
            </a:avLst>
          </a:prstGeom>
          <a:ln>
            <a:solidFill>
              <a:schemeClr val="accent1"/>
            </a:solidFill>
          </a:ln>
          <a:effectLst>
            <a:reflection blurRad="12700" stA="38000" endPos="28000" dist="5080" dir="5400000" sy="-100000" algn="bl" rotWithShape="0"/>
          </a:effectLst>
        </p:spPr>
        <p:txBody>
          <a:bodyPr>
            <a:normAutofit/>
          </a:bodyPr>
          <a:lstStyle>
            <a:lvl1pPr algn="just">
              <a:defRPr sz="1800" cap="none" baseline="0">
                <a:latin typeface="Calibri" pitchFamily="34" charset="0"/>
              </a:defRPr>
            </a:lvl1pPr>
            <a:lvl2pPr algn="just">
              <a:defRPr sz="1600" cap="none" baseline="0">
                <a:latin typeface="Calibri" pitchFamily="34" charset="0"/>
              </a:defRPr>
            </a:lvl2pPr>
            <a:lvl3pPr algn="just">
              <a:defRPr sz="1400" cap="none" baseline="0">
                <a:latin typeface="Calibri" pitchFamily="34" charset="0"/>
              </a:defRPr>
            </a:lvl3pPr>
            <a:lvl4pPr algn="just">
              <a:defRPr sz="1200" cap="none" baseline="0">
                <a:latin typeface="Calibri" pitchFamily="34" charset="0"/>
              </a:defRPr>
            </a:lvl4pPr>
            <a:lvl5pPr algn="just">
              <a:defRPr sz="1200" cap="none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79999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525"/>
            <a:ext cx="4040188" cy="533400"/>
          </a:xfrm>
        </p:spPr>
        <p:txBody>
          <a:bodyPr anchor="b"/>
          <a:lstStyle>
            <a:lvl1pPr marL="0" indent="0" algn="just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925"/>
            <a:ext cx="4040188" cy="3292475"/>
          </a:xfrm>
        </p:spPr>
        <p:txBody>
          <a:bodyPr>
            <a:normAutofit/>
          </a:bodyPr>
          <a:lstStyle>
            <a:lvl1pPr algn="just">
              <a:defRPr sz="1800"/>
            </a:lvl1pPr>
            <a:lvl2pPr algn="just">
              <a:defRPr sz="1600"/>
            </a:lvl2pPr>
            <a:lvl3pPr algn="just">
              <a:defRPr sz="1400"/>
            </a:lvl3pPr>
            <a:lvl4pPr algn="just">
              <a:defRPr sz="1200"/>
            </a:lvl4pPr>
            <a:lvl5pPr algn="just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79525"/>
            <a:ext cx="4041775" cy="533400"/>
          </a:xfrm>
        </p:spPr>
        <p:txBody>
          <a:bodyPr anchor="b"/>
          <a:lstStyle>
            <a:lvl1pPr marL="0" indent="0" algn="just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12925"/>
            <a:ext cx="4041775" cy="3292475"/>
          </a:xfrm>
        </p:spPr>
        <p:txBody>
          <a:bodyPr>
            <a:normAutofit/>
          </a:bodyPr>
          <a:lstStyle>
            <a:lvl1pPr algn="just">
              <a:defRPr sz="1800"/>
            </a:lvl1pPr>
            <a:lvl2pPr algn="just">
              <a:defRPr sz="1600"/>
            </a:lvl2pPr>
            <a:lvl3pPr algn="just">
              <a:defRPr sz="1400"/>
            </a:lvl3pPr>
            <a:lvl4pPr algn="just">
              <a:defRPr sz="1200"/>
            </a:lvl4pPr>
            <a:lvl5pPr algn="just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054902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266700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100" baseline="0">
                <a:latin typeface="Calibri" pitchFamily="34" charset="0"/>
              </a:defRPr>
            </a:lvl3pPr>
            <a:lvl4pPr algn="just">
              <a:defRPr sz="1050" baseline="0">
                <a:latin typeface="Calibri" pitchFamily="34" charset="0"/>
              </a:defRPr>
            </a:lvl4pPr>
            <a:lvl5pPr algn="just">
              <a:defRPr sz="105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3"/>
          </p:nvPr>
        </p:nvSpPr>
        <p:spPr>
          <a:xfrm>
            <a:off x="3200400" y="1333500"/>
            <a:ext cx="266700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100" baseline="0">
                <a:latin typeface="Calibri" pitchFamily="34" charset="0"/>
              </a:defRPr>
            </a:lvl3pPr>
            <a:lvl4pPr algn="just">
              <a:defRPr sz="1050" baseline="0">
                <a:latin typeface="Calibri" pitchFamily="34" charset="0"/>
              </a:defRPr>
            </a:lvl4pPr>
            <a:lvl5pPr algn="just">
              <a:defRPr sz="105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5943600" y="1333500"/>
            <a:ext cx="266700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100" baseline="0">
                <a:latin typeface="Calibri" pitchFamily="34" charset="0"/>
              </a:defRPr>
            </a:lvl3pPr>
            <a:lvl4pPr algn="just">
              <a:defRPr sz="1050" baseline="0">
                <a:latin typeface="Calibri" pitchFamily="34" charset="0"/>
              </a:defRPr>
            </a:lvl4pPr>
            <a:lvl5pPr algn="just">
              <a:defRPr sz="105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339861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201168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521527" y="1333500"/>
            <a:ext cx="201168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85854" y="1333500"/>
            <a:ext cx="201168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650181" y="1333499"/>
            <a:ext cx="201168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15541060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201168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521527" y="1333500"/>
            <a:ext cx="2011680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85854" y="1333500"/>
            <a:ext cx="4080164" cy="3771636"/>
          </a:xfrm>
        </p:spPr>
        <p:txBody>
          <a:bodyPr>
            <a:normAutofit/>
          </a:bodyPr>
          <a:lstStyle>
            <a:lvl1pPr algn="just">
              <a:defRPr sz="1400" baseline="0">
                <a:latin typeface="Calibri" pitchFamily="34" charset="0"/>
              </a:defRPr>
            </a:lvl1pPr>
            <a:lvl2pPr algn="just">
              <a:defRPr sz="1200" baseline="0">
                <a:latin typeface="Calibri" pitchFamily="34" charset="0"/>
              </a:defRPr>
            </a:lvl2pPr>
            <a:lvl3pPr algn="just">
              <a:defRPr sz="1400" baseline="0">
                <a:latin typeface="Calibri" pitchFamily="34" charset="0"/>
              </a:defRPr>
            </a:lvl3pPr>
            <a:lvl4pPr algn="just">
              <a:defRPr sz="1200" baseline="0">
                <a:latin typeface="Calibri" pitchFamily="34" charset="0"/>
              </a:defRPr>
            </a:lvl4pPr>
            <a:lvl5pPr algn="just">
              <a:defRPr sz="1200" baseline="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06638957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181100"/>
            <a:ext cx="5562600" cy="3886200"/>
          </a:xfrm>
        </p:spPr>
        <p:txBody>
          <a:bodyPr>
            <a:normAutofit/>
          </a:bodyPr>
          <a:lstStyle>
            <a:lvl1pPr algn="just">
              <a:defRPr sz="1600">
                <a:latin typeface="Calibri" pitchFamily="34" charset="0"/>
                <a:cs typeface="Calibri" pitchFamily="34" charset="0"/>
              </a:defRPr>
            </a:lvl1pPr>
            <a:lvl2pPr algn="just">
              <a:defRPr sz="1400">
                <a:latin typeface="Calibri" pitchFamily="34" charset="0"/>
                <a:cs typeface="Calibri" pitchFamily="34" charset="0"/>
              </a:defRPr>
            </a:lvl2pPr>
            <a:lvl3pPr algn="just">
              <a:defRPr sz="1200">
                <a:latin typeface="Calibri" pitchFamily="34" charset="0"/>
                <a:cs typeface="Calibri" pitchFamily="34" charset="0"/>
              </a:defRPr>
            </a:lvl3pPr>
            <a:lvl4pPr algn="just">
              <a:defRPr sz="1100">
                <a:latin typeface="Calibri" pitchFamily="34" charset="0"/>
                <a:cs typeface="Calibri" pitchFamily="34" charset="0"/>
              </a:defRPr>
            </a:lvl4pPr>
            <a:lvl5pPr algn="just">
              <a:defRPr sz="110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6019800" y="1181100"/>
            <a:ext cx="2971800" cy="1905000"/>
          </a:xfrm>
        </p:spPr>
        <p:txBody>
          <a:bodyPr>
            <a:normAutofit/>
          </a:bodyPr>
          <a:lstStyle>
            <a:lvl1pPr algn="just">
              <a:defRPr sz="1400">
                <a:latin typeface="Calibri" pitchFamily="34" charset="0"/>
                <a:cs typeface="Calibri" pitchFamily="34" charset="0"/>
              </a:defRPr>
            </a:lvl1pPr>
            <a:lvl2pPr algn="just">
              <a:defRPr sz="1200">
                <a:latin typeface="Calibri" pitchFamily="34" charset="0"/>
                <a:cs typeface="Calibri" pitchFamily="34" charset="0"/>
              </a:defRPr>
            </a:lvl2pPr>
            <a:lvl3pPr algn="just">
              <a:defRPr sz="1100">
                <a:latin typeface="Calibri" pitchFamily="34" charset="0"/>
                <a:cs typeface="Calibri" pitchFamily="34" charset="0"/>
              </a:defRPr>
            </a:lvl3pPr>
            <a:lvl4pPr algn="just">
              <a:defRPr sz="1050">
                <a:latin typeface="Calibri" pitchFamily="34" charset="0"/>
                <a:cs typeface="Calibri" pitchFamily="34" charset="0"/>
              </a:defRPr>
            </a:lvl4pPr>
            <a:lvl5pPr algn="just">
              <a:defRPr sz="105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2"/>
          </p:nvPr>
        </p:nvSpPr>
        <p:spPr>
          <a:xfrm>
            <a:off x="6019800" y="3162300"/>
            <a:ext cx="2971800" cy="1905000"/>
          </a:xfrm>
        </p:spPr>
        <p:txBody>
          <a:bodyPr>
            <a:normAutofit/>
          </a:bodyPr>
          <a:lstStyle>
            <a:lvl1pPr algn="just">
              <a:defRPr sz="1400">
                <a:latin typeface="Calibri" pitchFamily="34" charset="0"/>
                <a:cs typeface="Calibri" pitchFamily="34" charset="0"/>
              </a:defRPr>
            </a:lvl1pPr>
            <a:lvl2pPr algn="just">
              <a:defRPr sz="1200">
                <a:latin typeface="Calibri" pitchFamily="34" charset="0"/>
                <a:cs typeface="Calibri" pitchFamily="34" charset="0"/>
              </a:defRPr>
            </a:lvl2pPr>
            <a:lvl3pPr algn="just">
              <a:defRPr sz="1100">
                <a:latin typeface="Calibri" pitchFamily="34" charset="0"/>
                <a:cs typeface="Calibri" pitchFamily="34" charset="0"/>
              </a:defRPr>
            </a:lvl3pPr>
            <a:lvl4pPr algn="just">
              <a:defRPr sz="1050">
                <a:latin typeface="Calibri" pitchFamily="34" charset="0"/>
                <a:cs typeface="Calibri" pitchFamily="34" charset="0"/>
              </a:defRPr>
            </a:lvl4pPr>
            <a:lvl5pPr algn="just">
              <a:defRPr sz="1050"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117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4377084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015752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013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013"/>
            <a:ext cx="5111750" cy="4878387"/>
          </a:xfrm>
        </p:spPr>
        <p:txBody>
          <a:bodyPr/>
          <a:lstStyle>
            <a:lvl1pPr algn="just">
              <a:defRPr sz="3200"/>
            </a:lvl1pPr>
            <a:lvl2pPr algn="just">
              <a:defRPr sz="2800"/>
            </a:lvl2pPr>
            <a:lvl3pPr algn="just">
              <a:defRPr sz="2400"/>
            </a:lvl3pPr>
            <a:lvl4pPr algn="just">
              <a:defRPr sz="2000"/>
            </a:lvl4pPr>
            <a:lvl5pPr algn="just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95388"/>
            <a:ext cx="3008313" cy="3910012"/>
          </a:xfrm>
        </p:spPr>
        <p:txBody>
          <a:bodyPr/>
          <a:lstStyle>
            <a:lvl1pPr marL="0" indent="0" algn="just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930252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1175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3575"/>
            <a:ext cx="54864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6803355"/>
      </p:ext>
    </p:extLst>
  </p:cSld>
  <p:clrMapOvr>
    <a:masterClrMapping/>
  </p:clrMapOvr>
  <p:transition spd="slow">
    <p:randomBar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856765"/>
      </p:ext>
    </p:extLst>
  </p:cSld>
  <p:clrMapOvr>
    <a:masterClrMapping/>
  </p:clrMapOvr>
  <p:transition spd="slow">
    <p:randomBar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188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525"/>
            <a:ext cx="7772400" cy="124936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7461601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8392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9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15" r:id="rId4"/>
    <p:sldLayoutId id="2147483714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</p:sldLayoutIdLst>
  <p:transition spd="slow">
    <p:randomBar dir="vert"/>
  </p:transition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just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914400" rtl="0" eaLnBrk="1" latinLnBrk="0" hangingPunct="1">
        <a:spcBef>
          <a:spcPct val="20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4248832"/>
            <a:ext cx="3429000" cy="523220"/>
          </a:xfrm>
        </p:spPr>
        <p:txBody>
          <a:bodyPr/>
          <a:lstStyle/>
          <a:p>
            <a:r>
              <a:rPr lang="en-IN" dirty="0">
                <a:latin typeface="+mn-lt"/>
              </a:rPr>
              <a:t>Trainee- 2026 Batch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8A14E-ABF2-C623-2E38-D889617FD511}"/>
              </a:ext>
            </a:extLst>
          </p:cNvPr>
          <p:cNvSpPr txBox="1"/>
          <p:nvPr/>
        </p:nvSpPr>
        <p:spPr>
          <a:xfrm>
            <a:off x="3946769" y="4986215"/>
            <a:ext cx="5337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n-lt"/>
              </a:rPr>
              <a:t>Defining roles for Trainee management</a:t>
            </a:r>
          </a:p>
        </p:txBody>
      </p:sp>
    </p:spTree>
    <p:extLst>
      <p:ext uri="{BB962C8B-B14F-4D97-AF65-F5344CB8AC3E}">
        <p14:creationId xmlns:p14="http://schemas.microsoft.com/office/powerpoint/2010/main" val="197152441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98F88D-C56A-4F71-239E-2C4B7987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Trainee 2026- Batch Size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072EB8-3D55-AA14-DAF4-4564C04CE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Total = 44 </a:t>
            </a:r>
          </a:p>
          <a:p>
            <a:r>
              <a:rPr lang="en-US" b="0" dirty="0"/>
              <a:t>Microsoft = 35</a:t>
            </a:r>
          </a:p>
          <a:p>
            <a:r>
              <a:rPr lang="en-US" b="0" dirty="0"/>
              <a:t>Java= 5</a:t>
            </a:r>
          </a:p>
          <a:p>
            <a:r>
              <a:rPr lang="en-US" b="0" dirty="0"/>
              <a:t>Mobile = 3</a:t>
            </a:r>
          </a:p>
          <a:p>
            <a:r>
              <a:rPr lang="en-US" b="0" dirty="0"/>
              <a:t>Design = 1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24900111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ACCC-3A17-1F54-4054-63D549CA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Trainee allocation – PM Wise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8E94-3966-AF25-17C1-151DC1C3B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/>
              <a:t>Harshad Patel – 7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/>
              <a:t>Parthesh Mehta – 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/>
              <a:t>Dipal Patel – 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/>
              <a:t>Nitin Gupta – 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/>
              <a:t>Bhavik Valand – 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/>
              <a:t>Badal Patel - 6</a:t>
            </a:r>
          </a:p>
          <a:p>
            <a:pPr algn="l"/>
            <a:r>
              <a:rPr lang="en-US" b="0" dirty="0"/>
              <a:t> 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388793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EBF2-9CEE-25E3-9758-D1483343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F1F65-2EB4-6A7D-C8EF-D13BE41D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Monitor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Coordinator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Mentor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Expert</a:t>
            </a:r>
          </a:p>
        </p:txBody>
      </p:sp>
    </p:spTree>
    <p:extLst>
      <p:ext uri="{BB962C8B-B14F-4D97-AF65-F5344CB8AC3E}">
        <p14:creationId xmlns:p14="http://schemas.microsoft.com/office/powerpoint/2010/main" val="929457834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98B4-4128-11AA-043A-483D11CE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24089-C746-4245-41A5-839993971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A person from the trainees – who is proactive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Monitor can represent the issues of the group to – Mentor or HR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Trainees often hesitate to raise concerns, While raising it to monitor can help to bridge this gap and a POC for quick updates/feedback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This will be defined by TSC in coordination with Mentor after 2 weeks of training start date</a:t>
            </a:r>
          </a:p>
        </p:txBody>
      </p:sp>
    </p:spTree>
    <p:extLst>
      <p:ext uri="{BB962C8B-B14F-4D97-AF65-F5344CB8AC3E}">
        <p14:creationId xmlns:p14="http://schemas.microsoft.com/office/powerpoint/2010/main" val="400312092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4259-B818-F488-D535-0666394D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F033-DB8F-F8F0-9CD5-0F9A009CF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Each PM has 5 to 7  trainees in </a:t>
            </a:r>
            <a:r>
              <a:rPr lang="en-US" b="0" dirty="0" err="1"/>
              <a:t>.Net</a:t>
            </a:r>
            <a:r>
              <a:rPr lang="en-US" b="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Coordinator – ideally an employee from Trainee 25 batch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PM nominates who can be coordinator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  <a:p>
            <a:r>
              <a:rPr lang="en-US" b="0" dirty="0"/>
              <a:t>Responsibilities </a:t>
            </a:r>
          </a:p>
          <a:p>
            <a:pPr marL="342900" indent="-342900">
              <a:buAutoNum type="arabicParenR"/>
            </a:pPr>
            <a:r>
              <a:rPr lang="en-US" b="0" dirty="0"/>
              <a:t>Doubt clearing of assigned trainee group </a:t>
            </a:r>
          </a:p>
          <a:p>
            <a:pPr marL="342900" indent="-342900">
              <a:buAutoNum type="arabicParenR"/>
            </a:pPr>
            <a:r>
              <a:rPr lang="en-US" b="0" dirty="0"/>
              <a:t>Daily tasks being done or not </a:t>
            </a:r>
          </a:p>
          <a:p>
            <a:pPr marL="342900" indent="-342900">
              <a:buAutoNum type="arabicParenR"/>
            </a:pPr>
            <a:r>
              <a:rPr lang="en-US" b="0" dirty="0"/>
              <a:t>Maintaining discipline </a:t>
            </a:r>
          </a:p>
          <a:p>
            <a:pPr marL="342900" indent="-342900">
              <a:buAutoNum type="arabicParenR"/>
            </a:pPr>
            <a:r>
              <a:rPr lang="en-US" b="0" dirty="0"/>
              <a:t>Redirect doubts to mentor which cannot be solved by Coordinator</a:t>
            </a:r>
          </a:p>
        </p:txBody>
      </p:sp>
    </p:spTree>
    <p:extLst>
      <p:ext uri="{BB962C8B-B14F-4D97-AF65-F5344CB8AC3E}">
        <p14:creationId xmlns:p14="http://schemas.microsoft.com/office/powerpoint/2010/main" val="609972970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FBB-BEB2-3383-8854-479DCB1D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6692-70B4-7427-C1F9-6A1A7553E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Each PM has 5 to 7  trainees in </a:t>
            </a:r>
            <a:r>
              <a:rPr lang="en-US" b="0" dirty="0" err="1"/>
              <a:t>.Net</a:t>
            </a:r>
            <a:r>
              <a:rPr lang="en-US" b="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Mentor – ideally a SE/SSE/TL from the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PM nominates who can be Mentor </a:t>
            </a:r>
          </a:p>
          <a:p>
            <a:endParaRPr lang="en-US" b="0" dirty="0"/>
          </a:p>
          <a:p>
            <a:r>
              <a:rPr lang="en-US" b="0" dirty="0"/>
              <a:t>Responsibilities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Regular coordination with trainees &amp; coordinator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Address trainee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Monitor performance throughout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Keep trainees motivated and engaged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Define &amp; review assignments- give grades and remarks for each assignment</a:t>
            </a:r>
          </a:p>
        </p:txBody>
      </p:sp>
    </p:spTree>
    <p:extLst>
      <p:ext uri="{BB962C8B-B14F-4D97-AF65-F5344CB8AC3E}">
        <p14:creationId xmlns:p14="http://schemas.microsoft.com/office/powerpoint/2010/main" val="3218121393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4E6E-F33C-01DD-1A0C-16186EE3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7020-6D7C-0C07-45D3-607E130FA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TSC seeks suitable trainers as per the topic to be taught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Conducts trainings- define content/ deliver the 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Define any self learning content if needed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02641786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atvaSoft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tvaSof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tvaSoft2015" id="{9F553070-22ED-4397-8128-0CDB8AC2B90C}" vid="{F3FA3519-0956-4FB5-A539-777F947B20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</Template>
  <TotalTime>612</TotalTime>
  <Words>265</Words>
  <Application>Microsoft Office PowerPoint</Application>
  <PresentationFormat>On-screen Show (16:10)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EurostileExtended-Roman-DTC</vt:lpstr>
      <vt:lpstr>Wingdings</vt:lpstr>
      <vt:lpstr>TatvaSoft2015</vt:lpstr>
      <vt:lpstr>Trainee- 2026 Batch</vt:lpstr>
      <vt:lpstr>Trainee 2026- Batch Size</vt:lpstr>
      <vt:lpstr>Trainee allocation – PM Wise</vt:lpstr>
      <vt:lpstr>Roles</vt:lpstr>
      <vt:lpstr>Monitor</vt:lpstr>
      <vt:lpstr>Coordinator</vt:lpstr>
      <vt:lpstr>Mentor</vt:lpstr>
      <vt:lpstr>Expert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Himani Bhavsar</dc:creator>
  <cp:lastModifiedBy>Poorva Biswas</cp:lastModifiedBy>
  <cp:revision>21</cp:revision>
  <dcterms:created xsi:type="dcterms:W3CDTF">2018-10-12T04:26:18Z</dcterms:created>
  <dcterms:modified xsi:type="dcterms:W3CDTF">2025-12-24T06:21:04Z</dcterms:modified>
</cp:coreProperties>
</file>